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5" r:id="rId1"/>
  </p:sldMasterIdLst>
  <p:sldIdLst>
    <p:sldId id="256" r:id="rId2"/>
    <p:sldId id="257" r:id="rId3"/>
    <p:sldId id="258" r:id="rId4"/>
    <p:sldId id="259" r:id="rId5"/>
    <p:sldId id="261" r:id="rId6"/>
    <p:sldId id="262" r:id="rId7"/>
    <p:sldId id="260" r:id="rId8"/>
    <p:sldId id="263" r:id="rId9"/>
    <p:sldId id="264"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7335"/>
    <p:restoredTop sz="94528"/>
  </p:normalViewPr>
  <p:slideViewPr>
    <p:cSldViewPr snapToGrid="0">
      <p:cViewPr varScale="1">
        <p:scale>
          <a:sx n="118" d="100"/>
          <a:sy n="118" d="100"/>
        </p:scale>
        <p:origin x="232"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ata21.xml.rels><?xml version="1.0" encoding="UTF-8" standalone="yes"?>
<Relationships xmlns="http://schemas.openxmlformats.org/package/2006/relationships"><Relationship Id="rId1" Type="http://schemas.openxmlformats.org/officeDocument/2006/relationships/hyperlink" Target="https://claude.ai/" TargetMode="External"/></Relationships>
</file>

<file path=ppt/diagrams/_rels/drawing18.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0.svg"/><Relationship Id="rId1" Type="http://schemas.openxmlformats.org/officeDocument/2006/relationships/image" Target="../media/image9.svg"/></Relationships>
</file>

<file path=ppt/diagrams/_rels/drawing21.xml.rels><?xml version="1.0" encoding="UTF-8" standalone="yes"?>
<Relationships xmlns="http://schemas.openxmlformats.org/package/2006/relationships"><Relationship Id="rId1" Type="http://schemas.openxmlformats.org/officeDocument/2006/relationships/hyperlink" Target="https://claude.ai/" TargetMode="Externa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F7BA54A-E466-2C42-BB78-830F62B77BB5}" type="doc">
      <dgm:prSet loTypeId="urn:microsoft.com/office/officeart/2005/8/layout/vList2" loCatId="list" qsTypeId="urn:microsoft.com/office/officeart/2005/8/quickstyle/3d2" qsCatId="3D" csTypeId="urn:microsoft.com/office/officeart/2005/8/colors/accent0_3" csCatId="mainScheme" phldr="1"/>
      <dgm:spPr/>
      <dgm:t>
        <a:bodyPr/>
        <a:lstStyle/>
        <a:p>
          <a:endParaRPr lang="en-US"/>
        </a:p>
      </dgm:t>
    </dgm:pt>
    <dgm:pt modelId="{3B72E892-62F6-9D4C-9C33-1D5AC8D86167}">
      <dgm:prSet/>
      <dgm:spPr/>
      <dgm:t>
        <a:bodyPr/>
        <a:lstStyle/>
        <a:p>
          <a:pPr algn="ctr"/>
          <a:r>
            <a:rPr lang="en-US" dirty="0"/>
            <a:t>What is the technology value stream?</a:t>
          </a:r>
        </a:p>
      </dgm:t>
    </dgm:pt>
    <dgm:pt modelId="{C99DDA08-E65B-CD4C-A17A-FB6AB73CD58F}" type="parTrans" cxnId="{2AF9C61B-0EF2-5A4D-9B24-37C5B8C5C11B}">
      <dgm:prSet/>
      <dgm:spPr/>
      <dgm:t>
        <a:bodyPr/>
        <a:lstStyle/>
        <a:p>
          <a:endParaRPr lang="en-US"/>
        </a:p>
      </dgm:t>
    </dgm:pt>
    <dgm:pt modelId="{C273B4A2-07D9-CE40-A9A9-9D71E6AB110C}" type="sibTrans" cxnId="{2AF9C61B-0EF2-5A4D-9B24-37C5B8C5C11B}">
      <dgm:prSet/>
      <dgm:spPr/>
      <dgm:t>
        <a:bodyPr/>
        <a:lstStyle/>
        <a:p>
          <a:endParaRPr lang="en-US"/>
        </a:p>
      </dgm:t>
    </dgm:pt>
    <dgm:pt modelId="{E647E2A3-5013-A74D-AD46-95FEC407155E}" type="pres">
      <dgm:prSet presAssocID="{3F7BA54A-E466-2C42-BB78-830F62B77BB5}" presName="linear" presStyleCnt="0">
        <dgm:presLayoutVars>
          <dgm:animLvl val="lvl"/>
          <dgm:resizeHandles val="exact"/>
        </dgm:presLayoutVars>
      </dgm:prSet>
      <dgm:spPr/>
    </dgm:pt>
    <dgm:pt modelId="{88D33CF9-7E0E-E340-AC15-3CA2089591B3}" type="pres">
      <dgm:prSet presAssocID="{3B72E892-62F6-9D4C-9C33-1D5AC8D86167}" presName="parentText" presStyleLbl="node1" presStyleIdx="0" presStyleCnt="1" custScaleY="170366" custLinFactNeighborX="-9142" custLinFactNeighborY="2748">
        <dgm:presLayoutVars>
          <dgm:chMax val="0"/>
          <dgm:bulletEnabled val="1"/>
        </dgm:presLayoutVars>
      </dgm:prSet>
      <dgm:spPr/>
    </dgm:pt>
  </dgm:ptLst>
  <dgm:cxnLst>
    <dgm:cxn modelId="{2AF9C61B-0EF2-5A4D-9B24-37C5B8C5C11B}" srcId="{3F7BA54A-E466-2C42-BB78-830F62B77BB5}" destId="{3B72E892-62F6-9D4C-9C33-1D5AC8D86167}" srcOrd="0" destOrd="0" parTransId="{C99DDA08-E65B-CD4C-A17A-FB6AB73CD58F}" sibTransId="{C273B4A2-07D9-CE40-A9A9-9D71E6AB110C}"/>
    <dgm:cxn modelId="{4853BAC5-5712-8D4C-99F9-9DBCAC7CDF07}" type="presOf" srcId="{3F7BA54A-E466-2C42-BB78-830F62B77BB5}" destId="{E647E2A3-5013-A74D-AD46-95FEC407155E}" srcOrd="0" destOrd="0" presId="urn:microsoft.com/office/officeart/2005/8/layout/vList2"/>
    <dgm:cxn modelId="{3C3F38C6-BC2F-DE44-AA01-D4B3BD49FE42}" type="presOf" srcId="{3B72E892-62F6-9D4C-9C33-1D5AC8D86167}" destId="{88D33CF9-7E0E-E340-AC15-3CA2089591B3}" srcOrd="0" destOrd="0" presId="urn:microsoft.com/office/officeart/2005/8/layout/vList2"/>
    <dgm:cxn modelId="{D7D59E3C-99A5-E742-A9C4-588085B317F9}" type="presParOf" srcId="{E647E2A3-5013-A74D-AD46-95FEC407155E}" destId="{88D33CF9-7E0E-E340-AC15-3CA2089591B3}"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DC531BC-4211-3046-B697-86B704BCF52D}" type="doc">
      <dgm:prSet loTypeId="urn:microsoft.com/office/officeart/2005/8/layout/vList2" loCatId="" qsTypeId="urn:microsoft.com/office/officeart/2005/8/quickstyle/3d4" qsCatId="3D" csTypeId="urn:microsoft.com/office/officeart/2005/8/colors/accent1_2" csCatId="accent1" phldr="1"/>
      <dgm:spPr/>
      <dgm:t>
        <a:bodyPr/>
        <a:lstStyle/>
        <a:p>
          <a:endParaRPr lang="en-US"/>
        </a:p>
      </dgm:t>
    </dgm:pt>
    <dgm:pt modelId="{B564E5B5-4F25-3C4A-B18D-D640D76A652A}">
      <dgm:prSet/>
      <dgm:spPr/>
      <dgm:t>
        <a:bodyPr/>
        <a:lstStyle/>
        <a:p>
          <a:r>
            <a:rPr lang="en-US" dirty="0"/>
            <a:t>“The Technology Value Stream is the process required to convert a business hypothesis into a technology-enabled service that delivers value to the customer” (Kim et al., 2016).</a:t>
          </a:r>
        </a:p>
      </dgm:t>
    </dgm:pt>
    <dgm:pt modelId="{446F9A22-771E-0C47-B996-64FA40779D34}" type="parTrans" cxnId="{36F711C5-2ED1-9F41-BA48-299B72A7FCF1}">
      <dgm:prSet/>
      <dgm:spPr/>
      <dgm:t>
        <a:bodyPr/>
        <a:lstStyle/>
        <a:p>
          <a:endParaRPr lang="en-US"/>
        </a:p>
      </dgm:t>
    </dgm:pt>
    <dgm:pt modelId="{C70DDFDA-0908-4440-88FF-B1CEAEBF1A4B}" type="sibTrans" cxnId="{36F711C5-2ED1-9F41-BA48-299B72A7FCF1}">
      <dgm:prSet/>
      <dgm:spPr/>
      <dgm:t>
        <a:bodyPr/>
        <a:lstStyle/>
        <a:p>
          <a:endParaRPr lang="en-US"/>
        </a:p>
      </dgm:t>
    </dgm:pt>
    <dgm:pt modelId="{0D8A4D04-81C4-AC4E-9C8A-163413B2F1A6}" type="pres">
      <dgm:prSet presAssocID="{0DC531BC-4211-3046-B697-86B704BCF52D}" presName="linear" presStyleCnt="0">
        <dgm:presLayoutVars>
          <dgm:animLvl val="lvl"/>
          <dgm:resizeHandles val="exact"/>
        </dgm:presLayoutVars>
      </dgm:prSet>
      <dgm:spPr/>
    </dgm:pt>
    <dgm:pt modelId="{DBBD55CF-7529-0D47-A8ED-78C580FD9A36}" type="pres">
      <dgm:prSet presAssocID="{B564E5B5-4F25-3C4A-B18D-D640D76A652A}" presName="parentText" presStyleLbl="node1" presStyleIdx="0" presStyleCnt="1">
        <dgm:presLayoutVars>
          <dgm:chMax val="0"/>
          <dgm:bulletEnabled val="1"/>
        </dgm:presLayoutVars>
      </dgm:prSet>
      <dgm:spPr/>
    </dgm:pt>
  </dgm:ptLst>
  <dgm:cxnLst>
    <dgm:cxn modelId="{D1C44FBE-12AD-3645-A36D-D014B97D87F5}" type="presOf" srcId="{0DC531BC-4211-3046-B697-86B704BCF52D}" destId="{0D8A4D04-81C4-AC4E-9C8A-163413B2F1A6}" srcOrd="0" destOrd="0" presId="urn:microsoft.com/office/officeart/2005/8/layout/vList2"/>
    <dgm:cxn modelId="{36F711C5-2ED1-9F41-BA48-299B72A7FCF1}" srcId="{0DC531BC-4211-3046-B697-86B704BCF52D}" destId="{B564E5B5-4F25-3C4A-B18D-D640D76A652A}" srcOrd="0" destOrd="0" parTransId="{446F9A22-771E-0C47-B996-64FA40779D34}" sibTransId="{C70DDFDA-0908-4440-88FF-B1CEAEBF1A4B}"/>
    <dgm:cxn modelId="{91F3FBED-5E62-4844-991D-97E751EAC96E}" type="presOf" srcId="{B564E5B5-4F25-3C4A-B18D-D640D76A652A}" destId="{DBBD55CF-7529-0D47-A8ED-78C580FD9A36}" srcOrd="0" destOrd="0" presId="urn:microsoft.com/office/officeart/2005/8/layout/vList2"/>
    <dgm:cxn modelId="{728328D2-12B7-6B40-AC40-1AF8256BABE3}" type="presParOf" srcId="{0D8A4D04-81C4-AC4E-9C8A-163413B2F1A6}" destId="{DBBD55CF-7529-0D47-A8ED-78C580FD9A36}"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4D70CC4-14EE-C743-9594-642FF0F21438}" type="doc">
      <dgm:prSet loTypeId="urn:microsoft.com/office/officeart/2009/3/layout/RandomtoResultProcess" loCatId="" qsTypeId="urn:microsoft.com/office/officeart/2005/8/quickstyle/3d2" qsCatId="3D" csTypeId="urn:microsoft.com/office/officeart/2005/8/colors/accent1_2" csCatId="accent1" phldr="1"/>
      <dgm:spPr/>
      <dgm:t>
        <a:bodyPr/>
        <a:lstStyle/>
        <a:p>
          <a:endParaRPr lang="en-US"/>
        </a:p>
      </dgm:t>
    </dgm:pt>
    <dgm:pt modelId="{8DDF94C4-88FA-A94D-A58F-0CADFC59BB90}">
      <dgm:prSet phldrT="[Text]"/>
      <dgm:spPr/>
      <dgm:t>
        <a:bodyPr/>
        <a:lstStyle/>
        <a:p>
          <a:r>
            <a:rPr lang="en-US" dirty="0"/>
            <a:t>Objectives </a:t>
          </a:r>
        </a:p>
        <a:p>
          <a:r>
            <a:rPr lang="en-US" dirty="0"/>
            <a:t>&amp; Ideas</a:t>
          </a:r>
        </a:p>
      </dgm:t>
    </dgm:pt>
    <dgm:pt modelId="{94246602-BD12-9448-B814-637CBF876E62}" type="parTrans" cxnId="{14334D2F-5C13-2E44-8DD4-A678BCD068DB}">
      <dgm:prSet/>
      <dgm:spPr/>
      <dgm:t>
        <a:bodyPr/>
        <a:lstStyle/>
        <a:p>
          <a:endParaRPr lang="en-US"/>
        </a:p>
      </dgm:t>
    </dgm:pt>
    <dgm:pt modelId="{DAE1CB81-39C9-C44D-9E83-5D0FF13E0A87}" type="sibTrans" cxnId="{14334D2F-5C13-2E44-8DD4-A678BCD068DB}">
      <dgm:prSet/>
      <dgm:spPr/>
      <dgm:t>
        <a:bodyPr/>
        <a:lstStyle/>
        <a:p>
          <a:endParaRPr lang="en-US"/>
        </a:p>
      </dgm:t>
    </dgm:pt>
    <dgm:pt modelId="{C0B3012A-68AA-C54D-AF1F-4343CAAB1242}">
      <dgm:prSet phldrT="[Text]"/>
      <dgm:spPr/>
      <dgm:t>
        <a:bodyPr/>
        <a:lstStyle/>
        <a:p>
          <a:r>
            <a:rPr lang="en-US" dirty="0"/>
            <a:t> </a:t>
          </a:r>
        </a:p>
      </dgm:t>
    </dgm:pt>
    <dgm:pt modelId="{6BA7B3B1-2CE5-C34D-9416-D34B82237A88}" type="parTrans" cxnId="{3728ACA6-BEF8-7F4B-92F4-56CF15F59F10}">
      <dgm:prSet/>
      <dgm:spPr/>
      <dgm:t>
        <a:bodyPr/>
        <a:lstStyle/>
        <a:p>
          <a:endParaRPr lang="en-US"/>
        </a:p>
      </dgm:t>
    </dgm:pt>
    <dgm:pt modelId="{E8D9BC72-0918-9746-8FD1-49EEE147905C}" type="sibTrans" cxnId="{3728ACA6-BEF8-7F4B-92F4-56CF15F59F10}">
      <dgm:prSet/>
      <dgm:spPr/>
      <dgm:t>
        <a:bodyPr/>
        <a:lstStyle/>
        <a:p>
          <a:endParaRPr lang="en-US"/>
        </a:p>
      </dgm:t>
    </dgm:pt>
    <dgm:pt modelId="{F36AAB3F-2837-5C46-86BB-C7030220FB05}">
      <dgm:prSet phldrT="[Text]"/>
      <dgm:spPr/>
      <dgm:t>
        <a:bodyPr/>
        <a:lstStyle/>
        <a:p>
          <a:r>
            <a:rPr lang="en-US" dirty="0"/>
            <a:t>Code successfully in production</a:t>
          </a:r>
        </a:p>
      </dgm:t>
    </dgm:pt>
    <dgm:pt modelId="{83F93DFD-025E-244C-9F2E-FCBABF50862D}" type="parTrans" cxnId="{0ABA2612-7E28-3A48-A69F-092A6ECDE91E}">
      <dgm:prSet/>
      <dgm:spPr/>
      <dgm:t>
        <a:bodyPr/>
        <a:lstStyle/>
        <a:p>
          <a:endParaRPr lang="en-US"/>
        </a:p>
      </dgm:t>
    </dgm:pt>
    <dgm:pt modelId="{EB33746D-82FE-3141-ACCB-429D1825ACE1}" type="sibTrans" cxnId="{0ABA2612-7E28-3A48-A69F-092A6ECDE91E}">
      <dgm:prSet/>
      <dgm:spPr/>
      <dgm:t>
        <a:bodyPr/>
        <a:lstStyle/>
        <a:p>
          <a:endParaRPr lang="en-US"/>
        </a:p>
      </dgm:t>
    </dgm:pt>
    <dgm:pt modelId="{A5A20311-414B-BF45-84C4-30743715B56B}">
      <dgm:prSet phldrT="[Text]"/>
      <dgm:spPr/>
      <dgm:t>
        <a:bodyPr/>
        <a:lstStyle/>
        <a:p>
          <a:r>
            <a:rPr lang="en-US" dirty="0"/>
            <a:t> </a:t>
          </a:r>
        </a:p>
      </dgm:t>
    </dgm:pt>
    <dgm:pt modelId="{9A5D4504-FED1-D748-9671-6F43E3597943}" type="parTrans" cxnId="{2B7C44D1-7B38-8A46-B5B5-37E3B489FBB3}">
      <dgm:prSet/>
      <dgm:spPr/>
      <dgm:t>
        <a:bodyPr/>
        <a:lstStyle/>
        <a:p>
          <a:endParaRPr lang="en-US"/>
        </a:p>
      </dgm:t>
    </dgm:pt>
    <dgm:pt modelId="{8E08B038-F06F-DE4A-BE3B-6E01FFCF7D2F}" type="sibTrans" cxnId="{2B7C44D1-7B38-8A46-B5B5-37E3B489FBB3}">
      <dgm:prSet/>
      <dgm:spPr/>
      <dgm:t>
        <a:bodyPr/>
        <a:lstStyle/>
        <a:p>
          <a:endParaRPr lang="en-US"/>
        </a:p>
      </dgm:t>
    </dgm:pt>
    <dgm:pt modelId="{DE2F335C-4E49-8C47-BA60-B162C6F8C126}" type="pres">
      <dgm:prSet presAssocID="{74D70CC4-14EE-C743-9594-642FF0F21438}" presName="Name0" presStyleCnt="0">
        <dgm:presLayoutVars>
          <dgm:dir/>
          <dgm:animOne val="branch"/>
          <dgm:animLvl val="lvl"/>
        </dgm:presLayoutVars>
      </dgm:prSet>
      <dgm:spPr/>
    </dgm:pt>
    <dgm:pt modelId="{EAA8A53F-8877-084D-80AB-D58CD5C84F78}" type="pres">
      <dgm:prSet presAssocID="{8DDF94C4-88FA-A94D-A58F-0CADFC59BB90}" presName="chaos" presStyleCnt="0"/>
      <dgm:spPr/>
    </dgm:pt>
    <dgm:pt modelId="{42F1CAC3-57CC-C443-8C43-2E80FEDB38FF}" type="pres">
      <dgm:prSet presAssocID="{8DDF94C4-88FA-A94D-A58F-0CADFC59BB90}" presName="parTx1" presStyleLbl="revTx" presStyleIdx="0" presStyleCnt="3"/>
      <dgm:spPr/>
    </dgm:pt>
    <dgm:pt modelId="{90EB8D76-7125-CC41-B6E3-87ED3DB4F58E}" type="pres">
      <dgm:prSet presAssocID="{8DDF94C4-88FA-A94D-A58F-0CADFC59BB90}" presName="desTx1" presStyleLbl="revTx" presStyleIdx="1" presStyleCnt="3">
        <dgm:presLayoutVars>
          <dgm:bulletEnabled val="1"/>
        </dgm:presLayoutVars>
      </dgm:prSet>
      <dgm:spPr/>
    </dgm:pt>
    <dgm:pt modelId="{E5699CE9-3C7A-E34C-AC9A-703E9F3D442A}" type="pres">
      <dgm:prSet presAssocID="{8DDF94C4-88FA-A94D-A58F-0CADFC59BB90}" presName="c1" presStyleLbl="node1" presStyleIdx="0" presStyleCnt="19"/>
      <dgm:spPr/>
    </dgm:pt>
    <dgm:pt modelId="{2F1691DD-99A9-7846-939E-DC60353ABA1E}" type="pres">
      <dgm:prSet presAssocID="{8DDF94C4-88FA-A94D-A58F-0CADFC59BB90}" presName="c2" presStyleLbl="node1" presStyleIdx="1" presStyleCnt="19"/>
      <dgm:spPr/>
    </dgm:pt>
    <dgm:pt modelId="{D722E302-1BE2-B646-967E-933DB782ECDC}" type="pres">
      <dgm:prSet presAssocID="{8DDF94C4-88FA-A94D-A58F-0CADFC59BB90}" presName="c3" presStyleLbl="node1" presStyleIdx="2" presStyleCnt="19"/>
      <dgm:spPr/>
    </dgm:pt>
    <dgm:pt modelId="{80F7DCA4-6DE0-A845-9BAB-B09128E17923}" type="pres">
      <dgm:prSet presAssocID="{8DDF94C4-88FA-A94D-A58F-0CADFC59BB90}" presName="c4" presStyleLbl="node1" presStyleIdx="3" presStyleCnt="19"/>
      <dgm:spPr/>
    </dgm:pt>
    <dgm:pt modelId="{308BEEDE-E14B-934A-BCB1-A8315D632748}" type="pres">
      <dgm:prSet presAssocID="{8DDF94C4-88FA-A94D-A58F-0CADFC59BB90}" presName="c5" presStyleLbl="node1" presStyleIdx="4" presStyleCnt="19"/>
      <dgm:spPr/>
    </dgm:pt>
    <dgm:pt modelId="{91E9D40F-7857-964A-8748-F2FDC64A543C}" type="pres">
      <dgm:prSet presAssocID="{8DDF94C4-88FA-A94D-A58F-0CADFC59BB90}" presName="c6" presStyleLbl="node1" presStyleIdx="5" presStyleCnt="19"/>
      <dgm:spPr/>
    </dgm:pt>
    <dgm:pt modelId="{56F36A67-164C-224D-A2B9-C856FF75AE1E}" type="pres">
      <dgm:prSet presAssocID="{8DDF94C4-88FA-A94D-A58F-0CADFC59BB90}" presName="c7" presStyleLbl="node1" presStyleIdx="6" presStyleCnt="19"/>
      <dgm:spPr/>
    </dgm:pt>
    <dgm:pt modelId="{6F9B0F01-CE5F-2A4D-8817-002C9EDE9C1C}" type="pres">
      <dgm:prSet presAssocID="{8DDF94C4-88FA-A94D-A58F-0CADFC59BB90}" presName="c8" presStyleLbl="node1" presStyleIdx="7" presStyleCnt="19"/>
      <dgm:spPr/>
    </dgm:pt>
    <dgm:pt modelId="{50756C5D-45CE-7741-A542-F8EADB36CFDB}" type="pres">
      <dgm:prSet presAssocID="{8DDF94C4-88FA-A94D-A58F-0CADFC59BB90}" presName="c9" presStyleLbl="node1" presStyleIdx="8" presStyleCnt="19"/>
      <dgm:spPr/>
    </dgm:pt>
    <dgm:pt modelId="{1CDF9C55-4317-A148-8DBA-4D703F6F4FD5}" type="pres">
      <dgm:prSet presAssocID="{8DDF94C4-88FA-A94D-A58F-0CADFC59BB90}" presName="c10" presStyleLbl="node1" presStyleIdx="9" presStyleCnt="19"/>
      <dgm:spPr/>
    </dgm:pt>
    <dgm:pt modelId="{96413941-18DB-7045-9EC5-1F8E3632A18B}" type="pres">
      <dgm:prSet presAssocID="{8DDF94C4-88FA-A94D-A58F-0CADFC59BB90}" presName="c11" presStyleLbl="node1" presStyleIdx="10" presStyleCnt="19"/>
      <dgm:spPr/>
    </dgm:pt>
    <dgm:pt modelId="{6C45110A-C80A-8141-BA65-F0DEA73B19E7}" type="pres">
      <dgm:prSet presAssocID="{8DDF94C4-88FA-A94D-A58F-0CADFC59BB90}" presName="c12" presStyleLbl="node1" presStyleIdx="11" presStyleCnt="19"/>
      <dgm:spPr/>
    </dgm:pt>
    <dgm:pt modelId="{1F60F3D9-F19F-5442-A498-A4581C91CDB6}" type="pres">
      <dgm:prSet presAssocID="{8DDF94C4-88FA-A94D-A58F-0CADFC59BB90}" presName="c13" presStyleLbl="node1" presStyleIdx="12" presStyleCnt="19"/>
      <dgm:spPr/>
    </dgm:pt>
    <dgm:pt modelId="{A0D0B8F0-3FF0-8046-BA06-33D71A0C26BE}" type="pres">
      <dgm:prSet presAssocID="{8DDF94C4-88FA-A94D-A58F-0CADFC59BB90}" presName="c14" presStyleLbl="node1" presStyleIdx="13" presStyleCnt="19"/>
      <dgm:spPr/>
    </dgm:pt>
    <dgm:pt modelId="{477FBA36-C277-9C49-B594-F1ACA6B21F1A}" type="pres">
      <dgm:prSet presAssocID="{8DDF94C4-88FA-A94D-A58F-0CADFC59BB90}" presName="c15" presStyleLbl="node1" presStyleIdx="14" presStyleCnt="19"/>
      <dgm:spPr/>
    </dgm:pt>
    <dgm:pt modelId="{BB34DE18-4FBD-5247-AF8D-6194FA6DA10C}" type="pres">
      <dgm:prSet presAssocID="{8DDF94C4-88FA-A94D-A58F-0CADFC59BB90}" presName="c16" presStyleLbl="node1" presStyleIdx="15" presStyleCnt="19"/>
      <dgm:spPr/>
    </dgm:pt>
    <dgm:pt modelId="{349B6B68-C54E-D144-9D75-3555C10BDF8B}" type="pres">
      <dgm:prSet presAssocID="{8DDF94C4-88FA-A94D-A58F-0CADFC59BB90}" presName="c17" presStyleLbl="node1" presStyleIdx="16" presStyleCnt="19"/>
      <dgm:spPr/>
    </dgm:pt>
    <dgm:pt modelId="{AE96B075-DA9E-F440-BBB3-943E66AC4678}" type="pres">
      <dgm:prSet presAssocID="{8DDF94C4-88FA-A94D-A58F-0CADFC59BB90}" presName="c18" presStyleLbl="node1" presStyleIdx="17" presStyleCnt="19"/>
      <dgm:spPr/>
    </dgm:pt>
    <dgm:pt modelId="{B951E8B6-4201-6A47-9487-8DC87315FC59}" type="pres">
      <dgm:prSet presAssocID="{DAE1CB81-39C9-C44D-9E83-5D0FF13E0A87}" presName="chevronComposite1" presStyleCnt="0"/>
      <dgm:spPr/>
    </dgm:pt>
    <dgm:pt modelId="{262D3310-C5DC-4440-8D77-857FF5DDD016}" type="pres">
      <dgm:prSet presAssocID="{DAE1CB81-39C9-C44D-9E83-5D0FF13E0A87}" presName="chevron1" presStyleLbl="sibTrans2D1" presStyleIdx="0" presStyleCnt="2"/>
      <dgm:spPr/>
    </dgm:pt>
    <dgm:pt modelId="{81E614BE-CC41-2141-865B-17C597CE01C4}" type="pres">
      <dgm:prSet presAssocID="{DAE1CB81-39C9-C44D-9E83-5D0FF13E0A87}" presName="spChevron1" presStyleCnt="0"/>
      <dgm:spPr/>
    </dgm:pt>
    <dgm:pt modelId="{9AED5377-066D-8344-82E6-2E7C874124E4}" type="pres">
      <dgm:prSet presAssocID="{DAE1CB81-39C9-C44D-9E83-5D0FF13E0A87}" presName="overlap" presStyleCnt="0"/>
      <dgm:spPr/>
    </dgm:pt>
    <dgm:pt modelId="{E30BAB68-6D39-5E4D-8FF8-18B0E829D2F1}" type="pres">
      <dgm:prSet presAssocID="{DAE1CB81-39C9-C44D-9E83-5D0FF13E0A87}" presName="chevronComposite2" presStyleCnt="0"/>
      <dgm:spPr/>
    </dgm:pt>
    <dgm:pt modelId="{71B300E6-F854-024E-B7CE-A905B137CF15}" type="pres">
      <dgm:prSet presAssocID="{DAE1CB81-39C9-C44D-9E83-5D0FF13E0A87}" presName="chevron2" presStyleLbl="sibTrans2D1" presStyleIdx="1" presStyleCnt="2"/>
      <dgm:spPr/>
    </dgm:pt>
    <dgm:pt modelId="{0C578835-A753-7642-9860-F947E52323D0}" type="pres">
      <dgm:prSet presAssocID="{DAE1CB81-39C9-C44D-9E83-5D0FF13E0A87}" presName="spChevron2" presStyleCnt="0"/>
      <dgm:spPr/>
    </dgm:pt>
    <dgm:pt modelId="{4459DEA6-EF82-9145-9245-0BC57CDDD07B}" type="pres">
      <dgm:prSet presAssocID="{F36AAB3F-2837-5C46-86BB-C7030220FB05}" presName="last" presStyleCnt="0"/>
      <dgm:spPr/>
    </dgm:pt>
    <dgm:pt modelId="{AD1CA758-057F-8D42-8E39-087FC63E488E}" type="pres">
      <dgm:prSet presAssocID="{F36AAB3F-2837-5C46-86BB-C7030220FB05}" presName="circleTx" presStyleLbl="node1" presStyleIdx="18" presStyleCnt="19"/>
      <dgm:spPr/>
    </dgm:pt>
    <dgm:pt modelId="{A7CBEFAF-E658-6240-9E71-989EC90BD898}" type="pres">
      <dgm:prSet presAssocID="{F36AAB3F-2837-5C46-86BB-C7030220FB05}" presName="desTxN" presStyleLbl="revTx" presStyleIdx="2" presStyleCnt="3">
        <dgm:presLayoutVars>
          <dgm:bulletEnabled val="1"/>
        </dgm:presLayoutVars>
      </dgm:prSet>
      <dgm:spPr/>
    </dgm:pt>
    <dgm:pt modelId="{B34A691F-F6D2-0E4D-8601-5801D8C22D6D}" type="pres">
      <dgm:prSet presAssocID="{F36AAB3F-2837-5C46-86BB-C7030220FB05}" presName="spN" presStyleCnt="0"/>
      <dgm:spPr/>
    </dgm:pt>
  </dgm:ptLst>
  <dgm:cxnLst>
    <dgm:cxn modelId="{0ABA2612-7E28-3A48-A69F-092A6ECDE91E}" srcId="{74D70CC4-14EE-C743-9594-642FF0F21438}" destId="{F36AAB3F-2837-5C46-86BB-C7030220FB05}" srcOrd="1" destOrd="0" parTransId="{83F93DFD-025E-244C-9F2E-FCBABF50862D}" sibTransId="{EB33746D-82FE-3141-ACCB-429D1825ACE1}"/>
    <dgm:cxn modelId="{14334D2F-5C13-2E44-8DD4-A678BCD068DB}" srcId="{74D70CC4-14EE-C743-9594-642FF0F21438}" destId="{8DDF94C4-88FA-A94D-A58F-0CADFC59BB90}" srcOrd="0" destOrd="0" parTransId="{94246602-BD12-9448-B814-637CBF876E62}" sibTransId="{DAE1CB81-39C9-C44D-9E83-5D0FF13E0A87}"/>
    <dgm:cxn modelId="{6CA7D831-6F44-F74C-8533-75EEBDE89FB4}" type="presOf" srcId="{74D70CC4-14EE-C743-9594-642FF0F21438}" destId="{DE2F335C-4E49-8C47-BA60-B162C6F8C126}" srcOrd="0" destOrd="0" presId="urn:microsoft.com/office/officeart/2009/3/layout/RandomtoResultProcess"/>
    <dgm:cxn modelId="{6C001D36-3A55-D048-9267-3F1077457793}" type="presOf" srcId="{C0B3012A-68AA-C54D-AF1F-4343CAAB1242}" destId="{90EB8D76-7125-CC41-B6E3-87ED3DB4F58E}" srcOrd="0" destOrd="0" presId="urn:microsoft.com/office/officeart/2009/3/layout/RandomtoResultProcess"/>
    <dgm:cxn modelId="{1E9FE271-270A-AF49-811B-80774AD3202E}" type="presOf" srcId="{8DDF94C4-88FA-A94D-A58F-0CADFC59BB90}" destId="{42F1CAC3-57CC-C443-8C43-2E80FEDB38FF}" srcOrd="0" destOrd="0" presId="urn:microsoft.com/office/officeart/2009/3/layout/RandomtoResultProcess"/>
    <dgm:cxn modelId="{3728ACA6-BEF8-7F4B-92F4-56CF15F59F10}" srcId="{8DDF94C4-88FA-A94D-A58F-0CADFC59BB90}" destId="{C0B3012A-68AA-C54D-AF1F-4343CAAB1242}" srcOrd="0" destOrd="0" parTransId="{6BA7B3B1-2CE5-C34D-9416-D34B82237A88}" sibTransId="{E8D9BC72-0918-9746-8FD1-49EEE147905C}"/>
    <dgm:cxn modelId="{2B7C44D1-7B38-8A46-B5B5-37E3B489FBB3}" srcId="{F36AAB3F-2837-5C46-86BB-C7030220FB05}" destId="{A5A20311-414B-BF45-84C4-30743715B56B}" srcOrd="0" destOrd="0" parTransId="{9A5D4504-FED1-D748-9671-6F43E3597943}" sibTransId="{8E08B038-F06F-DE4A-BE3B-6E01FFCF7D2F}"/>
    <dgm:cxn modelId="{F4635EEA-8810-7943-A0EF-3D3410675138}" type="presOf" srcId="{A5A20311-414B-BF45-84C4-30743715B56B}" destId="{A7CBEFAF-E658-6240-9E71-989EC90BD898}" srcOrd="0" destOrd="0" presId="urn:microsoft.com/office/officeart/2009/3/layout/RandomtoResultProcess"/>
    <dgm:cxn modelId="{D1890AF6-3058-E44A-BCA6-6F213C0CFDA9}" type="presOf" srcId="{F36AAB3F-2837-5C46-86BB-C7030220FB05}" destId="{AD1CA758-057F-8D42-8E39-087FC63E488E}" srcOrd="0" destOrd="0" presId="urn:microsoft.com/office/officeart/2009/3/layout/RandomtoResultProcess"/>
    <dgm:cxn modelId="{2FC75E53-1E06-DF4B-82CF-D1232847A4E1}" type="presParOf" srcId="{DE2F335C-4E49-8C47-BA60-B162C6F8C126}" destId="{EAA8A53F-8877-084D-80AB-D58CD5C84F78}" srcOrd="0" destOrd="0" presId="urn:microsoft.com/office/officeart/2009/3/layout/RandomtoResultProcess"/>
    <dgm:cxn modelId="{7DDF083C-4450-884D-BB4F-AA01C59A0306}" type="presParOf" srcId="{EAA8A53F-8877-084D-80AB-D58CD5C84F78}" destId="{42F1CAC3-57CC-C443-8C43-2E80FEDB38FF}" srcOrd="0" destOrd="0" presId="urn:microsoft.com/office/officeart/2009/3/layout/RandomtoResultProcess"/>
    <dgm:cxn modelId="{93264018-A6D6-0D43-946E-02101425F908}" type="presParOf" srcId="{EAA8A53F-8877-084D-80AB-D58CD5C84F78}" destId="{90EB8D76-7125-CC41-B6E3-87ED3DB4F58E}" srcOrd="1" destOrd="0" presId="urn:microsoft.com/office/officeart/2009/3/layout/RandomtoResultProcess"/>
    <dgm:cxn modelId="{012637C2-D0C2-364B-A4AB-83EE3BE57337}" type="presParOf" srcId="{EAA8A53F-8877-084D-80AB-D58CD5C84F78}" destId="{E5699CE9-3C7A-E34C-AC9A-703E9F3D442A}" srcOrd="2" destOrd="0" presId="urn:microsoft.com/office/officeart/2009/3/layout/RandomtoResultProcess"/>
    <dgm:cxn modelId="{5C8884AF-E1F5-B54E-BEDC-7A7C02859F14}" type="presParOf" srcId="{EAA8A53F-8877-084D-80AB-D58CD5C84F78}" destId="{2F1691DD-99A9-7846-939E-DC60353ABA1E}" srcOrd="3" destOrd="0" presId="urn:microsoft.com/office/officeart/2009/3/layout/RandomtoResultProcess"/>
    <dgm:cxn modelId="{F847BEFD-F82E-174F-9CC6-800CA0E70897}" type="presParOf" srcId="{EAA8A53F-8877-084D-80AB-D58CD5C84F78}" destId="{D722E302-1BE2-B646-967E-933DB782ECDC}" srcOrd="4" destOrd="0" presId="urn:microsoft.com/office/officeart/2009/3/layout/RandomtoResultProcess"/>
    <dgm:cxn modelId="{B5BFF56C-C7B0-7D49-A633-2A2BA77942E2}" type="presParOf" srcId="{EAA8A53F-8877-084D-80AB-D58CD5C84F78}" destId="{80F7DCA4-6DE0-A845-9BAB-B09128E17923}" srcOrd="5" destOrd="0" presId="urn:microsoft.com/office/officeart/2009/3/layout/RandomtoResultProcess"/>
    <dgm:cxn modelId="{728D2E5E-D3A9-2642-B8B2-A888573BDB77}" type="presParOf" srcId="{EAA8A53F-8877-084D-80AB-D58CD5C84F78}" destId="{308BEEDE-E14B-934A-BCB1-A8315D632748}" srcOrd="6" destOrd="0" presId="urn:microsoft.com/office/officeart/2009/3/layout/RandomtoResultProcess"/>
    <dgm:cxn modelId="{9E171284-C506-E944-B99A-641DBE863884}" type="presParOf" srcId="{EAA8A53F-8877-084D-80AB-D58CD5C84F78}" destId="{91E9D40F-7857-964A-8748-F2FDC64A543C}" srcOrd="7" destOrd="0" presId="urn:microsoft.com/office/officeart/2009/3/layout/RandomtoResultProcess"/>
    <dgm:cxn modelId="{94589181-53C8-CF40-B285-F02270B8306B}" type="presParOf" srcId="{EAA8A53F-8877-084D-80AB-D58CD5C84F78}" destId="{56F36A67-164C-224D-A2B9-C856FF75AE1E}" srcOrd="8" destOrd="0" presId="urn:microsoft.com/office/officeart/2009/3/layout/RandomtoResultProcess"/>
    <dgm:cxn modelId="{2E705E2C-3186-1C4B-8403-CD6339E9F184}" type="presParOf" srcId="{EAA8A53F-8877-084D-80AB-D58CD5C84F78}" destId="{6F9B0F01-CE5F-2A4D-8817-002C9EDE9C1C}" srcOrd="9" destOrd="0" presId="urn:microsoft.com/office/officeart/2009/3/layout/RandomtoResultProcess"/>
    <dgm:cxn modelId="{4B1C7093-7C34-7F4D-8D9E-D6D9CF70E473}" type="presParOf" srcId="{EAA8A53F-8877-084D-80AB-D58CD5C84F78}" destId="{50756C5D-45CE-7741-A542-F8EADB36CFDB}" srcOrd="10" destOrd="0" presId="urn:microsoft.com/office/officeart/2009/3/layout/RandomtoResultProcess"/>
    <dgm:cxn modelId="{431BFA85-C4B9-7144-8E98-587AB956F26F}" type="presParOf" srcId="{EAA8A53F-8877-084D-80AB-D58CD5C84F78}" destId="{1CDF9C55-4317-A148-8DBA-4D703F6F4FD5}" srcOrd="11" destOrd="0" presId="urn:microsoft.com/office/officeart/2009/3/layout/RandomtoResultProcess"/>
    <dgm:cxn modelId="{A463706A-ACA9-9249-981D-034BA3182CAE}" type="presParOf" srcId="{EAA8A53F-8877-084D-80AB-D58CD5C84F78}" destId="{96413941-18DB-7045-9EC5-1F8E3632A18B}" srcOrd="12" destOrd="0" presId="urn:microsoft.com/office/officeart/2009/3/layout/RandomtoResultProcess"/>
    <dgm:cxn modelId="{935B255E-BF31-4847-A89E-E5C32162E395}" type="presParOf" srcId="{EAA8A53F-8877-084D-80AB-D58CD5C84F78}" destId="{6C45110A-C80A-8141-BA65-F0DEA73B19E7}" srcOrd="13" destOrd="0" presId="urn:microsoft.com/office/officeart/2009/3/layout/RandomtoResultProcess"/>
    <dgm:cxn modelId="{70D6D591-EDC4-1349-B210-F6C5A98AE980}" type="presParOf" srcId="{EAA8A53F-8877-084D-80AB-D58CD5C84F78}" destId="{1F60F3D9-F19F-5442-A498-A4581C91CDB6}" srcOrd="14" destOrd="0" presId="urn:microsoft.com/office/officeart/2009/3/layout/RandomtoResultProcess"/>
    <dgm:cxn modelId="{311DB66C-AEE6-C242-B2D2-022B78E51990}" type="presParOf" srcId="{EAA8A53F-8877-084D-80AB-D58CD5C84F78}" destId="{A0D0B8F0-3FF0-8046-BA06-33D71A0C26BE}" srcOrd="15" destOrd="0" presId="urn:microsoft.com/office/officeart/2009/3/layout/RandomtoResultProcess"/>
    <dgm:cxn modelId="{91D60737-2B49-1B4D-91DD-E790509CDF47}" type="presParOf" srcId="{EAA8A53F-8877-084D-80AB-D58CD5C84F78}" destId="{477FBA36-C277-9C49-B594-F1ACA6B21F1A}" srcOrd="16" destOrd="0" presId="urn:microsoft.com/office/officeart/2009/3/layout/RandomtoResultProcess"/>
    <dgm:cxn modelId="{0D956EC4-6C7D-B741-BF79-D30AE7D20785}" type="presParOf" srcId="{EAA8A53F-8877-084D-80AB-D58CD5C84F78}" destId="{BB34DE18-4FBD-5247-AF8D-6194FA6DA10C}" srcOrd="17" destOrd="0" presId="urn:microsoft.com/office/officeart/2009/3/layout/RandomtoResultProcess"/>
    <dgm:cxn modelId="{8B8E7911-73F9-794F-8589-288180DBAB81}" type="presParOf" srcId="{EAA8A53F-8877-084D-80AB-D58CD5C84F78}" destId="{349B6B68-C54E-D144-9D75-3555C10BDF8B}" srcOrd="18" destOrd="0" presId="urn:microsoft.com/office/officeart/2009/3/layout/RandomtoResultProcess"/>
    <dgm:cxn modelId="{7F769F18-16C9-A242-8C27-561BDC54B4BD}" type="presParOf" srcId="{EAA8A53F-8877-084D-80AB-D58CD5C84F78}" destId="{AE96B075-DA9E-F440-BBB3-943E66AC4678}" srcOrd="19" destOrd="0" presId="urn:microsoft.com/office/officeart/2009/3/layout/RandomtoResultProcess"/>
    <dgm:cxn modelId="{DF56098E-2D4E-434C-A3F3-2ACF2DEA1306}" type="presParOf" srcId="{DE2F335C-4E49-8C47-BA60-B162C6F8C126}" destId="{B951E8B6-4201-6A47-9487-8DC87315FC59}" srcOrd="1" destOrd="0" presId="urn:microsoft.com/office/officeart/2009/3/layout/RandomtoResultProcess"/>
    <dgm:cxn modelId="{3DA45DFC-3B79-C943-9709-B35DF0CEAB51}" type="presParOf" srcId="{B951E8B6-4201-6A47-9487-8DC87315FC59}" destId="{262D3310-C5DC-4440-8D77-857FF5DDD016}" srcOrd="0" destOrd="0" presId="urn:microsoft.com/office/officeart/2009/3/layout/RandomtoResultProcess"/>
    <dgm:cxn modelId="{C39D5CA2-FB79-7F4D-A9E4-187CBB2D6C2B}" type="presParOf" srcId="{B951E8B6-4201-6A47-9487-8DC87315FC59}" destId="{81E614BE-CC41-2141-865B-17C597CE01C4}" srcOrd="1" destOrd="0" presId="urn:microsoft.com/office/officeart/2009/3/layout/RandomtoResultProcess"/>
    <dgm:cxn modelId="{E4F682B2-BFF2-F04B-B003-C5A40BF3F828}" type="presParOf" srcId="{DE2F335C-4E49-8C47-BA60-B162C6F8C126}" destId="{9AED5377-066D-8344-82E6-2E7C874124E4}" srcOrd="2" destOrd="0" presId="urn:microsoft.com/office/officeart/2009/3/layout/RandomtoResultProcess"/>
    <dgm:cxn modelId="{0B2E5B5D-FF75-F548-829B-2C32909D94A2}" type="presParOf" srcId="{DE2F335C-4E49-8C47-BA60-B162C6F8C126}" destId="{E30BAB68-6D39-5E4D-8FF8-18B0E829D2F1}" srcOrd="3" destOrd="0" presId="urn:microsoft.com/office/officeart/2009/3/layout/RandomtoResultProcess"/>
    <dgm:cxn modelId="{4ABFCAA7-7EFD-954B-B745-83CA317FA95B}" type="presParOf" srcId="{E30BAB68-6D39-5E4D-8FF8-18B0E829D2F1}" destId="{71B300E6-F854-024E-B7CE-A905B137CF15}" srcOrd="0" destOrd="0" presId="urn:microsoft.com/office/officeart/2009/3/layout/RandomtoResultProcess"/>
    <dgm:cxn modelId="{26677496-B620-C942-BF6D-CE6D99F2BE6E}" type="presParOf" srcId="{E30BAB68-6D39-5E4D-8FF8-18B0E829D2F1}" destId="{0C578835-A753-7642-9860-F947E52323D0}" srcOrd="1" destOrd="0" presId="urn:microsoft.com/office/officeart/2009/3/layout/RandomtoResultProcess"/>
    <dgm:cxn modelId="{32FB4617-4000-1743-B97B-EDD8E9056E87}" type="presParOf" srcId="{DE2F335C-4E49-8C47-BA60-B162C6F8C126}" destId="{4459DEA6-EF82-9145-9245-0BC57CDDD07B}" srcOrd="4" destOrd="0" presId="urn:microsoft.com/office/officeart/2009/3/layout/RandomtoResultProcess"/>
    <dgm:cxn modelId="{139C77DB-0B9F-474A-B146-E89243F5E040}" type="presParOf" srcId="{4459DEA6-EF82-9145-9245-0BC57CDDD07B}" destId="{AD1CA758-057F-8D42-8E39-087FC63E488E}" srcOrd="0" destOrd="0" presId="urn:microsoft.com/office/officeart/2009/3/layout/RandomtoResultProcess"/>
    <dgm:cxn modelId="{F63C7A21-B31D-894B-ACB5-30B7801ABCA7}" type="presParOf" srcId="{4459DEA6-EF82-9145-9245-0BC57CDDD07B}" destId="{A7CBEFAF-E658-6240-9E71-989EC90BD898}" srcOrd="1" destOrd="0" presId="urn:microsoft.com/office/officeart/2009/3/layout/RandomtoResultProcess"/>
    <dgm:cxn modelId="{92C4E62E-66BD-DE47-8A79-856AE4BEF849}" type="presParOf" srcId="{4459DEA6-EF82-9145-9245-0BC57CDDD07B}" destId="{B34A691F-F6D2-0E4D-8601-5801D8C22D6D}" srcOrd="2" destOrd="0" presId="urn:microsoft.com/office/officeart/2009/3/layout/RandomtoResultProcess"/>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6BB0358C-D7F9-6949-819C-AF6897AB5A48}" type="doc">
      <dgm:prSet loTypeId="urn:microsoft.com/office/officeart/2005/8/layout/vList2" loCatId="list" qsTypeId="urn:microsoft.com/office/officeart/2005/8/quickstyle/3d2" qsCatId="3D" csTypeId="urn:microsoft.com/office/officeart/2005/8/colors/accent1_5" csCatId="accent1"/>
      <dgm:spPr/>
      <dgm:t>
        <a:bodyPr/>
        <a:lstStyle/>
        <a:p>
          <a:endParaRPr lang="en-US"/>
        </a:p>
      </dgm:t>
    </dgm:pt>
    <dgm:pt modelId="{82B4859E-15FF-C242-A156-C5F3D50251D7}">
      <dgm:prSet/>
      <dgm:spPr/>
      <dgm:t>
        <a:bodyPr/>
        <a:lstStyle/>
        <a:p>
          <a:pPr algn="ctr"/>
          <a:r>
            <a:rPr lang="en-US"/>
            <a:t>The Flow of Work Through the Value Stream</a:t>
          </a:r>
        </a:p>
      </dgm:t>
    </dgm:pt>
    <dgm:pt modelId="{E3927337-9EC2-A648-88B5-BEB2E77F43B0}" type="parTrans" cxnId="{B1724030-3C34-9345-BA85-26BC90ADFC17}">
      <dgm:prSet/>
      <dgm:spPr/>
      <dgm:t>
        <a:bodyPr/>
        <a:lstStyle/>
        <a:p>
          <a:pPr algn="ctr"/>
          <a:endParaRPr lang="en-US"/>
        </a:p>
      </dgm:t>
    </dgm:pt>
    <dgm:pt modelId="{0379A543-360C-9642-B77C-48A27A1B4ABC}" type="sibTrans" cxnId="{B1724030-3C34-9345-BA85-26BC90ADFC17}">
      <dgm:prSet/>
      <dgm:spPr/>
      <dgm:t>
        <a:bodyPr/>
        <a:lstStyle/>
        <a:p>
          <a:pPr algn="ctr"/>
          <a:endParaRPr lang="en-US"/>
        </a:p>
      </dgm:t>
    </dgm:pt>
    <dgm:pt modelId="{8A244D1F-393D-3C48-BA0E-DF7C539C1DD9}" type="pres">
      <dgm:prSet presAssocID="{6BB0358C-D7F9-6949-819C-AF6897AB5A48}" presName="linear" presStyleCnt="0">
        <dgm:presLayoutVars>
          <dgm:animLvl val="lvl"/>
          <dgm:resizeHandles val="exact"/>
        </dgm:presLayoutVars>
      </dgm:prSet>
      <dgm:spPr/>
    </dgm:pt>
    <dgm:pt modelId="{9D010F2D-8F17-6A48-A752-4C5C2186A17C}" type="pres">
      <dgm:prSet presAssocID="{82B4859E-15FF-C242-A156-C5F3D50251D7}" presName="parentText" presStyleLbl="node1" presStyleIdx="0" presStyleCnt="1">
        <dgm:presLayoutVars>
          <dgm:chMax val="0"/>
          <dgm:bulletEnabled val="1"/>
        </dgm:presLayoutVars>
      </dgm:prSet>
      <dgm:spPr/>
    </dgm:pt>
  </dgm:ptLst>
  <dgm:cxnLst>
    <dgm:cxn modelId="{B1724030-3C34-9345-BA85-26BC90ADFC17}" srcId="{6BB0358C-D7F9-6949-819C-AF6897AB5A48}" destId="{82B4859E-15FF-C242-A156-C5F3D50251D7}" srcOrd="0" destOrd="0" parTransId="{E3927337-9EC2-A648-88B5-BEB2E77F43B0}" sibTransId="{0379A543-360C-9642-B77C-48A27A1B4ABC}"/>
    <dgm:cxn modelId="{B48922A5-1F4F-F347-B379-F0E785AD01D9}" type="presOf" srcId="{6BB0358C-D7F9-6949-819C-AF6897AB5A48}" destId="{8A244D1F-393D-3C48-BA0E-DF7C539C1DD9}" srcOrd="0" destOrd="0" presId="urn:microsoft.com/office/officeart/2005/8/layout/vList2"/>
    <dgm:cxn modelId="{4DE73FD7-CB01-CA4F-9D69-448B0744218D}" type="presOf" srcId="{82B4859E-15FF-C242-A156-C5F3D50251D7}" destId="{9D010F2D-8F17-6A48-A752-4C5C2186A17C}" srcOrd="0" destOrd="0" presId="urn:microsoft.com/office/officeart/2005/8/layout/vList2"/>
    <dgm:cxn modelId="{AEFD0AD6-1B10-514B-A926-CD17F316AE38}" type="presParOf" srcId="{8A244D1F-393D-3C48-BA0E-DF7C539C1DD9}" destId="{9D010F2D-8F17-6A48-A752-4C5C2186A17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82ABFF5A-3C2C-3349-92BC-9383EC7CE84F}" type="doc">
      <dgm:prSet loTypeId="urn:microsoft.com/office/officeart/2005/8/layout/cycle1" loCatId="" qsTypeId="urn:microsoft.com/office/officeart/2005/8/quickstyle/3d2" qsCatId="3D" csTypeId="urn:microsoft.com/office/officeart/2005/8/colors/accent1_5" csCatId="accent1" phldr="1"/>
      <dgm:spPr/>
      <dgm:t>
        <a:bodyPr/>
        <a:lstStyle/>
        <a:p>
          <a:endParaRPr lang="en-US"/>
        </a:p>
      </dgm:t>
    </dgm:pt>
    <dgm:pt modelId="{3CFA76A2-13E3-624E-A4FA-4D6F9CFB2C64}">
      <dgm:prSet phldrT="[Text]" custT="1"/>
      <dgm:spPr/>
      <dgm:t>
        <a:bodyPr/>
        <a:lstStyle/>
        <a:p>
          <a:r>
            <a:rPr lang="en-US" sz="1600" dirty="0"/>
            <a:t>Business Hypothesis</a:t>
          </a:r>
        </a:p>
      </dgm:t>
    </dgm:pt>
    <dgm:pt modelId="{B3FA014E-E12A-8B42-8077-5C4595D34138}" type="parTrans" cxnId="{942A2F71-308A-ED4C-BC4C-93AD145AA590}">
      <dgm:prSet/>
      <dgm:spPr/>
      <dgm:t>
        <a:bodyPr/>
        <a:lstStyle/>
        <a:p>
          <a:endParaRPr lang="en-US"/>
        </a:p>
      </dgm:t>
    </dgm:pt>
    <dgm:pt modelId="{6D0A8B7A-8EC1-A048-A818-5A7DA4FCCBCD}" type="sibTrans" cxnId="{942A2F71-308A-ED4C-BC4C-93AD145AA590}">
      <dgm:prSet/>
      <dgm:spPr/>
      <dgm:t>
        <a:bodyPr/>
        <a:lstStyle/>
        <a:p>
          <a:endParaRPr lang="en-US"/>
        </a:p>
      </dgm:t>
    </dgm:pt>
    <dgm:pt modelId="{C2A50905-722F-5340-BA4E-E9CFC3226FD0}">
      <dgm:prSet phldrT="[Text]" custT="1"/>
      <dgm:spPr/>
      <dgm:t>
        <a:bodyPr/>
        <a:lstStyle/>
        <a:p>
          <a:r>
            <a:rPr lang="en-US" sz="1600" dirty="0"/>
            <a:t>Design</a:t>
          </a:r>
        </a:p>
      </dgm:t>
    </dgm:pt>
    <dgm:pt modelId="{4F13CEF4-6830-F747-9A0D-42C22D693899}" type="parTrans" cxnId="{E43CB561-4980-0242-B912-F07D9B1132B6}">
      <dgm:prSet/>
      <dgm:spPr/>
      <dgm:t>
        <a:bodyPr/>
        <a:lstStyle/>
        <a:p>
          <a:endParaRPr lang="en-US"/>
        </a:p>
      </dgm:t>
    </dgm:pt>
    <dgm:pt modelId="{02C5986D-A2DB-3D4C-B771-13C8002E7B8A}" type="sibTrans" cxnId="{E43CB561-4980-0242-B912-F07D9B1132B6}">
      <dgm:prSet/>
      <dgm:spPr/>
      <dgm:t>
        <a:bodyPr/>
        <a:lstStyle/>
        <a:p>
          <a:endParaRPr lang="en-US"/>
        </a:p>
      </dgm:t>
    </dgm:pt>
    <dgm:pt modelId="{318E17A6-E60E-5440-B18B-9E699005E4BF}">
      <dgm:prSet phldrT="[Text]" custT="1"/>
      <dgm:spPr/>
      <dgm:t>
        <a:bodyPr/>
        <a:lstStyle/>
        <a:p>
          <a:r>
            <a:rPr lang="en-US" sz="1600" dirty="0"/>
            <a:t>Develop</a:t>
          </a:r>
        </a:p>
      </dgm:t>
    </dgm:pt>
    <dgm:pt modelId="{973C9F9B-C290-0842-A79F-330F0A73B035}" type="parTrans" cxnId="{422CA087-677A-E445-9B15-53B4283926A0}">
      <dgm:prSet/>
      <dgm:spPr/>
      <dgm:t>
        <a:bodyPr/>
        <a:lstStyle/>
        <a:p>
          <a:endParaRPr lang="en-US"/>
        </a:p>
      </dgm:t>
    </dgm:pt>
    <dgm:pt modelId="{1B500D96-E572-0E40-B1D4-9F03E0E85D50}" type="sibTrans" cxnId="{422CA087-677A-E445-9B15-53B4283926A0}">
      <dgm:prSet/>
      <dgm:spPr/>
      <dgm:t>
        <a:bodyPr/>
        <a:lstStyle/>
        <a:p>
          <a:endParaRPr lang="en-US"/>
        </a:p>
      </dgm:t>
    </dgm:pt>
    <dgm:pt modelId="{FB2D2F6E-C0FB-F346-8A77-4C1B4220801B}">
      <dgm:prSet phldrT="[Text]"/>
      <dgm:spPr/>
      <dgm:t>
        <a:bodyPr/>
        <a:lstStyle/>
        <a:p>
          <a:r>
            <a:rPr lang="en-US" dirty="0"/>
            <a:t>Version Control</a:t>
          </a:r>
        </a:p>
      </dgm:t>
    </dgm:pt>
    <dgm:pt modelId="{07CA5BEE-2879-4F48-92F8-366A4381677A}" type="parTrans" cxnId="{30F00A2A-D754-7344-A2BD-6AD7269BF0AB}">
      <dgm:prSet/>
      <dgm:spPr/>
      <dgm:t>
        <a:bodyPr/>
        <a:lstStyle/>
        <a:p>
          <a:endParaRPr lang="en-US"/>
        </a:p>
      </dgm:t>
    </dgm:pt>
    <dgm:pt modelId="{340892E6-67B5-D243-919D-E1291505715E}" type="sibTrans" cxnId="{30F00A2A-D754-7344-A2BD-6AD7269BF0AB}">
      <dgm:prSet/>
      <dgm:spPr/>
      <dgm:t>
        <a:bodyPr/>
        <a:lstStyle/>
        <a:p>
          <a:endParaRPr lang="en-US"/>
        </a:p>
      </dgm:t>
    </dgm:pt>
    <dgm:pt modelId="{6EADD019-1509-D048-A3A3-64A2F21785AC}">
      <dgm:prSet phldrT="[Text]"/>
      <dgm:spPr/>
      <dgm:t>
        <a:bodyPr/>
        <a:lstStyle/>
        <a:p>
          <a:r>
            <a:rPr lang="en-US" dirty="0"/>
            <a:t>Build &amp; Integrations</a:t>
          </a:r>
        </a:p>
      </dgm:t>
    </dgm:pt>
    <dgm:pt modelId="{C6EB3BC3-F385-F243-967A-DEC043DE0332}" type="parTrans" cxnId="{FC71E72D-2DF5-EA42-B866-0D0D24A5B152}">
      <dgm:prSet/>
      <dgm:spPr/>
      <dgm:t>
        <a:bodyPr/>
        <a:lstStyle/>
        <a:p>
          <a:endParaRPr lang="en-US"/>
        </a:p>
      </dgm:t>
    </dgm:pt>
    <dgm:pt modelId="{134614B3-F973-824B-A912-E795029CE8F2}" type="sibTrans" cxnId="{FC71E72D-2DF5-EA42-B866-0D0D24A5B152}">
      <dgm:prSet/>
      <dgm:spPr/>
      <dgm:t>
        <a:bodyPr/>
        <a:lstStyle/>
        <a:p>
          <a:endParaRPr lang="en-US"/>
        </a:p>
      </dgm:t>
    </dgm:pt>
    <dgm:pt modelId="{1977F85F-CF7D-1F4C-AFCF-E74A441FE255}">
      <dgm:prSet phldrT="[Text]"/>
      <dgm:spPr/>
      <dgm:t>
        <a:bodyPr/>
        <a:lstStyle/>
        <a:p>
          <a:r>
            <a:rPr lang="en-US" dirty="0"/>
            <a:t>Testing</a:t>
          </a:r>
        </a:p>
      </dgm:t>
    </dgm:pt>
    <dgm:pt modelId="{8F6FFF99-BD51-2C42-85C1-569C72081E23}" type="parTrans" cxnId="{BCE6AF1E-FB25-6749-BC08-1C46D5F33571}">
      <dgm:prSet/>
      <dgm:spPr/>
      <dgm:t>
        <a:bodyPr/>
        <a:lstStyle/>
        <a:p>
          <a:endParaRPr lang="en-US"/>
        </a:p>
      </dgm:t>
    </dgm:pt>
    <dgm:pt modelId="{5978DA75-5A20-9848-A815-921EC4678811}" type="sibTrans" cxnId="{BCE6AF1E-FB25-6749-BC08-1C46D5F33571}">
      <dgm:prSet/>
      <dgm:spPr/>
      <dgm:t>
        <a:bodyPr/>
        <a:lstStyle/>
        <a:p>
          <a:endParaRPr lang="en-US"/>
        </a:p>
      </dgm:t>
    </dgm:pt>
    <dgm:pt modelId="{D80F049F-B50F-9544-9E9B-998AF43AE850}">
      <dgm:prSet phldrT="[Text]"/>
      <dgm:spPr/>
      <dgm:t>
        <a:bodyPr/>
        <a:lstStyle/>
        <a:p>
          <a:r>
            <a:rPr lang="en-US" dirty="0"/>
            <a:t>Production Deployment</a:t>
          </a:r>
        </a:p>
      </dgm:t>
    </dgm:pt>
    <dgm:pt modelId="{9E901C1A-A8BD-C841-9DFA-7B829D69908E}" type="parTrans" cxnId="{3FF9851C-36D9-CC46-9C7C-6D54755A1A9C}">
      <dgm:prSet/>
      <dgm:spPr/>
      <dgm:t>
        <a:bodyPr/>
        <a:lstStyle/>
        <a:p>
          <a:endParaRPr lang="en-US"/>
        </a:p>
      </dgm:t>
    </dgm:pt>
    <dgm:pt modelId="{187F873F-2F2C-7943-BE91-BB958AB2A0B9}" type="sibTrans" cxnId="{3FF9851C-36D9-CC46-9C7C-6D54755A1A9C}">
      <dgm:prSet/>
      <dgm:spPr/>
      <dgm:t>
        <a:bodyPr/>
        <a:lstStyle/>
        <a:p>
          <a:endParaRPr lang="en-US"/>
        </a:p>
      </dgm:t>
    </dgm:pt>
    <dgm:pt modelId="{24F1881B-3122-3749-9CC2-5DF8AC583AF8}">
      <dgm:prSet phldrT="[Text]"/>
      <dgm:spPr/>
      <dgm:t>
        <a:bodyPr/>
        <a:lstStyle/>
        <a:p>
          <a:r>
            <a:rPr lang="en-US" dirty="0"/>
            <a:t>Customer Value</a:t>
          </a:r>
        </a:p>
      </dgm:t>
    </dgm:pt>
    <dgm:pt modelId="{41C9774A-CA15-FC46-A8FC-0EB65B4DC654}" type="parTrans" cxnId="{D60582B4-63E6-DD4D-A728-B0CD6DB94177}">
      <dgm:prSet/>
      <dgm:spPr/>
      <dgm:t>
        <a:bodyPr/>
        <a:lstStyle/>
        <a:p>
          <a:endParaRPr lang="en-US"/>
        </a:p>
      </dgm:t>
    </dgm:pt>
    <dgm:pt modelId="{7F26CD1E-0648-FE45-B8D0-0CEB8B364AE1}" type="sibTrans" cxnId="{D60582B4-63E6-DD4D-A728-B0CD6DB94177}">
      <dgm:prSet/>
      <dgm:spPr/>
      <dgm:t>
        <a:bodyPr/>
        <a:lstStyle/>
        <a:p>
          <a:endParaRPr lang="en-US"/>
        </a:p>
      </dgm:t>
    </dgm:pt>
    <dgm:pt modelId="{E9E6A5E8-4027-9741-8479-32C507D78279}">
      <dgm:prSet phldrT="[Text]"/>
      <dgm:spPr/>
      <dgm:t>
        <a:bodyPr/>
        <a:lstStyle/>
        <a:p>
          <a:r>
            <a:rPr lang="en-US" dirty="0"/>
            <a:t>Feedback</a:t>
          </a:r>
        </a:p>
      </dgm:t>
    </dgm:pt>
    <dgm:pt modelId="{5E012DF8-DAC2-2C4C-8A5C-46B4E9F4DFEB}" type="parTrans" cxnId="{981C39D0-F988-E640-BCC2-737230BE62B8}">
      <dgm:prSet/>
      <dgm:spPr/>
      <dgm:t>
        <a:bodyPr/>
        <a:lstStyle/>
        <a:p>
          <a:endParaRPr lang="en-US"/>
        </a:p>
      </dgm:t>
    </dgm:pt>
    <dgm:pt modelId="{1793864C-4EB0-8D47-B44B-EED87966511D}" type="sibTrans" cxnId="{981C39D0-F988-E640-BCC2-737230BE62B8}">
      <dgm:prSet/>
      <dgm:spPr/>
      <dgm:t>
        <a:bodyPr/>
        <a:lstStyle/>
        <a:p>
          <a:endParaRPr lang="en-US"/>
        </a:p>
      </dgm:t>
    </dgm:pt>
    <dgm:pt modelId="{07E8BEC8-028B-CF42-8F9A-75205CBDDE79}">
      <dgm:prSet phldrT="[Text]"/>
      <dgm:spPr/>
      <dgm:t>
        <a:bodyPr/>
        <a:lstStyle/>
        <a:p>
          <a:r>
            <a:rPr lang="en-US" sz="1000" dirty="0"/>
            <a:t>(Start Here)</a:t>
          </a:r>
        </a:p>
      </dgm:t>
    </dgm:pt>
    <dgm:pt modelId="{167D38FA-2DCC-1F48-B7DD-80C709D2034D}" type="parTrans" cxnId="{CE99E13A-7561-B44E-88D7-8144CEA10BF9}">
      <dgm:prSet/>
      <dgm:spPr/>
      <dgm:t>
        <a:bodyPr/>
        <a:lstStyle/>
        <a:p>
          <a:endParaRPr lang="en-US"/>
        </a:p>
      </dgm:t>
    </dgm:pt>
    <dgm:pt modelId="{9A0E4ECA-2A2B-9B42-B8FF-6C85EF7EB317}" type="sibTrans" cxnId="{CE99E13A-7561-B44E-88D7-8144CEA10BF9}">
      <dgm:prSet/>
      <dgm:spPr/>
      <dgm:t>
        <a:bodyPr/>
        <a:lstStyle/>
        <a:p>
          <a:endParaRPr lang="en-US"/>
        </a:p>
      </dgm:t>
    </dgm:pt>
    <dgm:pt modelId="{177FDCD2-56B8-5D43-921A-5671430DC552}" type="pres">
      <dgm:prSet presAssocID="{82ABFF5A-3C2C-3349-92BC-9383EC7CE84F}" presName="cycle" presStyleCnt="0">
        <dgm:presLayoutVars>
          <dgm:dir/>
          <dgm:resizeHandles val="exact"/>
        </dgm:presLayoutVars>
      </dgm:prSet>
      <dgm:spPr/>
    </dgm:pt>
    <dgm:pt modelId="{938AE4E3-DA6B-C54F-A8B3-662EF4D7439B}" type="pres">
      <dgm:prSet presAssocID="{3CFA76A2-13E3-624E-A4FA-4D6F9CFB2C64}" presName="dummy" presStyleCnt="0"/>
      <dgm:spPr/>
    </dgm:pt>
    <dgm:pt modelId="{DFA41776-2E96-954C-AFDE-DB7534D88B84}" type="pres">
      <dgm:prSet presAssocID="{3CFA76A2-13E3-624E-A4FA-4D6F9CFB2C64}" presName="node" presStyleLbl="revTx" presStyleIdx="0" presStyleCnt="9">
        <dgm:presLayoutVars>
          <dgm:bulletEnabled val="1"/>
        </dgm:presLayoutVars>
      </dgm:prSet>
      <dgm:spPr/>
    </dgm:pt>
    <dgm:pt modelId="{3353BDD0-691B-424F-BF14-E99A543546EC}" type="pres">
      <dgm:prSet presAssocID="{6D0A8B7A-8EC1-A048-A818-5A7DA4FCCBCD}" presName="sibTrans" presStyleLbl="node1" presStyleIdx="0" presStyleCnt="9"/>
      <dgm:spPr/>
    </dgm:pt>
    <dgm:pt modelId="{476E3F14-FB99-FA48-B7CB-93CB07D8FD96}" type="pres">
      <dgm:prSet presAssocID="{C2A50905-722F-5340-BA4E-E9CFC3226FD0}" presName="dummy" presStyleCnt="0"/>
      <dgm:spPr/>
    </dgm:pt>
    <dgm:pt modelId="{0D25D5A6-D20E-1544-B204-A31F5B01C1CB}" type="pres">
      <dgm:prSet presAssocID="{C2A50905-722F-5340-BA4E-E9CFC3226FD0}" presName="node" presStyleLbl="revTx" presStyleIdx="1" presStyleCnt="9">
        <dgm:presLayoutVars>
          <dgm:bulletEnabled val="1"/>
        </dgm:presLayoutVars>
      </dgm:prSet>
      <dgm:spPr/>
    </dgm:pt>
    <dgm:pt modelId="{703EAA18-F4FA-CC43-96D7-3A8881080F5C}" type="pres">
      <dgm:prSet presAssocID="{02C5986D-A2DB-3D4C-B771-13C8002E7B8A}" presName="sibTrans" presStyleLbl="node1" presStyleIdx="1" presStyleCnt="9" custLinFactNeighborX="-168" custLinFactNeighborY="-4204"/>
      <dgm:spPr/>
    </dgm:pt>
    <dgm:pt modelId="{B48C49CD-39EF-E74E-B6D8-23ADBEF114EF}" type="pres">
      <dgm:prSet presAssocID="{318E17A6-E60E-5440-B18B-9E699005E4BF}" presName="dummy" presStyleCnt="0"/>
      <dgm:spPr/>
    </dgm:pt>
    <dgm:pt modelId="{A28B5C0F-BCE8-8C46-9693-1546A1EA4D25}" type="pres">
      <dgm:prSet presAssocID="{318E17A6-E60E-5440-B18B-9E699005E4BF}" presName="node" presStyleLbl="revTx" presStyleIdx="2" presStyleCnt="9">
        <dgm:presLayoutVars>
          <dgm:bulletEnabled val="1"/>
        </dgm:presLayoutVars>
      </dgm:prSet>
      <dgm:spPr/>
    </dgm:pt>
    <dgm:pt modelId="{B4FDECA1-CFEA-3349-88AD-63FB188BD613}" type="pres">
      <dgm:prSet presAssocID="{1B500D96-E572-0E40-B1D4-9F03E0E85D50}" presName="sibTrans" presStyleLbl="node1" presStyleIdx="2" presStyleCnt="9"/>
      <dgm:spPr/>
    </dgm:pt>
    <dgm:pt modelId="{C2C0DE21-F0CD-F34F-856E-DA9C71F7CA17}" type="pres">
      <dgm:prSet presAssocID="{FB2D2F6E-C0FB-F346-8A77-4C1B4220801B}" presName="dummy" presStyleCnt="0"/>
      <dgm:spPr/>
    </dgm:pt>
    <dgm:pt modelId="{86035C19-2230-B644-8CD2-9B2723DD2D5B}" type="pres">
      <dgm:prSet presAssocID="{FB2D2F6E-C0FB-F346-8A77-4C1B4220801B}" presName="node" presStyleLbl="revTx" presStyleIdx="3" presStyleCnt="9">
        <dgm:presLayoutVars>
          <dgm:bulletEnabled val="1"/>
        </dgm:presLayoutVars>
      </dgm:prSet>
      <dgm:spPr/>
    </dgm:pt>
    <dgm:pt modelId="{0DE24157-D7D0-EB47-8051-DFBA6610E27B}" type="pres">
      <dgm:prSet presAssocID="{340892E6-67B5-D243-919D-E1291505715E}" presName="sibTrans" presStyleLbl="node1" presStyleIdx="3" presStyleCnt="9"/>
      <dgm:spPr/>
    </dgm:pt>
    <dgm:pt modelId="{185211EB-3D3D-9241-91B1-FCEB61F0DB96}" type="pres">
      <dgm:prSet presAssocID="{6EADD019-1509-D048-A3A3-64A2F21785AC}" presName="dummy" presStyleCnt="0"/>
      <dgm:spPr/>
    </dgm:pt>
    <dgm:pt modelId="{05808A97-1447-E24E-AB87-F494A2626EC0}" type="pres">
      <dgm:prSet presAssocID="{6EADD019-1509-D048-A3A3-64A2F21785AC}" presName="node" presStyleLbl="revTx" presStyleIdx="4" presStyleCnt="9">
        <dgm:presLayoutVars>
          <dgm:bulletEnabled val="1"/>
        </dgm:presLayoutVars>
      </dgm:prSet>
      <dgm:spPr/>
    </dgm:pt>
    <dgm:pt modelId="{34D57200-A0A6-AF45-A9D8-669B849EFF04}" type="pres">
      <dgm:prSet presAssocID="{134614B3-F973-824B-A912-E795029CE8F2}" presName="sibTrans" presStyleLbl="node1" presStyleIdx="4" presStyleCnt="9"/>
      <dgm:spPr/>
    </dgm:pt>
    <dgm:pt modelId="{48C1FD77-374E-574B-96C8-E1BEF3304F94}" type="pres">
      <dgm:prSet presAssocID="{1977F85F-CF7D-1F4C-AFCF-E74A441FE255}" presName="dummy" presStyleCnt="0"/>
      <dgm:spPr/>
    </dgm:pt>
    <dgm:pt modelId="{2AA66425-5941-854A-9424-56C0BD255381}" type="pres">
      <dgm:prSet presAssocID="{1977F85F-CF7D-1F4C-AFCF-E74A441FE255}" presName="node" presStyleLbl="revTx" presStyleIdx="5" presStyleCnt="9">
        <dgm:presLayoutVars>
          <dgm:bulletEnabled val="1"/>
        </dgm:presLayoutVars>
      </dgm:prSet>
      <dgm:spPr/>
    </dgm:pt>
    <dgm:pt modelId="{C9BD8593-97E5-1A4D-B72A-840AAC4EA7C2}" type="pres">
      <dgm:prSet presAssocID="{5978DA75-5A20-9848-A815-921EC4678811}" presName="sibTrans" presStyleLbl="node1" presStyleIdx="5" presStyleCnt="9"/>
      <dgm:spPr/>
    </dgm:pt>
    <dgm:pt modelId="{81C15A9B-A718-0946-9FF9-E93F7A3F8178}" type="pres">
      <dgm:prSet presAssocID="{D80F049F-B50F-9544-9E9B-998AF43AE850}" presName="dummy" presStyleCnt="0"/>
      <dgm:spPr/>
    </dgm:pt>
    <dgm:pt modelId="{71352D5C-5F35-AF41-A0DA-DA8D87EE69EF}" type="pres">
      <dgm:prSet presAssocID="{D80F049F-B50F-9544-9E9B-998AF43AE850}" presName="node" presStyleLbl="revTx" presStyleIdx="6" presStyleCnt="9">
        <dgm:presLayoutVars>
          <dgm:bulletEnabled val="1"/>
        </dgm:presLayoutVars>
      </dgm:prSet>
      <dgm:spPr/>
    </dgm:pt>
    <dgm:pt modelId="{67CE2739-51CA-4E46-A607-360C8FAE400A}" type="pres">
      <dgm:prSet presAssocID="{187F873F-2F2C-7943-BE91-BB958AB2A0B9}" presName="sibTrans" presStyleLbl="node1" presStyleIdx="6" presStyleCnt="9"/>
      <dgm:spPr/>
    </dgm:pt>
    <dgm:pt modelId="{730D01D9-61BF-434C-9BE8-A6952F948932}" type="pres">
      <dgm:prSet presAssocID="{24F1881B-3122-3749-9CC2-5DF8AC583AF8}" presName="dummy" presStyleCnt="0"/>
      <dgm:spPr/>
    </dgm:pt>
    <dgm:pt modelId="{8A3542F8-F430-3640-A6A9-29CB396B46C6}" type="pres">
      <dgm:prSet presAssocID="{24F1881B-3122-3749-9CC2-5DF8AC583AF8}" presName="node" presStyleLbl="revTx" presStyleIdx="7" presStyleCnt="9">
        <dgm:presLayoutVars>
          <dgm:bulletEnabled val="1"/>
        </dgm:presLayoutVars>
      </dgm:prSet>
      <dgm:spPr/>
    </dgm:pt>
    <dgm:pt modelId="{427107EA-DCFE-4047-9810-7F9E42511819}" type="pres">
      <dgm:prSet presAssocID="{7F26CD1E-0648-FE45-B8D0-0CEB8B364AE1}" presName="sibTrans" presStyleLbl="node1" presStyleIdx="7" presStyleCnt="9"/>
      <dgm:spPr/>
    </dgm:pt>
    <dgm:pt modelId="{E87899FA-673C-1F42-A418-65BD37449B08}" type="pres">
      <dgm:prSet presAssocID="{E9E6A5E8-4027-9741-8479-32C507D78279}" presName="dummy" presStyleCnt="0"/>
      <dgm:spPr/>
    </dgm:pt>
    <dgm:pt modelId="{F1E074E3-CE90-B841-8786-6B7BAD859CAB}" type="pres">
      <dgm:prSet presAssocID="{E9E6A5E8-4027-9741-8479-32C507D78279}" presName="node" presStyleLbl="revTx" presStyleIdx="8" presStyleCnt="9">
        <dgm:presLayoutVars>
          <dgm:bulletEnabled val="1"/>
        </dgm:presLayoutVars>
      </dgm:prSet>
      <dgm:spPr/>
    </dgm:pt>
    <dgm:pt modelId="{AE316AF6-ACCE-E64E-99FB-28FA0008CB8C}" type="pres">
      <dgm:prSet presAssocID="{1793864C-4EB0-8D47-B44B-EED87966511D}" presName="sibTrans" presStyleLbl="node1" presStyleIdx="8" presStyleCnt="9"/>
      <dgm:spPr/>
    </dgm:pt>
  </dgm:ptLst>
  <dgm:cxnLst>
    <dgm:cxn modelId="{5E5B4100-E1CD-DF4B-AD3E-C78A6A16FA96}" type="presOf" srcId="{07E8BEC8-028B-CF42-8F9A-75205CBDDE79}" destId="{DFA41776-2E96-954C-AFDE-DB7534D88B84}" srcOrd="0" destOrd="1" presId="urn:microsoft.com/office/officeart/2005/8/layout/cycle1"/>
    <dgm:cxn modelId="{1FD5BD01-D7CC-6842-A532-2EF8EFEC7409}" type="presOf" srcId="{187F873F-2F2C-7943-BE91-BB958AB2A0B9}" destId="{67CE2739-51CA-4E46-A607-360C8FAE400A}" srcOrd="0" destOrd="0" presId="urn:microsoft.com/office/officeart/2005/8/layout/cycle1"/>
    <dgm:cxn modelId="{41355A0B-A769-DB49-8412-27F0DA8B6FBF}" type="presOf" srcId="{D80F049F-B50F-9544-9E9B-998AF43AE850}" destId="{71352D5C-5F35-AF41-A0DA-DA8D87EE69EF}" srcOrd="0" destOrd="0" presId="urn:microsoft.com/office/officeart/2005/8/layout/cycle1"/>
    <dgm:cxn modelId="{39CCFC16-C90B-A040-9552-E8FEC5FF5061}" type="presOf" srcId="{C2A50905-722F-5340-BA4E-E9CFC3226FD0}" destId="{0D25D5A6-D20E-1544-B204-A31F5B01C1CB}" srcOrd="0" destOrd="0" presId="urn:microsoft.com/office/officeart/2005/8/layout/cycle1"/>
    <dgm:cxn modelId="{3FF9851C-36D9-CC46-9C7C-6D54755A1A9C}" srcId="{82ABFF5A-3C2C-3349-92BC-9383EC7CE84F}" destId="{D80F049F-B50F-9544-9E9B-998AF43AE850}" srcOrd="6" destOrd="0" parTransId="{9E901C1A-A8BD-C841-9DFA-7B829D69908E}" sibTransId="{187F873F-2F2C-7943-BE91-BB958AB2A0B9}"/>
    <dgm:cxn modelId="{BCE6AF1E-FB25-6749-BC08-1C46D5F33571}" srcId="{82ABFF5A-3C2C-3349-92BC-9383EC7CE84F}" destId="{1977F85F-CF7D-1F4C-AFCF-E74A441FE255}" srcOrd="5" destOrd="0" parTransId="{8F6FFF99-BD51-2C42-85C1-569C72081E23}" sibTransId="{5978DA75-5A20-9848-A815-921EC4678811}"/>
    <dgm:cxn modelId="{C44C0129-F6FA-FD48-B406-D1B8078E083A}" type="presOf" srcId="{FB2D2F6E-C0FB-F346-8A77-4C1B4220801B}" destId="{86035C19-2230-B644-8CD2-9B2723DD2D5B}" srcOrd="0" destOrd="0" presId="urn:microsoft.com/office/officeart/2005/8/layout/cycle1"/>
    <dgm:cxn modelId="{30F00A2A-D754-7344-A2BD-6AD7269BF0AB}" srcId="{82ABFF5A-3C2C-3349-92BC-9383EC7CE84F}" destId="{FB2D2F6E-C0FB-F346-8A77-4C1B4220801B}" srcOrd="3" destOrd="0" parTransId="{07CA5BEE-2879-4F48-92F8-366A4381677A}" sibTransId="{340892E6-67B5-D243-919D-E1291505715E}"/>
    <dgm:cxn modelId="{FC71E72D-2DF5-EA42-B866-0D0D24A5B152}" srcId="{82ABFF5A-3C2C-3349-92BC-9383EC7CE84F}" destId="{6EADD019-1509-D048-A3A3-64A2F21785AC}" srcOrd="4" destOrd="0" parTransId="{C6EB3BC3-F385-F243-967A-DEC043DE0332}" sibTransId="{134614B3-F973-824B-A912-E795029CE8F2}"/>
    <dgm:cxn modelId="{CE99E13A-7561-B44E-88D7-8144CEA10BF9}" srcId="{3CFA76A2-13E3-624E-A4FA-4D6F9CFB2C64}" destId="{07E8BEC8-028B-CF42-8F9A-75205CBDDE79}" srcOrd="0" destOrd="0" parTransId="{167D38FA-2DCC-1F48-B7DD-80C709D2034D}" sibTransId="{9A0E4ECA-2A2B-9B42-B8FF-6C85EF7EB317}"/>
    <dgm:cxn modelId="{9AC73446-5EF7-7B4C-869E-FBD7778441DF}" type="presOf" srcId="{340892E6-67B5-D243-919D-E1291505715E}" destId="{0DE24157-D7D0-EB47-8051-DFBA6610E27B}" srcOrd="0" destOrd="0" presId="urn:microsoft.com/office/officeart/2005/8/layout/cycle1"/>
    <dgm:cxn modelId="{6CFB4B4F-BC53-F246-BEB4-20E08FD27B59}" type="presOf" srcId="{82ABFF5A-3C2C-3349-92BC-9383EC7CE84F}" destId="{177FDCD2-56B8-5D43-921A-5671430DC552}" srcOrd="0" destOrd="0" presId="urn:microsoft.com/office/officeart/2005/8/layout/cycle1"/>
    <dgm:cxn modelId="{E43CB561-4980-0242-B912-F07D9B1132B6}" srcId="{82ABFF5A-3C2C-3349-92BC-9383EC7CE84F}" destId="{C2A50905-722F-5340-BA4E-E9CFC3226FD0}" srcOrd="1" destOrd="0" parTransId="{4F13CEF4-6830-F747-9A0D-42C22D693899}" sibTransId="{02C5986D-A2DB-3D4C-B771-13C8002E7B8A}"/>
    <dgm:cxn modelId="{BE3BC56C-A59A-1A4D-A4A8-7484EA2D9FE1}" type="presOf" srcId="{1B500D96-E572-0E40-B1D4-9F03E0E85D50}" destId="{B4FDECA1-CFEA-3349-88AD-63FB188BD613}" srcOrd="0" destOrd="0" presId="urn:microsoft.com/office/officeart/2005/8/layout/cycle1"/>
    <dgm:cxn modelId="{942A2F71-308A-ED4C-BC4C-93AD145AA590}" srcId="{82ABFF5A-3C2C-3349-92BC-9383EC7CE84F}" destId="{3CFA76A2-13E3-624E-A4FA-4D6F9CFB2C64}" srcOrd="0" destOrd="0" parTransId="{B3FA014E-E12A-8B42-8077-5C4595D34138}" sibTransId="{6D0A8B7A-8EC1-A048-A818-5A7DA4FCCBCD}"/>
    <dgm:cxn modelId="{41880875-DC17-464A-A24E-938600DDE1B0}" type="presOf" srcId="{134614B3-F973-824B-A912-E795029CE8F2}" destId="{34D57200-A0A6-AF45-A9D8-669B849EFF04}" srcOrd="0" destOrd="0" presId="urn:microsoft.com/office/officeart/2005/8/layout/cycle1"/>
    <dgm:cxn modelId="{AFEDB57E-5145-B240-B9A4-BF1832D7A084}" type="presOf" srcId="{1793864C-4EB0-8D47-B44B-EED87966511D}" destId="{AE316AF6-ACCE-E64E-99FB-28FA0008CB8C}" srcOrd="0" destOrd="0" presId="urn:microsoft.com/office/officeart/2005/8/layout/cycle1"/>
    <dgm:cxn modelId="{422CA087-677A-E445-9B15-53B4283926A0}" srcId="{82ABFF5A-3C2C-3349-92BC-9383EC7CE84F}" destId="{318E17A6-E60E-5440-B18B-9E699005E4BF}" srcOrd="2" destOrd="0" parTransId="{973C9F9B-C290-0842-A79F-330F0A73B035}" sibTransId="{1B500D96-E572-0E40-B1D4-9F03E0E85D50}"/>
    <dgm:cxn modelId="{08B0C395-B5AE-C744-862C-A30D8B959378}" type="presOf" srcId="{7F26CD1E-0648-FE45-B8D0-0CEB8B364AE1}" destId="{427107EA-DCFE-4047-9810-7F9E42511819}" srcOrd="0" destOrd="0" presId="urn:microsoft.com/office/officeart/2005/8/layout/cycle1"/>
    <dgm:cxn modelId="{27B8B3A7-B62B-6F45-9D93-D3739BC91DB2}" type="presOf" srcId="{24F1881B-3122-3749-9CC2-5DF8AC583AF8}" destId="{8A3542F8-F430-3640-A6A9-29CB396B46C6}" srcOrd="0" destOrd="0" presId="urn:microsoft.com/office/officeart/2005/8/layout/cycle1"/>
    <dgm:cxn modelId="{D60582B4-63E6-DD4D-A728-B0CD6DB94177}" srcId="{82ABFF5A-3C2C-3349-92BC-9383EC7CE84F}" destId="{24F1881B-3122-3749-9CC2-5DF8AC583AF8}" srcOrd="7" destOrd="0" parTransId="{41C9774A-CA15-FC46-A8FC-0EB65B4DC654}" sibTransId="{7F26CD1E-0648-FE45-B8D0-0CEB8B364AE1}"/>
    <dgm:cxn modelId="{1B1FA3B5-D9BB-5C49-AE80-8239E141A3B7}" type="presOf" srcId="{6D0A8B7A-8EC1-A048-A818-5A7DA4FCCBCD}" destId="{3353BDD0-691B-424F-BF14-E99A543546EC}" srcOrd="0" destOrd="0" presId="urn:microsoft.com/office/officeart/2005/8/layout/cycle1"/>
    <dgm:cxn modelId="{DA2BD5CA-73A3-E748-943F-10F64A251981}" type="presOf" srcId="{318E17A6-E60E-5440-B18B-9E699005E4BF}" destId="{A28B5C0F-BCE8-8C46-9693-1546A1EA4D25}" srcOrd="0" destOrd="0" presId="urn:microsoft.com/office/officeart/2005/8/layout/cycle1"/>
    <dgm:cxn modelId="{981C39D0-F988-E640-BCC2-737230BE62B8}" srcId="{82ABFF5A-3C2C-3349-92BC-9383EC7CE84F}" destId="{E9E6A5E8-4027-9741-8479-32C507D78279}" srcOrd="8" destOrd="0" parTransId="{5E012DF8-DAC2-2C4C-8A5C-46B4E9F4DFEB}" sibTransId="{1793864C-4EB0-8D47-B44B-EED87966511D}"/>
    <dgm:cxn modelId="{6D2B1AD5-EFB4-2744-B9EF-9CCB600632DA}" type="presOf" srcId="{3CFA76A2-13E3-624E-A4FA-4D6F9CFB2C64}" destId="{DFA41776-2E96-954C-AFDE-DB7534D88B84}" srcOrd="0" destOrd="0" presId="urn:microsoft.com/office/officeart/2005/8/layout/cycle1"/>
    <dgm:cxn modelId="{59091CD7-EEAD-694F-87A1-3B477FC4A4FA}" type="presOf" srcId="{1977F85F-CF7D-1F4C-AFCF-E74A441FE255}" destId="{2AA66425-5941-854A-9424-56C0BD255381}" srcOrd="0" destOrd="0" presId="urn:microsoft.com/office/officeart/2005/8/layout/cycle1"/>
    <dgm:cxn modelId="{5A48B9E1-BA5F-854F-82E2-AF1DC4CC7297}" type="presOf" srcId="{5978DA75-5A20-9848-A815-921EC4678811}" destId="{C9BD8593-97E5-1A4D-B72A-840AAC4EA7C2}" srcOrd="0" destOrd="0" presId="urn:microsoft.com/office/officeart/2005/8/layout/cycle1"/>
    <dgm:cxn modelId="{A1DB09E6-B78F-F94C-91D6-AEC572E130BB}" type="presOf" srcId="{6EADD019-1509-D048-A3A3-64A2F21785AC}" destId="{05808A97-1447-E24E-AB87-F494A2626EC0}" srcOrd="0" destOrd="0" presId="urn:microsoft.com/office/officeart/2005/8/layout/cycle1"/>
    <dgm:cxn modelId="{AC9D12ED-040F-3C4C-BDF1-1ECD9C5B7291}" type="presOf" srcId="{02C5986D-A2DB-3D4C-B771-13C8002E7B8A}" destId="{703EAA18-F4FA-CC43-96D7-3A8881080F5C}" srcOrd="0" destOrd="0" presId="urn:microsoft.com/office/officeart/2005/8/layout/cycle1"/>
    <dgm:cxn modelId="{39686DF2-768E-9445-9856-A08A1CD9F211}" type="presOf" srcId="{E9E6A5E8-4027-9741-8479-32C507D78279}" destId="{F1E074E3-CE90-B841-8786-6B7BAD859CAB}" srcOrd="0" destOrd="0" presId="urn:microsoft.com/office/officeart/2005/8/layout/cycle1"/>
    <dgm:cxn modelId="{334F4CF6-6169-7346-B612-489CF7D29E92}" type="presParOf" srcId="{177FDCD2-56B8-5D43-921A-5671430DC552}" destId="{938AE4E3-DA6B-C54F-A8B3-662EF4D7439B}" srcOrd="0" destOrd="0" presId="urn:microsoft.com/office/officeart/2005/8/layout/cycle1"/>
    <dgm:cxn modelId="{03AEABFE-8E4B-CB49-A663-D378FE25A37F}" type="presParOf" srcId="{177FDCD2-56B8-5D43-921A-5671430DC552}" destId="{DFA41776-2E96-954C-AFDE-DB7534D88B84}" srcOrd="1" destOrd="0" presId="urn:microsoft.com/office/officeart/2005/8/layout/cycle1"/>
    <dgm:cxn modelId="{0968BD98-74D4-3641-9B50-15471BBF19ED}" type="presParOf" srcId="{177FDCD2-56B8-5D43-921A-5671430DC552}" destId="{3353BDD0-691B-424F-BF14-E99A543546EC}" srcOrd="2" destOrd="0" presId="urn:microsoft.com/office/officeart/2005/8/layout/cycle1"/>
    <dgm:cxn modelId="{691AB352-33DB-3347-A2B5-CAF99033C851}" type="presParOf" srcId="{177FDCD2-56B8-5D43-921A-5671430DC552}" destId="{476E3F14-FB99-FA48-B7CB-93CB07D8FD96}" srcOrd="3" destOrd="0" presId="urn:microsoft.com/office/officeart/2005/8/layout/cycle1"/>
    <dgm:cxn modelId="{CA4506C7-679D-9540-9310-8889F9E8FD8C}" type="presParOf" srcId="{177FDCD2-56B8-5D43-921A-5671430DC552}" destId="{0D25D5A6-D20E-1544-B204-A31F5B01C1CB}" srcOrd="4" destOrd="0" presId="urn:microsoft.com/office/officeart/2005/8/layout/cycle1"/>
    <dgm:cxn modelId="{C67A1303-044D-CB4F-93EA-A6C8A3A13202}" type="presParOf" srcId="{177FDCD2-56B8-5D43-921A-5671430DC552}" destId="{703EAA18-F4FA-CC43-96D7-3A8881080F5C}" srcOrd="5" destOrd="0" presId="urn:microsoft.com/office/officeart/2005/8/layout/cycle1"/>
    <dgm:cxn modelId="{62AC025F-4D52-8847-B4A2-ACE17E49AC26}" type="presParOf" srcId="{177FDCD2-56B8-5D43-921A-5671430DC552}" destId="{B48C49CD-39EF-E74E-B6D8-23ADBEF114EF}" srcOrd="6" destOrd="0" presId="urn:microsoft.com/office/officeart/2005/8/layout/cycle1"/>
    <dgm:cxn modelId="{CA75CA7C-9714-1B47-9FD0-FCE60E277CCB}" type="presParOf" srcId="{177FDCD2-56B8-5D43-921A-5671430DC552}" destId="{A28B5C0F-BCE8-8C46-9693-1546A1EA4D25}" srcOrd="7" destOrd="0" presId="urn:microsoft.com/office/officeart/2005/8/layout/cycle1"/>
    <dgm:cxn modelId="{6FFE5908-52AD-5446-8D1A-F5F3E5439785}" type="presParOf" srcId="{177FDCD2-56B8-5D43-921A-5671430DC552}" destId="{B4FDECA1-CFEA-3349-88AD-63FB188BD613}" srcOrd="8" destOrd="0" presId="urn:microsoft.com/office/officeart/2005/8/layout/cycle1"/>
    <dgm:cxn modelId="{F4C0258D-B64C-684B-AFC2-D453BC6A576D}" type="presParOf" srcId="{177FDCD2-56B8-5D43-921A-5671430DC552}" destId="{C2C0DE21-F0CD-F34F-856E-DA9C71F7CA17}" srcOrd="9" destOrd="0" presId="urn:microsoft.com/office/officeart/2005/8/layout/cycle1"/>
    <dgm:cxn modelId="{FE0C1B71-E418-094D-96AB-F194D647FDE2}" type="presParOf" srcId="{177FDCD2-56B8-5D43-921A-5671430DC552}" destId="{86035C19-2230-B644-8CD2-9B2723DD2D5B}" srcOrd="10" destOrd="0" presId="urn:microsoft.com/office/officeart/2005/8/layout/cycle1"/>
    <dgm:cxn modelId="{3A717656-0B84-464B-84EE-A6C395BD2032}" type="presParOf" srcId="{177FDCD2-56B8-5D43-921A-5671430DC552}" destId="{0DE24157-D7D0-EB47-8051-DFBA6610E27B}" srcOrd="11" destOrd="0" presId="urn:microsoft.com/office/officeart/2005/8/layout/cycle1"/>
    <dgm:cxn modelId="{AB22B7CA-EC03-724A-B82E-DA70ACAB2C39}" type="presParOf" srcId="{177FDCD2-56B8-5D43-921A-5671430DC552}" destId="{185211EB-3D3D-9241-91B1-FCEB61F0DB96}" srcOrd="12" destOrd="0" presId="urn:microsoft.com/office/officeart/2005/8/layout/cycle1"/>
    <dgm:cxn modelId="{E00E8359-4F89-2547-93CD-98000BAD04B6}" type="presParOf" srcId="{177FDCD2-56B8-5D43-921A-5671430DC552}" destId="{05808A97-1447-E24E-AB87-F494A2626EC0}" srcOrd="13" destOrd="0" presId="urn:microsoft.com/office/officeart/2005/8/layout/cycle1"/>
    <dgm:cxn modelId="{3128F6F7-8C1E-5440-98EE-8C62CD77CF0A}" type="presParOf" srcId="{177FDCD2-56B8-5D43-921A-5671430DC552}" destId="{34D57200-A0A6-AF45-A9D8-669B849EFF04}" srcOrd="14" destOrd="0" presId="urn:microsoft.com/office/officeart/2005/8/layout/cycle1"/>
    <dgm:cxn modelId="{EAC8063E-D7FA-EF4C-B079-9FAC7BDCCF71}" type="presParOf" srcId="{177FDCD2-56B8-5D43-921A-5671430DC552}" destId="{48C1FD77-374E-574B-96C8-E1BEF3304F94}" srcOrd="15" destOrd="0" presId="urn:microsoft.com/office/officeart/2005/8/layout/cycle1"/>
    <dgm:cxn modelId="{02A424AC-6B61-A944-A81A-19E47337D403}" type="presParOf" srcId="{177FDCD2-56B8-5D43-921A-5671430DC552}" destId="{2AA66425-5941-854A-9424-56C0BD255381}" srcOrd="16" destOrd="0" presId="urn:microsoft.com/office/officeart/2005/8/layout/cycle1"/>
    <dgm:cxn modelId="{FE09041C-D83F-AE48-9B6B-655C121D8C98}" type="presParOf" srcId="{177FDCD2-56B8-5D43-921A-5671430DC552}" destId="{C9BD8593-97E5-1A4D-B72A-840AAC4EA7C2}" srcOrd="17" destOrd="0" presId="urn:microsoft.com/office/officeart/2005/8/layout/cycle1"/>
    <dgm:cxn modelId="{1D44F275-089F-4D4B-A375-D847D63FC92F}" type="presParOf" srcId="{177FDCD2-56B8-5D43-921A-5671430DC552}" destId="{81C15A9B-A718-0946-9FF9-E93F7A3F8178}" srcOrd="18" destOrd="0" presId="urn:microsoft.com/office/officeart/2005/8/layout/cycle1"/>
    <dgm:cxn modelId="{5BC6FAFE-9393-7149-8412-8B981292BEFC}" type="presParOf" srcId="{177FDCD2-56B8-5D43-921A-5671430DC552}" destId="{71352D5C-5F35-AF41-A0DA-DA8D87EE69EF}" srcOrd="19" destOrd="0" presId="urn:microsoft.com/office/officeart/2005/8/layout/cycle1"/>
    <dgm:cxn modelId="{7021C806-0D23-074D-A86E-F54129C43281}" type="presParOf" srcId="{177FDCD2-56B8-5D43-921A-5671430DC552}" destId="{67CE2739-51CA-4E46-A607-360C8FAE400A}" srcOrd="20" destOrd="0" presId="urn:microsoft.com/office/officeart/2005/8/layout/cycle1"/>
    <dgm:cxn modelId="{313B7AB9-75BC-7746-BAF5-1E202FA3129A}" type="presParOf" srcId="{177FDCD2-56B8-5D43-921A-5671430DC552}" destId="{730D01D9-61BF-434C-9BE8-A6952F948932}" srcOrd="21" destOrd="0" presId="urn:microsoft.com/office/officeart/2005/8/layout/cycle1"/>
    <dgm:cxn modelId="{88FE99D6-776B-8D48-B19F-CCE68D776F9E}" type="presParOf" srcId="{177FDCD2-56B8-5D43-921A-5671430DC552}" destId="{8A3542F8-F430-3640-A6A9-29CB396B46C6}" srcOrd="22" destOrd="0" presId="urn:microsoft.com/office/officeart/2005/8/layout/cycle1"/>
    <dgm:cxn modelId="{0D92AD9E-5B58-3B4B-BEA1-1FC4881ECDB3}" type="presParOf" srcId="{177FDCD2-56B8-5D43-921A-5671430DC552}" destId="{427107EA-DCFE-4047-9810-7F9E42511819}" srcOrd="23" destOrd="0" presId="urn:microsoft.com/office/officeart/2005/8/layout/cycle1"/>
    <dgm:cxn modelId="{4B7F8493-6E34-7D44-AE53-2DEA6F26277B}" type="presParOf" srcId="{177FDCD2-56B8-5D43-921A-5671430DC552}" destId="{E87899FA-673C-1F42-A418-65BD37449B08}" srcOrd="24" destOrd="0" presId="urn:microsoft.com/office/officeart/2005/8/layout/cycle1"/>
    <dgm:cxn modelId="{2B8AC152-C88A-9C4D-9C80-6C1F319421FE}" type="presParOf" srcId="{177FDCD2-56B8-5D43-921A-5671430DC552}" destId="{F1E074E3-CE90-B841-8786-6B7BAD859CAB}" srcOrd="25" destOrd="0" presId="urn:microsoft.com/office/officeart/2005/8/layout/cycle1"/>
    <dgm:cxn modelId="{660FC05B-7B92-9D4D-A458-6FBA0B589A30}" type="presParOf" srcId="{177FDCD2-56B8-5D43-921A-5671430DC552}" destId="{AE316AF6-ACCE-E64E-99FB-28FA0008CB8C}" srcOrd="26" destOrd="0" presId="urn:microsoft.com/office/officeart/2005/8/layout/cycle1"/>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0D7D9D0-CE6A-D946-B88C-F5B6D9F8ED70}" type="doc">
      <dgm:prSet loTypeId="urn:microsoft.com/office/officeart/2005/8/layout/vList2" loCatId="list" qsTypeId="urn:microsoft.com/office/officeart/2005/8/quickstyle/3d2" qsCatId="3D" csTypeId="urn:microsoft.com/office/officeart/2005/8/colors/accent0_3" csCatId="mainScheme"/>
      <dgm:spPr/>
      <dgm:t>
        <a:bodyPr/>
        <a:lstStyle/>
        <a:p>
          <a:endParaRPr lang="en-US"/>
        </a:p>
      </dgm:t>
    </dgm:pt>
    <dgm:pt modelId="{6981BD67-FDB7-2A4C-A9D0-A30586E85402}">
      <dgm:prSet/>
      <dgm:spPr/>
      <dgm:t>
        <a:bodyPr/>
        <a:lstStyle/>
        <a:p>
          <a:pPr algn="ctr"/>
          <a:r>
            <a:rPr lang="en-US"/>
            <a:t>Lead Time vs Processing Time</a:t>
          </a:r>
        </a:p>
      </dgm:t>
    </dgm:pt>
    <dgm:pt modelId="{FCADA2F0-CE6B-744A-8C05-15DAA303DCEB}" type="parTrans" cxnId="{0991E4F4-E87E-2B47-9BDE-5D4DB81334AB}">
      <dgm:prSet/>
      <dgm:spPr/>
      <dgm:t>
        <a:bodyPr/>
        <a:lstStyle/>
        <a:p>
          <a:pPr algn="ctr"/>
          <a:endParaRPr lang="en-US"/>
        </a:p>
      </dgm:t>
    </dgm:pt>
    <dgm:pt modelId="{6297C8E8-7E03-7B49-8BF6-1C6B9EEB0908}" type="sibTrans" cxnId="{0991E4F4-E87E-2B47-9BDE-5D4DB81334AB}">
      <dgm:prSet/>
      <dgm:spPr/>
      <dgm:t>
        <a:bodyPr/>
        <a:lstStyle/>
        <a:p>
          <a:pPr algn="ctr"/>
          <a:endParaRPr lang="en-US"/>
        </a:p>
      </dgm:t>
    </dgm:pt>
    <dgm:pt modelId="{DA8160C9-4061-9840-9A19-FF71735E3C47}" type="pres">
      <dgm:prSet presAssocID="{A0D7D9D0-CE6A-D946-B88C-F5B6D9F8ED70}" presName="linear" presStyleCnt="0">
        <dgm:presLayoutVars>
          <dgm:animLvl val="lvl"/>
          <dgm:resizeHandles val="exact"/>
        </dgm:presLayoutVars>
      </dgm:prSet>
      <dgm:spPr/>
    </dgm:pt>
    <dgm:pt modelId="{290AA440-EE60-C246-B699-5382B3FC6799}" type="pres">
      <dgm:prSet presAssocID="{6981BD67-FDB7-2A4C-A9D0-A30586E85402}" presName="parentText" presStyleLbl="node1" presStyleIdx="0" presStyleCnt="1">
        <dgm:presLayoutVars>
          <dgm:chMax val="0"/>
          <dgm:bulletEnabled val="1"/>
        </dgm:presLayoutVars>
      </dgm:prSet>
      <dgm:spPr/>
    </dgm:pt>
  </dgm:ptLst>
  <dgm:cxnLst>
    <dgm:cxn modelId="{B25DB41D-E8EB-BF4A-B48C-01F54C082901}" type="presOf" srcId="{6981BD67-FDB7-2A4C-A9D0-A30586E85402}" destId="{290AA440-EE60-C246-B699-5382B3FC6799}" srcOrd="0" destOrd="0" presId="urn:microsoft.com/office/officeart/2005/8/layout/vList2"/>
    <dgm:cxn modelId="{B6A9EC8F-57A7-8447-882E-E5E2A8CC2AC5}" type="presOf" srcId="{A0D7D9D0-CE6A-D946-B88C-F5B6D9F8ED70}" destId="{DA8160C9-4061-9840-9A19-FF71735E3C47}" srcOrd="0" destOrd="0" presId="urn:microsoft.com/office/officeart/2005/8/layout/vList2"/>
    <dgm:cxn modelId="{0991E4F4-E87E-2B47-9BDE-5D4DB81334AB}" srcId="{A0D7D9D0-CE6A-D946-B88C-F5B6D9F8ED70}" destId="{6981BD67-FDB7-2A4C-A9D0-A30586E85402}" srcOrd="0" destOrd="0" parTransId="{FCADA2F0-CE6B-744A-8C05-15DAA303DCEB}" sibTransId="{6297C8E8-7E03-7B49-8BF6-1C6B9EEB0908}"/>
    <dgm:cxn modelId="{72CDB2E0-BB6B-8A45-90BB-4CB56DD4FE3B}" type="presParOf" srcId="{DA8160C9-4061-9840-9A19-FF71735E3C47}" destId="{290AA440-EE60-C246-B699-5382B3FC6799}"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F082059-8D5C-E649-A4EB-DA7FC1F4BC41}" type="doc">
      <dgm:prSet loTypeId="urn:microsoft.com/office/officeart/2005/8/layout/vList2" loCatId="" qsTypeId="urn:microsoft.com/office/officeart/2005/8/quickstyle/3d4" qsCatId="3D" csTypeId="urn:microsoft.com/office/officeart/2005/8/colors/colorful1" csCatId="colorful" phldr="1"/>
      <dgm:spPr/>
      <dgm:t>
        <a:bodyPr/>
        <a:lstStyle/>
        <a:p>
          <a:endParaRPr lang="en-US"/>
        </a:p>
      </dgm:t>
    </dgm:pt>
    <dgm:pt modelId="{CCEE6753-3DB4-1F4F-B835-95D03C770C9A}">
      <dgm:prSet phldrT="[Text]"/>
      <dgm:spPr/>
      <dgm:t>
        <a:bodyPr/>
        <a:lstStyle/>
        <a:p>
          <a:r>
            <a:rPr lang="en-US" dirty="0"/>
            <a:t>Lead Time: The clock starts the moment a request is made and stops when it is fulfilled.</a:t>
          </a:r>
        </a:p>
      </dgm:t>
    </dgm:pt>
    <dgm:pt modelId="{217CB815-37B5-0F4C-9468-6647191A341B}" type="parTrans" cxnId="{644880F3-BA38-FD49-ADE7-456D313315A7}">
      <dgm:prSet/>
      <dgm:spPr/>
      <dgm:t>
        <a:bodyPr/>
        <a:lstStyle/>
        <a:p>
          <a:endParaRPr lang="en-US"/>
        </a:p>
      </dgm:t>
    </dgm:pt>
    <dgm:pt modelId="{EBDC85C9-F950-9C46-8090-F09B8FF1FE67}" type="sibTrans" cxnId="{644880F3-BA38-FD49-ADE7-456D313315A7}">
      <dgm:prSet/>
      <dgm:spPr/>
      <dgm:t>
        <a:bodyPr/>
        <a:lstStyle/>
        <a:p>
          <a:endParaRPr lang="en-US"/>
        </a:p>
      </dgm:t>
    </dgm:pt>
    <dgm:pt modelId="{463F4A23-DA01-8944-BF62-2C0A3ECBDE25}">
      <dgm:prSet/>
      <dgm:spPr/>
      <dgm:t>
        <a:bodyPr/>
        <a:lstStyle/>
        <a:p>
          <a:r>
            <a:rPr lang="en-US" dirty="0"/>
            <a:t>Process Time: The clock starts only when work on a request actually begins.</a:t>
          </a:r>
        </a:p>
      </dgm:t>
    </dgm:pt>
    <dgm:pt modelId="{433898C2-3BD9-8841-99FC-6F1863D625BF}" type="parTrans" cxnId="{C393CA49-99AD-694C-93C0-9D67DCF17773}">
      <dgm:prSet/>
      <dgm:spPr/>
      <dgm:t>
        <a:bodyPr/>
        <a:lstStyle/>
        <a:p>
          <a:endParaRPr lang="en-US"/>
        </a:p>
      </dgm:t>
    </dgm:pt>
    <dgm:pt modelId="{0A3BA1AB-E3B3-0046-8073-A2426FBCD5EB}" type="sibTrans" cxnId="{C393CA49-99AD-694C-93C0-9D67DCF17773}">
      <dgm:prSet/>
      <dgm:spPr/>
      <dgm:t>
        <a:bodyPr/>
        <a:lstStyle/>
        <a:p>
          <a:endParaRPr lang="en-US"/>
        </a:p>
      </dgm:t>
    </dgm:pt>
    <dgm:pt modelId="{C0945C48-33E4-A346-B4AA-64014B7BA8DD}">
      <dgm:prSet/>
      <dgm:spPr/>
      <dgm:t>
        <a:bodyPr/>
        <a:lstStyle/>
        <a:p>
          <a:r>
            <a:rPr lang="en-US"/>
            <a:t>Distinction: The Process Time omits the time the request sits in a queue.</a:t>
          </a:r>
          <a:endParaRPr lang="en-US" dirty="0"/>
        </a:p>
      </dgm:t>
    </dgm:pt>
    <dgm:pt modelId="{6EA6A138-C42A-C34D-8DBA-8F7F16FE6FCA}" type="parTrans" cxnId="{C20DDD56-E618-FF4C-BA6C-F35EC45539CC}">
      <dgm:prSet/>
      <dgm:spPr/>
      <dgm:t>
        <a:bodyPr/>
        <a:lstStyle/>
        <a:p>
          <a:endParaRPr lang="en-US"/>
        </a:p>
      </dgm:t>
    </dgm:pt>
    <dgm:pt modelId="{ECE6CBB1-9BF2-BD4D-A3EA-9CABA915F6D0}" type="sibTrans" cxnId="{C20DDD56-E618-FF4C-BA6C-F35EC45539CC}">
      <dgm:prSet/>
      <dgm:spPr/>
      <dgm:t>
        <a:bodyPr/>
        <a:lstStyle/>
        <a:p>
          <a:endParaRPr lang="en-US"/>
        </a:p>
      </dgm:t>
    </dgm:pt>
    <dgm:pt modelId="{B9892BAE-CA97-B345-9134-C8B414FBCA5D}">
      <dgm:prSet/>
      <dgm:spPr/>
      <dgm:t>
        <a:bodyPr/>
        <a:lstStyle/>
        <a:p>
          <a:r>
            <a:rPr lang="en-US" dirty="0"/>
            <a:t>Importance: Lead Time is what a </a:t>
          </a:r>
          <a:r>
            <a:rPr lang="en-US" i="1" dirty="0"/>
            <a:t>customer</a:t>
          </a:r>
          <a:r>
            <a:rPr lang="en-US" dirty="0"/>
            <a:t> experiences, so it tends to be more important.</a:t>
          </a:r>
        </a:p>
      </dgm:t>
    </dgm:pt>
    <dgm:pt modelId="{20FA6D47-48FE-0F46-8BD9-9E9E908C5636}" type="parTrans" cxnId="{8DE1EA0F-C6DD-264A-94E2-E9E2A1261AD7}">
      <dgm:prSet/>
      <dgm:spPr/>
      <dgm:t>
        <a:bodyPr/>
        <a:lstStyle/>
        <a:p>
          <a:endParaRPr lang="en-US"/>
        </a:p>
      </dgm:t>
    </dgm:pt>
    <dgm:pt modelId="{B3C73047-5DA5-C143-BE1F-9B72794B94BB}" type="sibTrans" cxnId="{8DE1EA0F-C6DD-264A-94E2-E9E2A1261AD7}">
      <dgm:prSet/>
      <dgm:spPr/>
      <dgm:t>
        <a:bodyPr/>
        <a:lstStyle/>
        <a:p>
          <a:endParaRPr lang="en-US"/>
        </a:p>
      </dgm:t>
    </dgm:pt>
    <dgm:pt modelId="{D1C7FA5B-0D1A-2F45-8DA6-8FEF982AF5B3}" type="pres">
      <dgm:prSet presAssocID="{4F082059-8D5C-E649-A4EB-DA7FC1F4BC41}" presName="linear" presStyleCnt="0">
        <dgm:presLayoutVars>
          <dgm:animLvl val="lvl"/>
          <dgm:resizeHandles val="exact"/>
        </dgm:presLayoutVars>
      </dgm:prSet>
      <dgm:spPr/>
    </dgm:pt>
    <dgm:pt modelId="{3FF6D481-74BE-9A4B-A30A-BE126EDDCED8}" type="pres">
      <dgm:prSet presAssocID="{CCEE6753-3DB4-1F4F-B835-95D03C770C9A}" presName="parentText" presStyleLbl="node1" presStyleIdx="0" presStyleCnt="4">
        <dgm:presLayoutVars>
          <dgm:chMax val="0"/>
          <dgm:bulletEnabled val="1"/>
        </dgm:presLayoutVars>
      </dgm:prSet>
      <dgm:spPr/>
    </dgm:pt>
    <dgm:pt modelId="{CC64F542-7960-7348-B3E9-3D7EE103BE8D}" type="pres">
      <dgm:prSet presAssocID="{EBDC85C9-F950-9C46-8090-F09B8FF1FE67}" presName="spacer" presStyleCnt="0"/>
      <dgm:spPr/>
    </dgm:pt>
    <dgm:pt modelId="{9E800150-F667-4D4B-A93B-89D7C0DB124F}" type="pres">
      <dgm:prSet presAssocID="{463F4A23-DA01-8944-BF62-2C0A3ECBDE25}" presName="parentText" presStyleLbl="node1" presStyleIdx="1" presStyleCnt="4">
        <dgm:presLayoutVars>
          <dgm:chMax val="0"/>
          <dgm:bulletEnabled val="1"/>
        </dgm:presLayoutVars>
      </dgm:prSet>
      <dgm:spPr/>
    </dgm:pt>
    <dgm:pt modelId="{852B373C-6830-9C48-BE60-8238C79435B7}" type="pres">
      <dgm:prSet presAssocID="{0A3BA1AB-E3B3-0046-8073-A2426FBCD5EB}" presName="spacer" presStyleCnt="0"/>
      <dgm:spPr/>
    </dgm:pt>
    <dgm:pt modelId="{A8B7217C-6362-8C4F-89C4-3171900C9D86}" type="pres">
      <dgm:prSet presAssocID="{C0945C48-33E4-A346-B4AA-64014B7BA8DD}" presName="parentText" presStyleLbl="node1" presStyleIdx="2" presStyleCnt="4">
        <dgm:presLayoutVars>
          <dgm:chMax val="0"/>
          <dgm:bulletEnabled val="1"/>
        </dgm:presLayoutVars>
      </dgm:prSet>
      <dgm:spPr/>
    </dgm:pt>
    <dgm:pt modelId="{AA0CCDDA-FF2E-814E-A7B3-3FE0E3A39E79}" type="pres">
      <dgm:prSet presAssocID="{ECE6CBB1-9BF2-BD4D-A3EA-9CABA915F6D0}" presName="spacer" presStyleCnt="0"/>
      <dgm:spPr/>
    </dgm:pt>
    <dgm:pt modelId="{A1DA01BB-AD20-AC45-895C-6A2794D04A30}" type="pres">
      <dgm:prSet presAssocID="{B9892BAE-CA97-B345-9134-C8B414FBCA5D}" presName="parentText" presStyleLbl="node1" presStyleIdx="3" presStyleCnt="4">
        <dgm:presLayoutVars>
          <dgm:chMax val="0"/>
          <dgm:bulletEnabled val="1"/>
        </dgm:presLayoutVars>
      </dgm:prSet>
      <dgm:spPr/>
    </dgm:pt>
  </dgm:ptLst>
  <dgm:cxnLst>
    <dgm:cxn modelId="{8DE1EA0F-C6DD-264A-94E2-E9E2A1261AD7}" srcId="{4F082059-8D5C-E649-A4EB-DA7FC1F4BC41}" destId="{B9892BAE-CA97-B345-9134-C8B414FBCA5D}" srcOrd="3" destOrd="0" parTransId="{20FA6D47-48FE-0F46-8BD9-9E9E908C5636}" sibTransId="{B3C73047-5DA5-C143-BE1F-9B72794B94BB}"/>
    <dgm:cxn modelId="{A2E5A01F-70CF-C943-BF3E-31CEE5DAC9F5}" type="presOf" srcId="{C0945C48-33E4-A346-B4AA-64014B7BA8DD}" destId="{A8B7217C-6362-8C4F-89C4-3171900C9D86}" srcOrd="0" destOrd="0" presId="urn:microsoft.com/office/officeart/2005/8/layout/vList2"/>
    <dgm:cxn modelId="{C393CA49-99AD-694C-93C0-9D67DCF17773}" srcId="{4F082059-8D5C-E649-A4EB-DA7FC1F4BC41}" destId="{463F4A23-DA01-8944-BF62-2C0A3ECBDE25}" srcOrd="1" destOrd="0" parTransId="{433898C2-3BD9-8841-99FC-6F1863D625BF}" sibTransId="{0A3BA1AB-E3B3-0046-8073-A2426FBCD5EB}"/>
    <dgm:cxn modelId="{C20DDD56-E618-FF4C-BA6C-F35EC45539CC}" srcId="{4F082059-8D5C-E649-A4EB-DA7FC1F4BC41}" destId="{C0945C48-33E4-A346-B4AA-64014B7BA8DD}" srcOrd="2" destOrd="0" parTransId="{6EA6A138-C42A-C34D-8DBA-8F7F16FE6FCA}" sibTransId="{ECE6CBB1-9BF2-BD4D-A3EA-9CABA915F6D0}"/>
    <dgm:cxn modelId="{82B1E25D-C784-F641-B657-88B886341D2A}" type="presOf" srcId="{B9892BAE-CA97-B345-9134-C8B414FBCA5D}" destId="{A1DA01BB-AD20-AC45-895C-6A2794D04A30}" srcOrd="0" destOrd="0" presId="urn:microsoft.com/office/officeart/2005/8/layout/vList2"/>
    <dgm:cxn modelId="{9C1C9DB9-7E67-5D4B-9535-C4E0A9557E76}" type="presOf" srcId="{463F4A23-DA01-8944-BF62-2C0A3ECBDE25}" destId="{9E800150-F667-4D4B-A93B-89D7C0DB124F}" srcOrd="0" destOrd="0" presId="urn:microsoft.com/office/officeart/2005/8/layout/vList2"/>
    <dgm:cxn modelId="{B3A447C0-81F1-0642-9B58-D2850F8BB35D}" type="presOf" srcId="{CCEE6753-3DB4-1F4F-B835-95D03C770C9A}" destId="{3FF6D481-74BE-9A4B-A30A-BE126EDDCED8}" srcOrd="0" destOrd="0" presId="urn:microsoft.com/office/officeart/2005/8/layout/vList2"/>
    <dgm:cxn modelId="{6A2688F1-6EC2-7643-B5E8-93776D33AB25}" type="presOf" srcId="{4F082059-8D5C-E649-A4EB-DA7FC1F4BC41}" destId="{D1C7FA5B-0D1A-2F45-8DA6-8FEF982AF5B3}" srcOrd="0" destOrd="0" presId="urn:microsoft.com/office/officeart/2005/8/layout/vList2"/>
    <dgm:cxn modelId="{644880F3-BA38-FD49-ADE7-456D313315A7}" srcId="{4F082059-8D5C-E649-A4EB-DA7FC1F4BC41}" destId="{CCEE6753-3DB4-1F4F-B835-95D03C770C9A}" srcOrd="0" destOrd="0" parTransId="{217CB815-37B5-0F4C-9468-6647191A341B}" sibTransId="{EBDC85C9-F950-9C46-8090-F09B8FF1FE67}"/>
    <dgm:cxn modelId="{4EEF94A7-0593-3340-99E8-592FFEB50595}" type="presParOf" srcId="{D1C7FA5B-0D1A-2F45-8DA6-8FEF982AF5B3}" destId="{3FF6D481-74BE-9A4B-A30A-BE126EDDCED8}" srcOrd="0" destOrd="0" presId="urn:microsoft.com/office/officeart/2005/8/layout/vList2"/>
    <dgm:cxn modelId="{14F77BE4-F9BA-0E49-B6AA-6879369F86FF}" type="presParOf" srcId="{D1C7FA5B-0D1A-2F45-8DA6-8FEF982AF5B3}" destId="{CC64F542-7960-7348-B3E9-3D7EE103BE8D}" srcOrd="1" destOrd="0" presId="urn:microsoft.com/office/officeart/2005/8/layout/vList2"/>
    <dgm:cxn modelId="{9AF8DFE8-1C99-9F45-9856-939B213F830C}" type="presParOf" srcId="{D1C7FA5B-0D1A-2F45-8DA6-8FEF982AF5B3}" destId="{9E800150-F667-4D4B-A93B-89D7C0DB124F}" srcOrd="2" destOrd="0" presId="urn:microsoft.com/office/officeart/2005/8/layout/vList2"/>
    <dgm:cxn modelId="{85864FFA-96AA-8749-BE19-DF22DE6F1B82}" type="presParOf" srcId="{D1C7FA5B-0D1A-2F45-8DA6-8FEF982AF5B3}" destId="{852B373C-6830-9C48-BE60-8238C79435B7}" srcOrd="3" destOrd="0" presId="urn:microsoft.com/office/officeart/2005/8/layout/vList2"/>
    <dgm:cxn modelId="{6E58B287-1275-AA47-8892-125029B01842}" type="presParOf" srcId="{D1C7FA5B-0D1A-2F45-8DA6-8FEF982AF5B3}" destId="{A8B7217C-6362-8C4F-89C4-3171900C9D86}" srcOrd="4" destOrd="0" presId="urn:microsoft.com/office/officeart/2005/8/layout/vList2"/>
    <dgm:cxn modelId="{3CEF309E-563A-A548-BECF-50B04EC0E58E}" type="presParOf" srcId="{D1C7FA5B-0D1A-2F45-8DA6-8FEF982AF5B3}" destId="{AA0CCDDA-FF2E-814E-A7B3-3FE0E3A39E79}" srcOrd="5" destOrd="0" presId="urn:microsoft.com/office/officeart/2005/8/layout/vList2"/>
    <dgm:cxn modelId="{90E19113-FA78-1347-A88F-F7A90C913B94}" type="presParOf" srcId="{D1C7FA5B-0D1A-2F45-8DA6-8FEF982AF5B3}" destId="{A1DA01BB-AD20-AC45-895C-6A2794D04A30}" srcOrd="6" destOrd="0" presId="urn:microsoft.com/office/officeart/2005/8/layout/vList2"/>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EC92136-64E9-AB46-BE70-CC09C1BB8951}" type="doc">
      <dgm:prSet loTypeId="urn:microsoft.com/office/officeart/2005/8/layout/vList2" loCatId="list" qsTypeId="urn:microsoft.com/office/officeart/2005/8/quickstyle/3d2" qsCatId="3D" csTypeId="urn:microsoft.com/office/officeart/2005/8/colors/accent0_3" csCatId="mainScheme"/>
      <dgm:spPr/>
      <dgm:t>
        <a:bodyPr/>
        <a:lstStyle/>
        <a:p>
          <a:endParaRPr lang="en-US"/>
        </a:p>
      </dgm:t>
    </dgm:pt>
    <dgm:pt modelId="{143A39D4-9A4D-8140-AAEA-148702F39F95}">
      <dgm:prSet/>
      <dgm:spPr/>
      <dgm:t>
        <a:bodyPr/>
        <a:lstStyle/>
        <a:p>
          <a:r>
            <a:rPr lang="en-US"/>
            <a:t>The Standard Scenario</a:t>
          </a:r>
        </a:p>
      </dgm:t>
    </dgm:pt>
    <dgm:pt modelId="{779BE819-198A-EA4D-8E33-21C06046539B}" type="parTrans" cxnId="{E742A150-C4FA-D542-93F4-DF39EF6039CE}">
      <dgm:prSet/>
      <dgm:spPr/>
      <dgm:t>
        <a:bodyPr/>
        <a:lstStyle/>
        <a:p>
          <a:endParaRPr lang="en-US"/>
        </a:p>
      </dgm:t>
    </dgm:pt>
    <dgm:pt modelId="{EA989765-AEFF-6543-AF0B-02CE7E214408}" type="sibTrans" cxnId="{E742A150-C4FA-D542-93F4-DF39EF6039CE}">
      <dgm:prSet/>
      <dgm:spPr/>
      <dgm:t>
        <a:bodyPr/>
        <a:lstStyle/>
        <a:p>
          <a:endParaRPr lang="en-US"/>
        </a:p>
      </dgm:t>
    </dgm:pt>
    <dgm:pt modelId="{1F39FFB7-08DA-A148-AB97-8CAAF031BDFF}" type="pres">
      <dgm:prSet presAssocID="{0EC92136-64E9-AB46-BE70-CC09C1BB8951}" presName="linear" presStyleCnt="0">
        <dgm:presLayoutVars>
          <dgm:animLvl val="lvl"/>
          <dgm:resizeHandles val="exact"/>
        </dgm:presLayoutVars>
      </dgm:prSet>
      <dgm:spPr/>
    </dgm:pt>
    <dgm:pt modelId="{8FAEEF38-ECDD-3B40-BCDB-8BE245C7F489}" type="pres">
      <dgm:prSet presAssocID="{143A39D4-9A4D-8140-AAEA-148702F39F95}" presName="parentText" presStyleLbl="node1" presStyleIdx="0" presStyleCnt="1">
        <dgm:presLayoutVars>
          <dgm:chMax val="0"/>
          <dgm:bulletEnabled val="1"/>
        </dgm:presLayoutVars>
      </dgm:prSet>
      <dgm:spPr/>
    </dgm:pt>
  </dgm:ptLst>
  <dgm:cxnLst>
    <dgm:cxn modelId="{582A7726-22C1-FB47-9B6C-302D56E9CB39}" type="presOf" srcId="{143A39D4-9A4D-8140-AAEA-148702F39F95}" destId="{8FAEEF38-ECDD-3B40-BCDB-8BE245C7F489}" srcOrd="0" destOrd="0" presId="urn:microsoft.com/office/officeart/2005/8/layout/vList2"/>
    <dgm:cxn modelId="{3D2AC92D-CEEC-B544-A0C2-9149256CB917}" type="presOf" srcId="{0EC92136-64E9-AB46-BE70-CC09C1BB8951}" destId="{1F39FFB7-08DA-A148-AB97-8CAAF031BDFF}" srcOrd="0" destOrd="0" presId="urn:microsoft.com/office/officeart/2005/8/layout/vList2"/>
    <dgm:cxn modelId="{E742A150-C4FA-D542-93F4-DF39EF6039CE}" srcId="{0EC92136-64E9-AB46-BE70-CC09C1BB8951}" destId="{143A39D4-9A4D-8140-AAEA-148702F39F95}" srcOrd="0" destOrd="0" parTransId="{779BE819-198A-EA4D-8E33-21C06046539B}" sibTransId="{EA989765-AEFF-6543-AF0B-02CE7E214408}"/>
    <dgm:cxn modelId="{8C4E0EED-4226-0844-9C02-6B8E4FD26CC1}" type="presParOf" srcId="{1F39FFB7-08DA-A148-AB97-8CAAF031BDFF}" destId="{8FAEEF38-ECDD-3B40-BCDB-8BE245C7F489}"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65AC716F-BA37-41C4-8EC6-6889228A2E6F}" type="doc">
      <dgm:prSet loTypeId="urn:microsoft.com/office/officeart/2005/8/layout/vList2" loCatId="list" qsTypeId="urn:microsoft.com/office/officeart/2005/8/quickstyle/3d4" qsCatId="3D" csTypeId="urn:microsoft.com/office/officeart/2005/8/colors/accent1_5" csCatId="accent1" phldr="1"/>
      <dgm:spPr/>
      <dgm:t>
        <a:bodyPr/>
        <a:lstStyle/>
        <a:p>
          <a:endParaRPr lang="en-US"/>
        </a:p>
      </dgm:t>
    </dgm:pt>
    <dgm:pt modelId="{0ED66764-B5B1-4BD4-9E5F-A1C5A5D2586B}">
      <dgm:prSet/>
      <dgm:spPr/>
      <dgm:t>
        <a:bodyPr/>
        <a:lstStyle/>
        <a:p>
          <a:r>
            <a:rPr lang="en-US"/>
            <a:t>With standard methods like Waterfall, deployment lead times can take months.</a:t>
          </a:r>
        </a:p>
      </dgm:t>
    </dgm:pt>
    <dgm:pt modelId="{1F559340-A85A-448C-AFBA-14F9F1116AFF}" type="parTrans" cxnId="{DD136A78-771C-4C05-8950-208A4C033F3D}">
      <dgm:prSet/>
      <dgm:spPr/>
      <dgm:t>
        <a:bodyPr/>
        <a:lstStyle/>
        <a:p>
          <a:endParaRPr lang="en-US"/>
        </a:p>
      </dgm:t>
    </dgm:pt>
    <dgm:pt modelId="{F95B7062-8D3D-43CB-8B19-A95AF1E76C25}" type="sibTrans" cxnId="{DD136A78-771C-4C05-8950-208A4C033F3D}">
      <dgm:prSet/>
      <dgm:spPr/>
      <dgm:t>
        <a:bodyPr/>
        <a:lstStyle/>
        <a:p>
          <a:endParaRPr lang="en-US"/>
        </a:p>
      </dgm:t>
    </dgm:pt>
    <dgm:pt modelId="{4790041F-0162-4E19-AEE3-0B9D517D3D9A}">
      <dgm:prSet/>
      <dgm:spPr/>
      <dgm:t>
        <a:bodyPr/>
        <a:lstStyle/>
        <a:p>
          <a:r>
            <a:rPr lang="en-US"/>
            <a:t>After a product is in deployment, the delay between versions is typically months as well, delaying feature requests and bug fixes.</a:t>
          </a:r>
        </a:p>
      </dgm:t>
    </dgm:pt>
    <dgm:pt modelId="{5BEE5C24-D6F8-4424-B044-1A1C5FDA36B1}" type="parTrans" cxnId="{555C5DF3-7C8C-4F31-BB29-94EBBCCEE259}">
      <dgm:prSet/>
      <dgm:spPr/>
      <dgm:t>
        <a:bodyPr/>
        <a:lstStyle/>
        <a:p>
          <a:endParaRPr lang="en-US"/>
        </a:p>
      </dgm:t>
    </dgm:pt>
    <dgm:pt modelId="{52E990A7-ED3E-46BC-8C94-8704F98887BF}" type="sibTrans" cxnId="{555C5DF3-7C8C-4F31-BB29-94EBBCCEE259}">
      <dgm:prSet/>
      <dgm:spPr/>
      <dgm:t>
        <a:bodyPr/>
        <a:lstStyle/>
        <a:p>
          <a:endParaRPr lang="en-US"/>
        </a:p>
      </dgm:t>
    </dgm:pt>
    <dgm:pt modelId="{4DFC611F-40D9-4A70-9976-B987A5D570A4}">
      <dgm:prSet/>
      <dgm:spPr/>
      <dgm:t>
        <a:bodyPr/>
        <a:lstStyle/>
        <a:p>
          <a:r>
            <a:rPr lang="en-US"/>
            <a:t>Because all new features and bug fixes are released in one large package, testing can take weeks if not months as well.</a:t>
          </a:r>
        </a:p>
      </dgm:t>
    </dgm:pt>
    <dgm:pt modelId="{9D31ECC8-41D7-4561-9C4D-40647D76C5AE}" type="parTrans" cxnId="{203DE0AC-3C28-4E67-9ED5-81FA716AAF4D}">
      <dgm:prSet/>
      <dgm:spPr/>
      <dgm:t>
        <a:bodyPr/>
        <a:lstStyle/>
        <a:p>
          <a:endParaRPr lang="en-US"/>
        </a:p>
      </dgm:t>
    </dgm:pt>
    <dgm:pt modelId="{338A4A7F-0958-4E47-9A7B-8D8C2982D88F}" type="sibTrans" cxnId="{203DE0AC-3C28-4E67-9ED5-81FA716AAF4D}">
      <dgm:prSet/>
      <dgm:spPr/>
      <dgm:t>
        <a:bodyPr/>
        <a:lstStyle/>
        <a:p>
          <a:endParaRPr lang="en-US"/>
        </a:p>
      </dgm:t>
    </dgm:pt>
    <dgm:pt modelId="{4EEAF4C0-701C-406B-8F16-584D00F8A464}">
      <dgm:prSet/>
      <dgm:spPr/>
      <dgm:t>
        <a:bodyPr/>
        <a:lstStyle/>
        <a:p>
          <a:r>
            <a:rPr lang="en-US"/>
            <a:t>All this amounts to the Lead Time, or the amount of time between when a customer requests a feature or bug fix, can be many months.</a:t>
          </a:r>
        </a:p>
      </dgm:t>
    </dgm:pt>
    <dgm:pt modelId="{5BC67BBB-52C7-429D-96CC-A9C4A30F4DDC}" type="parTrans" cxnId="{2E4576D5-5EDB-477A-B464-323385063555}">
      <dgm:prSet/>
      <dgm:spPr/>
      <dgm:t>
        <a:bodyPr/>
        <a:lstStyle/>
        <a:p>
          <a:endParaRPr lang="en-US"/>
        </a:p>
      </dgm:t>
    </dgm:pt>
    <dgm:pt modelId="{DF622F49-2537-4DB7-959E-B5CFBF982D06}" type="sibTrans" cxnId="{2E4576D5-5EDB-477A-B464-323385063555}">
      <dgm:prSet/>
      <dgm:spPr/>
      <dgm:t>
        <a:bodyPr/>
        <a:lstStyle/>
        <a:p>
          <a:endParaRPr lang="en-US"/>
        </a:p>
      </dgm:t>
    </dgm:pt>
    <dgm:pt modelId="{1AF3607C-B656-4E42-9B10-BB59960228CB}">
      <dgm:prSet phldrT="[Text]"/>
      <dgm:spPr/>
      <dgm:t>
        <a:bodyPr/>
        <a:lstStyle/>
        <a:p>
          <a:r>
            <a:rPr lang="en-US" dirty="0"/>
            <a:t>Additionally, since many big fixes and features are developed separately, many new bugs and failures can be introduced when they are integrated into the production environment at the same time, delaying releases.</a:t>
          </a:r>
        </a:p>
      </dgm:t>
    </dgm:pt>
    <dgm:pt modelId="{BEBFF581-D18B-4340-A347-F9D57B098986}" type="parTrans" cxnId="{B3C43803-0ACA-5741-91BE-E0D98C72B6FF}">
      <dgm:prSet/>
      <dgm:spPr/>
    </dgm:pt>
    <dgm:pt modelId="{D273D66E-CADD-3148-B106-6DDAB2AD5041}" type="sibTrans" cxnId="{B3C43803-0ACA-5741-91BE-E0D98C72B6FF}">
      <dgm:prSet/>
      <dgm:spPr/>
    </dgm:pt>
    <dgm:pt modelId="{F4B3F8E2-DF2C-184B-A1AD-8C6FDC0B47C7}" type="pres">
      <dgm:prSet presAssocID="{65AC716F-BA37-41C4-8EC6-6889228A2E6F}" presName="linear" presStyleCnt="0">
        <dgm:presLayoutVars>
          <dgm:animLvl val="lvl"/>
          <dgm:resizeHandles val="exact"/>
        </dgm:presLayoutVars>
      </dgm:prSet>
      <dgm:spPr/>
    </dgm:pt>
    <dgm:pt modelId="{A85CB90C-0639-2A49-A83C-72840C24EC32}" type="pres">
      <dgm:prSet presAssocID="{0ED66764-B5B1-4BD4-9E5F-A1C5A5D2586B}" presName="parentText" presStyleLbl="node1" presStyleIdx="0" presStyleCnt="5">
        <dgm:presLayoutVars>
          <dgm:chMax val="0"/>
          <dgm:bulletEnabled val="1"/>
        </dgm:presLayoutVars>
      </dgm:prSet>
      <dgm:spPr/>
    </dgm:pt>
    <dgm:pt modelId="{36A9CC40-6CF0-6A4D-B91B-CF03997274ED}" type="pres">
      <dgm:prSet presAssocID="{F95B7062-8D3D-43CB-8B19-A95AF1E76C25}" presName="spacer" presStyleCnt="0"/>
      <dgm:spPr/>
    </dgm:pt>
    <dgm:pt modelId="{E8259611-BF5B-B540-BBF6-86BB89FFFC1D}" type="pres">
      <dgm:prSet presAssocID="{4790041F-0162-4E19-AEE3-0B9D517D3D9A}" presName="parentText" presStyleLbl="node1" presStyleIdx="1" presStyleCnt="5">
        <dgm:presLayoutVars>
          <dgm:chMax val="0"/>
          <dgm:bulletEnabled val="1"/>
        </dgm:presLayoutVars>
      </dgm:prSet>
      <dgm:spPr/>
    </dgm:pt>
    <dgm:pt modelId="{27B7E3C4-8C37-AD4C-9196-A63DFC1B1543}" type="pres">
      <dgm:prSet presAssocID="{52E990A7-ED3E-46BC-8C94-8704F98887BF}" presName="spacer" presStyleCnt="0"/>
      <dgm:spPr/>
    </dgm:pt>
    <dgm:pt modelId="{9899A5F1-710F-F04B-8C12-108506B5AE7F}" type="pres">
      <dgm:prSet presAssocID="{4DFC611F-40D9-4A70-9976-B987A5D570A4}" presName="parentText" presStyleLbl="node1" presStyleIdx="2" presStyleCnt="5">
        <dgm:presLayoutVars>
          <dgm:chMax val="0"/>
          <dgm:bulletEnabled val="1"/>
        </dgm:presLayoutVars>
      </dgm:prSet>
      <dgm:spPr/>
    </dgm:pt>
    <dgm:pt modelId="{851432DF-CAFB-7D49-BE1E-B2AF29D56F77}" type="pres">
      <dgm:prSet presAssocID="{338A4A7F-0958-4E47-9A7B-8D8C2982D88F}" presName="spacer" presStyleCnt="0"/>
      <dgm:spPr/>
    </dgm:pt>
    <dgm:pt modelId="{6E6675C1-85EB-2641-A78C-63795F0339A1}" type="pres">
      <dgm:prSet presAssocID="{4EEAF4C0-701C-406B-8F16-584D00F8A464}" presName="parentText" presStyleLbl="node1" presStyleIdx="3" presStyleCnt="5">
        <dgm:presLayoutVars>
          <dgm:chMax val="0"/>
          <dgm:bulletEnabled val="1"/>
        </dgm:presLayoutVars>
      </dgm:prSet>
      <dgm:spPr/>
    </dgm:pt>
    <dgm:pt modelId="{EEE1E9F7-9880-DA42-A793-9CCD398B9547}" type="pres">
      <dgm:prSet presAssocID="{DF622F49-2537-4DB7-959E-B5CFBF982D06}" presName="spacer" presStyleCnt="0"/>
      <dgm:spPr/>
    </dgm:pt>
    <dgm:pt modelId="{0223F523-39DF-4442-A837-DFBCDDCF3E8A}" type="pres">
      <dgm:prSet presAssocID="{1AF3607C-B656-4E42-9B10-BB59960228CB}" presName="parentText" presStyleLbl="node1" presStyleIdx="4" presStyleCnt="5">
        <dgm:presLayoutVars>
          <dgm:chMax val="0"/>
          <dgm:bulletEnabled val="1"/>
        </dgm:presLayoutVars>
      </dgm:prSet>
      <dgm:spPr/>
    </dgm:pt>
  </dgm:ptLst>
  <dgm:cxnLst>
    <dgm:cxn modelId="{B3C43803-0ACA-5741-91BE-E0D98C72B6FF}" srcId="{65AC716F-BA37-41C4-8EC6-6889228A2E6F}" destId="{1AF3607C-B656-4E42-9B10-BB59960228CB}" srcOrd="4" destOrd="0" parTransId="{BEBFF581-D18B-4340-A347-F9D57B098986}" sibTransId="{D273D66E-CADD-3148-B106-6DDAB2AD5041}"/>
    <dgm:cxn modelId="{D4C8C405-5940-0C45-9ECE-DF5B542A9B8F}" type="presOf" srcId="{65AC716F-BA37-41C4-8EC6-6889228A2E6F}" destId="{F4B3F8E2-DF2C-184B-A1AD-8C6FDC0B47C7}" srcOrd="0" destOrd="0" presId="urn:microsoft.com/office/officeart/2005/8/layout/vList2"/>
    <dgm:cxn modelId="{31AF1210-C184-1749-88AF-7F7C376E3823}" type="presOf" srcId="{1AF3607C-B656-4E42-9B10-BB59960228CB}" destId="{0223F523-39DF-4442-A837-DFBCDDCF3E8A}" srcOrd="0" destOrd="0" presId="urn:microsoft.com/office/officeart/2005/8/layout/vList2"/>
    <dgm:cxn modelId="{BA27E938-ABE2-F14C-927F-A4EF21CBA67F}" type="presOf" srcId="{4790041F-0162-4E19-AEE3-0B9D517D3D9A}" destId="{E8259611-BF5B-B540-BBF6-86BB89FFFC1D}" srcOrd="0" destOrd="0" presId="urn:microsoft.com/office/officeart/2005/8/layout/vList2"/>
    <dgm:cxn modelId="{A2D95E49-C769-7E44-B4AB-EDAC4D0CC1BE}" type="presOf" srcId="{4EEAF4C0-701C-406B-8F16-584D00F8A464}" destId="{6E6675C1-85EB-2641-A78C-63795F0339A1}" srcOrd="0" destOrd="0" presId="urn:microsoft.com/office/officeart/2005/8/layout/vList2"/>
    <dgm:cxn modelId="{DD136A78-771C-4C05-8950-208A4C033F3D}" srcId="{65AC716F-BA37-41C4-8EC6-6889228A2E6F}" destId="{0ED66764-B5B1-4BD4-9E5F-A1C5A5D2586B}" srcOrd="0" destOrd="0" parTransId="{1F559340-A85A-448C-AFBA-14F9F1116AFF}" sibTransId="{F95B7062-8D3D-43CB-8B19-A95AF1E76C25}"/>
    <dgm:cxn modelId="{4ACBA199-328A-7B4E-88F1-2E44482D019B}" type="presOf" srcId="{0ED66764-B5B1-4BD4-9E5F-A1C5A5D2586B}" destId="{A85CB90C-0639-2A49-A83C-72840C24EC32}" srcOrd="0" destOrd="0" presId="urn:microsoft.com/office/officeart/2005/8/layout/vList2"/>
    <dgm:cxn modelId="{1D4B42A0-80BD-044C-B389-608D3B2BB209}" type="presOf" srcId="{4DFC611F-40D9-4A70-9976-B987A5D570A4}" destId="{9899A5F1-710F-F04B-8C12-108506B5AE7F}" srcOrd="0" destOrd="0" presId="urn:microsoft.com/office/officeart/2005/8/layout/vList2"/>
    <dgm:cxn modelId="{203DE0AC-3C28-4E67-9ED5-81FA716AAF4D}" srcId="{65AC716F-BA37-41C4-8EC6-6889228A2E6F}" destId="{4DFC611F-40D9-4A70-9976-B987A5D570A4}" srcOrd="2" destOrd="0" parTransId="{9D31ECC8-41D7-4561-9C4D-40647D76C5AE}" sibTransId="{338A4A7F-0958-4E47-9A7B-8D8C2982D88F}"/>
    <dgm:cxn modelId="{2E4576D5-5EDB-477A-B464-323385063555}" srcId="{65AC716F-BA37-41C4-8EC6-6889228A2E6F}" destId="{4EEAF4C0-701C-406B-8F16-584D00F8A464}" srcOrd="3" destOrd="0" parTransId="{5BC67BBB-52C7-429D-96CC-A9C4A30F4DDC}" sibTransId="{DF622F49-2537-4DB7-959E-B5CFBF982D06}"/>
    <dgm:cxn modelId="{555C5DF3-7C8C-4F31-BB29-94EBBCCEE259}" srcId="{65AC716F-BA37-41C4-8EC6-6889228A2E6F}" destId="{4790041F-0162-4E19-AEE3-0B9D517D3D9A}" srcOrd="1" destOrd="0" parTransId="{5BEE5C24-D6F8-4424-B044-1A1C5FDA36B1}" sibTransId="{52E990A7-ED3E-46BC-8C94-8704F98887BF}"/>
    <dgm:cxn modelId="{8EA3C77A-DF3E-7C4E-A74C-686C86B0433F}" type="presParOf" srcId="{F4B3F8E2-DF2C-184B-A1AD-8C6FDC0B47C7}" destId="{A85CB90C-0639-2A49-A83C-72840C24EC32}" srcOrd="0" destOrd="0" presId="urn:microsoft.com/office/officeart/2005/8/layout/vList2"/>
    <dgm:cxn modelId="{897809A4-60B9-E44E-B1FE-F2B779A7A1C1}" type="presParOf" srcId="{F4B3F8E2-DF2C-184B-A1AD-8C6FDC0B47C7}" destId="{36A9CC40-6CF0-6A4D-B91B-CF03997274ED}" srcOrd="1" destOrd="0" presId="urn:microsoft.com/office/officeart/2005/8/layout/vList2"/>
    <dgm:cxn modelId="{D83B6FD4-5635-A146-AFA9-4F9E376C9595}" type="presParOf" srcId="{F4B3F8E2-DF2C-184B-A1AD-8C6FDC0B47C7}" destId="{E8259611-BF5B-B540-BBF6-86BB89FFFC1D}" srcOrd="2" destOrd="0" presId="urn:microsoft.com/office/officeart/2005/8/layout/vList2"/>
    <dgm:cxn modelId="{D32B2D9D-B556-5842-A779-632489086B2B}" type="presParOf" srcId="{F4B3F8E2-DF2C-184B-A1AD-8C6FDC0B47C7}" destId="{27B7E3C4-8C37-AD4C-9196-A63DFC1B1543}" srcOrd="3" destOrd="0" presId="urn:microsoft.com/office/officeart/2005/8/layout/vList2"/>
    <dgm:cxn modelId="{7DD60D0D-995D-3A45-86F4-329886BD5931}" type="presParOf" srcId="{F4B3F8E2-DF2C-184B-A1AD-8C6FDC0B47C7}" destId="{9899A5F1-710F-F04B-8C12-108506B5AE7F}" srcOrd="4" destOrd="0" presId="urn:microsoft.com/office/officeart/2005/8/layout/vList2"/>
    <dgm:cxn modelId="{3D41CC8A-FA53-E940-A0EB-4476B294DE20}" type="presParOf" srcId="{F4B3F8E2-DF2C-184B-A1AD-8C6FDC0B47C7}" destId="{851432DF-CAFB-7D49-BE1E-B2AF29D56F77}" srcOrd="5" destOrd="0" presId="urn:microsoft.com/office/officeart/2005/8/layout/vList2"/>
    <dgm:cxn modelId="{84ABBE2B-A00E-3C4D-A086-9EF1D07D02E9}" type="presParOf" srcId="{F4B3F8E2-DF2C-184B-A1AD-8C6FDC0B47C7}" destId="{6E6675C1-85EB-2641-A78C-63795F0339A1}" srcOrd="6" destOrd="0" presId="urn:microsoft.com/office/officeart/2005/8/layout/vList2"/>
    <dgm:cxn modelId="{95FA5800-1E89-8949-86D7-6633F95150C6}" type="presParOf" srcId="{F4B3F8E2-DF2C-184B-A1AD-8C6FDC0B47C7}" destId="{EEE1E9F7-9880-DA42-A793-9CCD398B9547}" srcOrd="7" destOrd="0" presId="urn:microsoft.com/office/officeart/2005/8/layout/vList2"/>
    <dgm:cxn modelId="{6414648D-8145-F94A-8059-E5DEF4985F47}" type="presParOf" srcId="{F4B3F8E2-DF2C-184B-A1AD-8C6FDC0B47C7}" destId="{0223F523-39DF-4442-A837-DFBCDDCF3E8A}"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ABD0E18-9494-C242-A47E-46D15E192712}" type="doc">
      <dgm:prSet loTypeId="urn:microsoft.com/office/officeart/2005/8/layout/vList2" loCatId="list" qsTypeId="urn:microsoft.com/office/officeart/2005/8/quickstyle/3d2" qsCatId="3D" csTypeId="urn:microsoft.com/office/officeart/2005/8/colors/accent0_3" csCatId="mainScheme" phldr="1"/>
      <dgm:spPr/>
      <dgm:t>
        <a:bodyPr/>
        <a:lstStyle/>
        <a:p>
          <a:endParaRPr lang="en-US"/>
        </a:p>
      </dgm:t>
    </dgm:pt>
    <dgm:pt modelId="{5A4BAD91-1E23-E34B-88B4-F10B70456D6B}">
      <dgm:prSet/>
      <dgm:spPr/>
      <dgm:t>
        <a:bodyPr/>
        <a:lstStyle/>
        <a:p>
          <a:pPr algn="ctr"/>
          <a:r>
            <a:rPr lang="en-US" dirty="0"/>
            <a:t>The DevOps/Agile Scenario</a:t>
          </a:r>
        </a:p>
      </dgm:t>
    </dgm:pt>
    <dgm:pt modelId="{C6C347FA-7084-414B-9A64-75D3151274F7}" type="parTrans" cxnId="{5A06108D-D8F4-944D-B11E-DE7F297D0A16}">
      <dgm:prSet/>
      <dgm:spPr/>
      <dgm:t>
        <a:bodyPr/>
        <a:lstStyle/>
        <a:p>
          <a:endParaRPr lang="en-US"/>
        </a:p>
      </dgm:t>
    </dgm:pt>
    <dgm:pt modelId="{7F02B62A-72C4-4243-BA1B-014B361369F8}" type="sibTrans" cxnId="{5A06108D-D8F4-944D-B11E-DE7F297D0A16}">
      <dgm:prSet/>
      <dgm:spPr/>
      <dgm:t>
        <a:bodyPr/>
        <a:lstStyle/>
        <a:p>
          <a:endParaRPr lang="en-US"/>
        </a:p>
      </dgm:t>
    </dgm:pt>
    <dgm:pt modelId="{F5C14F49-D2BD-D24E-8152-79CD173D5FD3}" type="pres">
      <dgm:prSet presAssocID="{AABD0E18-9494-C242-A47E-46D15E192712}" presName="linear" presStyleCnt="0">
        <dgm:presLayoutVars>
          <dgm:animLvl val="lvl"/>
          <dgm:resizeHandles val="exact"/>
        </dgm:presLayoutVars>
      </dgm:prSet>
      <dgm:spPr/>
    </dgm:pt>
    <dgm:pt modelId="{185123C6-6BE4-314B-B1C8-E0B5547AD3D7}" type="pres">
      <dgm:prSet presAssocID="{5A4BAD91-1E23-E34B-88B4-F10B70456D6B}" presName="parentText" presStyleLbl="node1" presStyleIdx="0" presStyleCnt="1" custLinFactNeighborX="3400" custLinFactNeighborY="-3138">
        <dgm:presLayoutVars>
          <dgm:chMax val="0"/>
          <dgm:bulletEnabled val="1"/>
        </dgm:presLayoutVars>
      </dgm:prSet>
      <dgm:spPr/>
    </dgm:pt>
  </dgm:ptLst>
  <dgm:cxnLst>
    <dgm:cxn modelId="{37D67046-D48A-A046-909F-51153011668E}" type="presOf" srcId="{AABD0E18-9494-C242-A47E-46D15E192712}" destId="{F5C14F49-D2BD-D24E-8152-79CD173D5FD3}" srcOrd="0" destOrd="0" presId="urn:microsoft.com/office/officeart/2005/8/layout/vList2"/>
    <dgm:cxn modelId="{5A06108D-D8F4-944D-B11E-DE7F297D0A16}" srcId="{AABD0E18-9494-C242-A47E-46D15E192712}" destId="{5A4BAD91-1E23-E34B-88B4-F10B70456D6B}" srcOrd="0" destOrd="0" parTransId="{C6C347FA-7084-414B-9A64-75D3151274F7}" sibTransId="{7F02B62A-72C4-4243-BA1B-014B361369F8}"/>
    <dgm:cxn modelId="{5AC0EFC7-B3D9-164B-80D4-AFEAACD6E982}" type="presOf" srcId="{5A4BAD91-1E23-E34B-88B4-F10B70456D6B}" destId="{185123C6-6BE4-314B-B1C8-E0B5547AD3D7}" srcOrd="0" destOrd="0" presId="urn:microsoft.com/office/officeart/2005/8/layout/vList2"/>
    <dgm:cxn modelId="{BA5B5994-983B-A24A-8C8E-F8FA631D0BB0}" type="presParOf" srcId="{F5C14F49-D2BD-D24E-8152-79CD173D5FD3}" destId="{185123C6-6BE4-314B-B1C8-E0B5547AD3D7}"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65AC716F-BA37-41C4-8EC6-6889228A2E6F}" type="doc">
      <dgm:prSet loTypeId="urn:microsoft.com/office/officeart/2005/8/layout/vList2" loCatId="list" qsTypeId="urn:microsoft.com/office/officeart/2005/8/quickstyle/3d4" qsCatId="3D" csTypeId="urn:microsoft.com/office/officeart/2005/8/colors/accent1_5" csCatId="accent1" phldr="1"/>
      <dgm:spPr/>
      <dgm:t>
        <a:bodyPr/>
        <a:lstStyle/>
        <a:p>
          <a:endParaRPr lang="en-US"/>
        </a:p>
      </dgm:t>
    </dgm:pt>
    <dgm:pt modelId="{0ED66764-B5B1-4BD4-9E5F-A1C5A5D2586B}">
      <dgm:prSet/>
      <dgm:spPr/>
      <dgm:t>
        <a:bodyPr/>
        <a:lstStyle/>
        <a:p>
          <a:r>
            <a:rPr lang="en-US" dirty="0"/>
            <a:t>With a DevOps model, when a bug or feature request is received, it can be assigned to a developer immediately.  </a:t>
          </a:r>
        </a:p>
      </dgm:t>
    </dgm:pt>
    <dgm:pt modelId="{1F559340-A85A-448C-AFBA-14F9F1116AFF}" type="parTrans" cxnId="{DD136A78-771C-4C05-8950-208A4C033F3D}">
      <dgm:prSet/>
      <dgm:spPr/>
      <dgm:t>
        <a:bodyPr/>
        <a:lstStyle/>
        <a:p>
          <a:endParaRPr lang="en-US"/>
        </a:p>
      </dgm:t>
    </dgm:pt>
    <dgm:pt modelId="{F95B7062-8D3D-43CB-8B19-A95AF1E76C25}" type="sibTrans" cxnId="{DD136A78-771C-4C05-8950-208A4C033F3D}">
      <dgm:prSet/>
      <dgm:spPr/>
      <dgm:t>
        <a:bodyPr/>
        <a:lstStyle/>
        <a:p>
          <a:endParaRPr lang="en-US"/>
        </a:p>
      </dgm:t>
    </dgm:pt>
    <dgm:pt modelId="{29D98C5E-922D-1349-8104-7089B043A023}">
      <dgm:prSet/>
      <dgm:spPr/>
      <dgm:t>
        <a:bodyPr/>
        <a:lstStyle/>
        <a:p>
          <a:r>
            <a:rPr lang="en-US" dirty="0"/>
            <a:t>This</a:t>
          </a:r>
          <a:r>
            <a:rPr lang="en-US" baseline="0" dirty="0"/>
            <a:t> method effectively eliminates the lead time, significantly reduces testing time, and essentially eliminated the time spent waiting until a fix/feature can be released.</a:t>
          </a:r>
          <a:endParaRPr lang="en-US" dirty="0"/>
        </a:p>
      </dgm:t>
    </dgm:pt>
    <dgm:pt modelId="{888111CB-238B-154B-999B-E5AD640F59E4}" type="parTrans" cxnId="{76A5EA9F-F30C-3449-9A5C-A8EA7327F062}">
      <dgm:prSet/>
      <dgm:spPr/>
      <dgm:t>
        <a:bodyPr/>
        <a:lstStyle/>
        <a:p>
          <a:endParaRPr lang="en-US"/>
        </a:p>
      </dgm:t>
    </dgm:pt>
    <dgm:pt modelId="{AA968C25-D76F-454F-9376-80BDCD553B90}" type="sibTrans" cxnId="{76A5EA9F-F30C-3449-9A5C-A8EA7327F062}">
      <dgm:prSet/>
      <dgm:spPr/>
      <dgm:t>
        <a:bodyPr/>
        <a:lstStyle/>
        <a:p>
          <a:endParaRPr lang="en-US"/>
        </a:p>
      </dgm:t>
    </dgm:pt>
    <dgm:pt modelId="{13813AA5-F205-EE45-8C52-DD602A98725D}">
      <dgm:prSet/>
      <dgm:spPr/>
      <dgm:t>
        <a:bodyPr/>
        <a:lstStyle/>
        <a:p>
          <a:r>
            <a:rPr lang="en-US" dirty="0"/>
            <a:t>When a fix or feature is complete, it can be immediately pushed into the production environment, for testing and release, one bug/feature at a time.</a:t>
          </a:r>
        </a:p>
      </dgm:t>
    </dgm:pt>
    <dgm:pt modelId="{13FACC0F-5891-B14B-9C1E-13E156A49F16}" type="parTrans" cxnId="{30101B2D-FAF0-2844-A8BD-942ACFE57EF5}">
      <dgm:prSet/>
      <dgm:spPr/>
      <dgm:t>
        <a:bodyPr/>
        <a:lstStyle/>
        <a:p>
          <a:endParaRPr lang="en-US"/>
        </a:p>
      </dgm:t>
    </dgm:pt>
    <dgm:pt modelId="{57343651-497A-374F-9F0F-9D8FAECD7C9B}" type="sibTrans" cxnId="{30101B2D-FAF0-2844-A8BD-942ACFE57EF5}">
      <dgm:prSet/>
      <dgm:spPr/>
      <dgm:t>
        <a:bodyPr/>
        <a:lstStyle/>
        <a:p>
          <a:endParaRPr lang="en-US"/>
        </a:p>
      </dgm:t>
    </dgm:pt>
    <dgm:pt modelId="{C63F2AD3-07BD-B146-9E04-FDC93976EB08}">
      <dgm:prSet phldrT="[Text]"/>
      <dgm:spPr/>
      <dgm:t>
        <a:bodyPr/>
        <a:lstStyle/>
        <a:p>
          <a:r>
            <a:rPr lang="en-US" dirty="0"/>
            <a:t>Because of the elimination of the wasted time in "queues", instead of months, many bugs or features can be released within days or a couple weeks from the time they were submitted.</a:t>
          </a:r>
        </a:p>
      </dgm:t>
    </dgm:pt>
    <dgm:pt modelId="{D5C49020-F493-CC43-9DA2-CFE7BACFBA03}" type="parTrans" cxnId="{8266FAB8-E242-3743-B4BE-2CC212862206}">
      <dgm:prSet/>
      <dgm:spPr/>
      <dgm:t>
        <a:bodyPr/>
        <a:lstStyle/>
        <a:p>
          <a:endParaRPr lang="en-US"/>
        </a:p>
      </dgm:t>
    </dgm:pt>
    <dgm:pt modelId="{485C2433-AF96-E64C-9F05-AC6F179696C8}" type="sibTrans" cxnId="{8266FAB8-E242-3743-B4BE-2CC212862206}">
      <dgm:prSet/>
      <dgm:spPr/>
      <dgm:t>
        <a:bodyPr/>
        <a:lstStyle/>
        <a:p>
          <a:endParaRPr lang="en-US"/>
        </a:p>
      </dgm:t>
    </dgm:pt>
    <dgm:pt modelId="{9EC9F416-74E7-C440-AED8-1ADBF98FB772}">
      <dgm:prSet phldrT="[Text]"/>
      <dgm:spPr/>
      <dgm:t>
        <a:bodyPr/>
        <a:lstStyle/>
        <a:p>
          <a:r>
            <a:rPr lang="en-US" dirty="0"/>
            <a:t>All of this, however, depends on the modular, </a:t>
          </a:r>
          <a:r>
            <a:rPr lang="en-US" dirty="0" err="1"/>
            <a:t>loosly</a:t>
          </a:r>
          <a:r>
            <a:rPr lang="en-US" dirty="0"/>
            <a:t>-coupled architecture of the product that allows teams to work on different parts of it without affecting the rest of the product.</a:t>
          </a:r>
        </a:p>
      </dgm:t>
    </dgm:pt>
    <dgm:pt modelId="{20CB4B27-34AC-E148-A5C3-01C32628593C}" type="parTrans" cxnId="{6D04024E-DB29-E845-BBC1-2FEB4BB4D4D6}">
      <dgm:prSet/>
      <dgm:spPr/>
      <dgm:t>
        <a:bodyPr/>
        <a:lstStyle/>
        <a:p>
          <a:endParaRPr lang="en-US"/>
        </a:p>
      </dgm:t>
    </dgm:pt>
    <dgm:pt modelId="{0D26916D-AFBD-5A4E-A13B-B95B66D3FC27}" type="sibTrans" cxnId="{6D04024E-DB29-E845-BBC1-2FEB4BB4D4D6}">
      <dgm:prSet/>
      <dgm:spPr/>
      <dgm:t>
        <a:bodyPr/>
        <a:lstStyle/>
        <a:p>
          <a:endParaRPr lang="en-US"/>
        </a:p>
      </dgm:t>
    </dgm:pt>
    <dgm:pt modelId="{F4B3F8E2-DF2C-184B-A1AD-8C6FDC0B47C7}" type="pres">
      <dgm:prSet presAssocID="{65AC716F-BA37-41C4-8EC6-6889228A2E6F}" presName="linear" presStyleCnt="0">
        <dgm:presLayoutVars>
          <dgm:animLvl val="lvl"/>
          <dgm:resizeHandles val="exact"/>
        </dgm:presLayoutVars>
      </dgm:prSet>
      <dgm:spPr/>
    </dgm:pt>
    <dgm:pt modelId="{A85CB90C-0639-2A49-A83C-72840C24EC32}" type="pres">
      <dgm:prSet presAssocID="{0ED66764-B5B1-4BD4-9E5F-A1C5A5D2586B}" presName="parentText" presStyleLbl="node1" presStyleIdx="0" presStyleCnt="5">
        <dgm:presLayoutVars>
          <dgm:chMax val="0"/>
          <dgm:bulletEnabled val="1"/>
        </dgm:presLayoutVars>
      </dgm:prSet>
      <dgm:spPr/>
    </dgm:pt>
    <dgm:pt modelId="{36A9CC40-6CF0-6A4D-B91B-CF03997274ED}" type="pres">
      <dgm:prSet presAssocID="{F95B7062-8D3D-43CB-8B19-A95AF1E76C25}" presName="spacer" presStyleCnt="0"/>
      <dgm:spPr/>
    </dgm:pt>
    <dgm:pt modelId="{5566C662-66CB-6947-9D00-5FB641E7ED2A}" type="pres">
      <dgm:prSet presAssocID="{13813AA5-F205-EE45-8C52-DD602A98725D}" presName="parentText" presStyleLbl="node1" presStyleIdx="1" presStyleCnt="5">
        <dgm:presLayoutVars>
          <dgm:chMax val="0"/>
          <dgm:bulletEnabled val="1"/>
        </dgm:presLayoutVars>
      </dgm:prSet>
      <dgm:spPr/>
    </dgm:pt>
    <dgm:pt modelId="{09362B7E-AA90-4E42-A418-A46AA6DE13A8}" type="pres">
      <dgm:prSet presAssocID="{57343651-497A-374F-9F0F-9D8FAECD7C9B}" presName="spacer" presStyleCnt="0"/>
      <dgm:spPr/>
    </dgm:pt>
    <dgm:pt modelId="{F6E75431-E198-CB44-A220-1A7E10F6F9ED}" type="pres">
      <dgm:prSet presAssocID="{29D98C5E-922D-1349-8104-7089B043A023}" presName="parentText" presStyleLbl="node1" presStyleIdx="2" presStyleCnt="5">
        <dgm:presLayoutVars>
          <dgm:chMax val="0"/>
          <dgm:bulletEnabled val="1"/>
        </dgm:presLayoutVars>
      </dgm:prSet>
      <dgm:spPr/>
    </dgm:pt>
    <dgm:pt modelId="{B23A8A8F-4403-F949-B028-F7C3F4C451F8}" type="pres">
      <dgm:prSet presAssocID="{AA968C25-D76F-454F-9376-80BDCD553B90}" presName="spacer" presStyleCnt="0"/>
      <dgm:spPr/>
    </dgm:pt>
    <dgm:pt modelId="{8302636A-23B0-0A48-9966-547845CA768F}" type="pres">
      <dgm:prSet presAssocID="{C63F2AD3-07BD-B146-9E04-FDC93976EB08}" presName="parentText" presStyleLbl="node1" presStyleIdx="3" presStyleCnt="5">
        <dgm:presLayoutVars>
          <dgm:chMax val="0"/>
          <dgm:bulletEnabled val="1"/>
        </dgm:presLayoutVars>
      </dgm:prSet>
      <dgm:spPr/>
    </dgm:pt>
    <dgm:pt modelId="{B6E590F8-B9F4-5949-9802-3301771BB811}" type="pres">
      <dgm:prSet presAssocID="{485C2433-AF96-E64C-9F05-AC6F179696C8}" presName="spacer" presStyleCnt="0"/>
      <dgm:spPr/>
    </dgm:pt>
    <dgm:pt modelId="{AC162031-3805-6D4D-8363-3B1F38FC2BC4}" type="pres">
      <dgm:prSet presAssocID="{9EC9F416-74E7-C440-AED8-1ADBF98FB772}" presName="parentText" presStyleLbl="node1" presStyleIdx="4" presStyleCnt="5">
        <dgm:presLayoutVars>
          <dgm:chMax val="0"/>
          <dgm:bulletEnabled val="1"/>
        </dgm:presLayoutVars>
      </dgm:prSet>
      <dgm:spPr/>
    </dgm:pt>
  </dgm:ptLst>
  <dgm:cxnLst>
    <dgm:cxn modelId="{86495A01-D387-6141-BB16-3F12314280AE}" type="presOf" srcId="{13813AA5-F205-EE45-8C52-DD602A98725D}" destId="{5566C662-66CB-6947-9D00-5FB641E7ED2A}" srcOrd="0" destOrd="0" presId="urn:microsoft.com/office/officeart/2005/8/layout/vList2"/>
    <dgm:cxn modelId="{D4C8C405-5940-0C45-9ECE-DF5B542A9B8F}" type="presOf" srcId="{65AC716F-BA37-41C4-8EC6-6889228A2E6F}" destId="{F4B3F8E2-DF2C-184B-A1AD-8C6FDC0B47C7}" srcOrd="0" destOrd="0" presId="urn:microsoft.com/office/officeart/2005/8/layout/vList2"/>
    <dgm:cxn modelId="{C8E1E216-33D8-DB41-A684-9364FFE7A55A}" type="presOf" srcId="{9EC9F416-74E7-C440-AED8-1ADBF98FB772}" destId="{AC162031-3805-6D4D-8363-3B1F38FC2BC4}" srcOrd="0" destOrd="0" presId="urn:microsoft.com/office/officeart/2005/8/layout/vList2"/>
    <dgm:cxn modelId="{30101B2D-FAF0-2844-A8BD-942ACFE57EF5}" srcId="{65AC716F-BA37-41C4-8EC6-6889228A2E6F}" destId="{13813AA5-F205-EE45-8C52-DD602A98725D}" srcOrd="1" destOrd="0" parTransId="{13FACC0F-5891-B14B-9C1E-13E156A49F16}" sibTransId="{57343651-497A-374F-9F0F-9D8FAECD7C9B}"/>
    <dgm:cxn modelId="{6D04024E-DB29-E845-BBC1-2FEB4BB4D4D6}" srcId="{65AC716F-BA37-41C4-8EC6-6889228A2E6F}" destId="{9EC9F416-74E7-C440-AED8-1ADBF98FB772}" srcOrd="4" destOrd="0" parTransId="{20CB4B27-34AC-E148-A5C3-01C32628593C}" sibTransId="{0D26916D-AFBD-5A4E-A13B-B95B66D3FC27}"/>
    <dgm:cxn modelId="{DD136A78-771C-4C05-8950-208A4C033F3D}" srcId="{65AC716F-BA37-41C4-8EC6-6889228A2E6F}" destId="{0ED66764-B5B1-4BD4-9E5F-A1C5A5D2586B}" srcOrd="0" destOrd="0" parTransId="{1F559340-A85A-448C-AFBA-14F9F1116AFF}" sibTransId="{F95B7062-8D3D-43CB-8B19-A95AF1E76C25}"/>
    <dgm:cxn modelId="{4ACBA199-328A-7B4E-88F1-2E44482D019B}" type="presOf" srcId="{0ED66764-B5B1-4BD4-9E5F-A1C5A5D2586B}" destId="{A85CB90C-0639-2A49-A83C-72840C24EC32}" srcOrd="0" destOrd="0" presId="urn:microsoft.com/office/officeart/2005/8/layout/vList2"/>
    <dgm:cxn modelId="{76A5EA9F-F30C-3449-9A5C-A8EA7327F062}" srcId="{65AC716F-BA37-41C4-8EC6-6889228A2E6F}" destId="{29D98C5E-922D-1349-8104-7089B043A023}" srcOrd="2" destOrd="0" parTransId="{888111CB-238B-154B-999B-E5AD640F59E4}" sibTransId="{AA968C25-D76F-454F-9376-80BDCD553B90}"/>
    <dgm:cxn modelId="{55696FA3-4DF3-E640-BD2F-65F73AB54B76}" type="presOf" srcId="{C63F2AD3-07BD-B146-9E04-FDC93976EB08}" destId="{8302636A-23B0-0A48-9966-547845CA768F}" srcOrd="0" destOrd="0" presId="urn:microsoft.com/office/officeart/2005/8/layout/vList2"/>
    <dgm:cxn modelId="{8266FAB8-E242-3743-B4BE-2CC212862206}" srcId="{65AC716F-BA37-41C4-8EC6-6889228A2E6F}" destId="{C63F2AD3-07BD-B146-9E04-FDC93976EB08}" srcOrd="3" destOrd="0" parTransId="{D5C49020-F493-CC43-9DA2-CFE7BACFBA03}" sibTransId="{485C2433-AF96-E64C-9F05-AC6F179696C8}"/>
    <dgm:cxn modelId="{39FC8DBE-51BF-A145-A41E-FF64983066A2}" type="presOf" srcId="{29D98C5E-922D-1349-8104-7089B043A023}" destId="{F6E75431-E198-CB44-A220-1A7E10F6F9ED}" srcOrd="0" destOrd="0" presId="urn:microsoft.com/office/officeart/2005/8/layout/vList2"/>
    <dgm:cxn modelId="{8EA3C77A-DF3E-7C4E-A74C-686C86B0433F}" type="presParOf" srcId="{F4B3F8E2-DF2C-184B-A1AD-8C6FDC0B47C7}" destId="{A85CB90C-0639-2A49-A83C-72840C24EC32}" srcOrd="0" destOrd="0" presId="urn:microsoft.com/office/officeart/2005/8/layout/vList2"/>
    <dgm:cxn modelId="{897809A4-60B9-E44E-B1FE-F2B779A7A1C1}" type="presParOf" srcId="{F4B3F8E2-DF2C-184B-A1AD-8C6FDC0B47C7}" destId="{36A9CC40-6CF0-6A4D-B91B-CF03997274ED}" srcOrd="1" destOrd="0" presId="urn:microsoft.com/office/officeart/2005/8/layout/vList2"/>
    <dgm:cxn modelId="{320725EC-814D-034E-8BF7-0108F2D40215}" type="presParOf" srcId="{F4B3F8E2-DF2C-184B-A1AD-8C6FDC0B47C7}" destId="{5566C662-66CB-6947-9D00-5FB641E7ED2A}" srcOrd="2" destOrd="0" presId="urn:microsoft.com/office/officeart/2005/8/layout/vList2"/>
    <dgm:cxn modelId="{2C3889A5-5A3D-BF46-A6FE-1D2C4110C269}" type="presParOf" srcId="{F4B3F8E2-DF2C-184B-A1AD-8C6FDC0B47C7}" destId="{09362B7E-AA90-4E42-A418-A46AA6DE13A8}" srcOrd="3" destOrd="0" presId="urn:microsoft.com/office/officeart/2005/8/layout/vList2"/>
    <dgm:cxn modelId="{62E5F35C-F09F-8C4D-BD6F-B7DE41FD5D26}" type="presParOf" srcId="{F4B3F8E2-DF2C-184B-A1AD-8C6FDC0B47C7}" destId="{F6E75431-E198-CB44-A220-1A7E10F6F9ED}" srcOrd="4" destOrd="0" presId="urn:microsoft.com/office/officeart/2005/8/layout/vList2"/>
    <dgm:cxn modelId="{9E4FA922-F3A3-5D41-BC9A-679850E655DB}" type="presParOf" srcId="{F4B3F8E2-DF2C-184B-A1AD-8C6FDC0B47C7}" destId="{B23A8A8F-4403-F949-B028-F7C3F4C451F8}" srcOrd="5" destOrd="0" presId="urn:microsoft.com/office/officeart/2005/8/layout/vList2"/>
    <dgm:cxn modelId="{7BE4029B-9A74-954A-8053-F2292C71BF7A}" type="presParOf" srcId="{F4B3F8E2-DF2C-184B-A1AD-8C6FDC0B47C7}" destId="{8302636A-23B0-0A48-9966-547845CA768F}" srcOrd="6" destOrd="0" presId="urn:microsoft.com/office/officeart/2005/8/layout/vList2"/>
    <dgm:cxn modelId="{A9E06813-1E1D-9340-96D1-43D6F0F3AB01}" type="presParOf" srcId="{F4B3F8E2-DF2C-184B-A1AD-8C6FDC0B47C7}" destId="{B6E590F8-B9F4-5949-9802-3301771BB811}" srcOrd="7" destOrd="0" presId="urn:microsoft.com/office/officeart/2005/8/layout/vList2"/>
    <dgm:cxn modelId="{ECACFD0E-EB66-7242-BEA7-85D607303447}" type="presParOf" srcId="{F4B3F8E2-DF2C-184B-A1AD-8C6FDC0B47C7}" destId="{AC162031-3805-6D4D-8363-3B1F38FC2BC4}" srcOrd="8"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74E94C9B-8A81-484B-92DC-0A42F50A9DBE}" type="doc">
      <dgm:prSet loTypeId="urn:microsoft.com/office/officeart/2005/8/layout/vList2" loCatId="" qsTypeId="urn:microsoft.com/office/officeart/2005/8/quickstyle/3d2" qsCatId="3D" csTypeId="urn:microsoft.com/office/officeart/2005/8/colors/accent0_3" csCatId="mainScheme" phldr="1"/>
      <dgm:spPr/>
      <dgm:t>
        <a:bodyPr/>
        <a:lstStyle/>
        <a:p>
          <a:endParaRPr lang="en-US"/>
        </a:p>
      </dgm:t>
    </dgm:pt>
    <dgm:pt modelId="{2B537B63-C95C-DA46-9A04-66B12BB97496}">
      <dgm:prSet phldrT="[Text]"/>
      <dgm:spPr/>
      <dgm:t>
        <a:bodyPr/>
        <a:lstStyle/>
        <a:p>
          <a:pPr algn="ctr"/>
          <a:r>
            <a:rPr lang="en-US" dirty="0">
              <a:solidFill>
                <a:schemeClr val="bg2">
                  <a:lumMod val="50000"/>
                </a:schemeClr>
              </a:solidFill>
            </a:rPr>
            <a:t>Infographic created with Claude AI (2026)</a:t>
          </a:r>
        </a:p>
      </dgm:t>
    </dgm:pt>
    <dgm:pt modelId="{3CC3BB71-1382-C444-BCF4-85FD06E768C0}" type="parTrans" cxnId="{68C86015-7364-FC45-B350-EE73A402E4F8}">
      <dgm:prSet/>
      <dgm:spPr/>
      <dgm:t>
        <a:bodyPr/>
        <a:lstStyle/>
        <a:p>
          <a:endParaRPr lang="en-US"/>
        </a:p>
      </dgm:t>
    </dgm:pt>
    <dgm:pt modelId="{C5C6B19D-902B-1448-8613-44D0E8A6A6F9}" type="sibTrans" cxnId="{68C86015-7364-FC45-B350-EE73A402E4F8}">
      <dgm:prSet/>
      <dgm:spPr/>
      <dgm:t>
        <a:bodyPr/>
        <a:lstStyle/>
        <a:p>
          <a:endParaRPr lang="en-US"/>
        </a:p>
      </dgm:t>
    </dgm:pt>
    <dgm:pt modelId="{0B50D53F-A840-9A45-8902-3B908E41B5C5}" type="pres">
      <dgm:prSet presAssocID="{74E94C9B-8A81-484B-92DC-0A42F50A9DBE}" presName="linear" presStyleCnt="0">
        <dgm:presLayoutVars>
          <dgm:animLvl val="lvl"/>
          <dgm:resizeHandles val="exact"/>
        </dgm:presLayoutVars>
      </dgm:prSet>
      <dgm:spPr/>
    </dgm:pt>
    <dgm:pt modelId="{6BBBDA9A-97EA-0E40-AB9A-BC848D4198EA}" type="pres">
      <dgm:prSet presAssocID="{2B537B63-C95C-DA46-9A04-66B12BB97496}" presName="parentText" presStyleLbl="node1" presStyleIdx="0" presStyleCnt="1">
        <dgm:presLayoutVars>
          <dgm:chMax val="0"/>
          <dgm:bulletEnabled val="1"/>
        </dgm:presLayoutVars>
      </dgm:prSet>
      <dgm:spPr/>
    </dgm:pt>
  </dgm:ptLst>
  <dgm:cxnLst>
    <dgm:cxn modelId="{68C86015-7364-FC45-B350-EE73A402E4F8}" srcId="{74E94C9B-8A81-484B-92DC-0A42F50A9DBE}" destId="{2B537B63-C95C-DA46-9A04-66B12BB97496}" srcOrd="0" destOrd="0" parTransId="{3CC3BB71-1382-C444-BCF4-85FD06E768C0}" sibTransId="{C5C6B19D-902B-1448-8613-44D0E8A6A6F9}"/>
    <dgm:cxn modelId="{03B9393C-077A-5743-814F-E9A33CC6874B}" type="presOf" srcId="{74E94C9B-8A81-484B-92DC-0A42F50A9DBE}" destId="{0B50D53F-A840-9A45-8902-3B908E41B5C5}" srcOrd="0" destOrd="0" presId="urn:microsoft.com/office/officeart/2005/8/layout/vList2"/>
    <dgm:cxn modelId="{F79CF548-58DD-7A4E-9B78-82D00B802C1F}" type="presOf" srcId="{2B537B63-C95C-DA46-9A04-66B12BB97496}" destId="{6BBBDA9A-97EA-0E40-AB9A-BC848D4198EA}" srcOrd="0" destOrd="0" presId="urn:microsoft.com/office/officeart/2005/8/layout/vList2"/>
    <dgm:cxn modelId="{D4D349B5-C5A8-0A4B-95DC-13A50914BB81}" type="presParOf" srcId="{0B50D53F-A840-9A45-8902-3B908E41B5C5}" destId="{6BBBDA9A-97EA-0E40-AB9A-BC848D4198EA}"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F8970F8B-158F-C847-A01E-660D725B0B55}" type="doc">
      <dgm:prSet loTypeId="urn:microsoft.com/office/officeart/2005/8/layout/vList2" loCatId="list" qsTypeId="urn:microsoft.com/office/officeart/2005/8/quickstyle/3d2" qsCatId="3D" csTypeId="urn:microsoft.com/office/officeart/2005/8/colors/accent0_3" csCatId="mainScheme"/>
      <dgm:spPr/>
      <dgm:t>
        <a:bodyPr/>
        <a:lstStyle/>
        <a:p>
          <a:endParaRPr lang="en-US"/>
        </a:p>
      </dgm:t>
    </dgm:pt>
    <dgm:pt modelId="{089AD3AA-6D23-784F-AF8A-C6D7F62C97D1}">
      <dgm:prSet/>
      <dgm:spPr/>
      <dgm:t>
        <a:bodyPr/>
        <a:lstStyle/>
        <a:p>
          <a:pPr algn="ctr"/>
          <a:r>
            <a:rPr lang="en-US"/>
            <a:t>Why does this matter?</a:t>
          </a:r>
        </a:p>
      </dgm:t>
    </dgm:pt>
    <dgm:pt modelId="{3897EA9D-6C70-8D4A-8419-14337769E1AF}" type="parTrans" cxnId="{A1BE9847-A6FE-C147-BEFF-9D2C90A094F2}">
      <dgm:prSet/>
      <dgm:spPr/>
      <dgm:t>
        <a:bodyPr/>
        <a:lstStyle/>
        <a:p>
          <a:endParaRPr lang="en-US"/>
        </a:p>
      </dgm:t>
    </dgm:pt>
    <dgm:pt modelId="{CC053C18-AAE0-ED47-A0C2-0C2DDD417F68}" type="sibTrans" cxnId="{A1BE9847-A6FE-C147-BEFF-9D2C90A094F2}">
      <dgm:prSet/>
      <dgm:spPr/>
      <dgm:t>
        <a:bodyPr/>
        <a:lstStyle/>
        <a:p>
          <a:endParaRPr lang="en-US"/>
        </a:p>
      </dgm:t>
    </dgm:pt>
    <dgm:pt modelId="{BFC9957D-84CE-4947-B57D-3F7A04E3D4EB}" type="pres">
      <dgm:prSet presAssocID="{F8970F8B-158F-C847-A01E-660D725B0B55}" presName="linear" presStyleCnt="0">
        <dgm:presLayoutVars>
          <dgm:animLvl val="lvl"/>
          <dgm:resizeHandles val="exact"/>
        </dgm:presLayoutVars>
      </dgm:prSet>
      <dgm:spPr/>
    </dgm:pt>
    <dgm:pt modelId="{906C6ADD-5531-734B-8860-BEDFCB68EB40}" type="pres">
      <dgm:prSet presAssocID="{089AD3AA-6D23-784F-AF8A-C6D7F62C97D1}" presName="parentText" presStyleLbl="node1" presStyleIdx="0" presStyleCnt="1">
        <dgm:presLayoutVars>
          <dgm:chMax val="0"/>
          <dgm:bulletEnabled val="1"/>
        </dgm:presLayoutVars>
      </dgm:prSet>
      <dgm:spPr/>
    </dgm:pt>
  </dgm:ptLst>
  <dgm:cxnLst>
    <dgm:cxn modelId="{A1BE9847-A6FE-C147-BEFF-9D2C90A094F2}" srcId="{F8970F8B-158F-C847-A01E-660D725B0B55}" destId="{089AD3AA-6D23-784F-AF8A-C6D7F62C97D1}" srcOrd="0" destOrd="0" parTransId="{3897EA9D-6C70-8D4A-8419-14337769E1AF}" sibTransId="{CC053C18-AAE0-ED47-A0C2-0C2DDD417F68}"/>
    <dgm:cxn modelId="{7C79B982-4019-F848-8606-813A05F055EB}" type="presOf" srcId="{089AD3AA-6D23-784F-AF8A-C6D7F62C97D1}" destId="{906C6ADD-5531-734B-8860-BEDFCB68EB40}" srcOrd="0" destOrd="0" presId="urn:microsoft.com/office/officeart/2005/8/layout/vList2"/>
    <dgm:cxn modelId="{BE52E9C9-F9EB-EB44-9A4A-4FD2CAC1EB3E}" type="presOf" srcId="{F8970F8B-158F-C847-A01E-660D725B0B55}" destId="{BFC9957D-84CE-4947-B57D-3F7A04E3D4EB}" srcOrd="0" destOrd="0" presId="urn:microsoft.com/office/officeart/2005/8/layout/vList2"/>
    <dgm:cxn modelId="{1709D2E6-79D7-2C42-A84C-BD4E471F668F}" type="presParOf" srcId="{BFC9957D-84CE-4947-B57D-3F7A04E3D4EB}" destId="{906C6ADD-5531-734B-8860-BEDFCB68EB4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7D6165B-CCDA-4D1C-AFE4-9159B6C959D6}" type="doc">
      <dgm:prSet loTypeId="urn:microsoft.com/office/officeart/2005/8/layout/list1" loCatId="list" qsTypeId="urn:microsoft.com/office/officeart/2005/8/quickstyle/3d3" qsCatId="3D" csTypeId="urn:microsoft.com/office/officeart/2005/8/colors/accent0_3" csCatId="mainScheme"/>
      <dgm:spPr/>
      <dgm:t>
        <a:bodyPr/>
        <a:lstStyle/>
        <a:p>
          <a:endParaRPr lang="en-US"/>
        </a:p>
      </dgm:t>
    </dgm:pt>
    <dgm:pt modelId="{EEB6307B-F707-41B4-98C9-11F0B6A19951}">
      <dgm:prSet custT="1"/>
      <dgm:spPr/>
      <dgm:t>
        <a:bodyPr/>
        <a:lstStyle/>
        <a:p>
          <a:r>
            <a:rPr lang="en-US" sz="2400" dirty="0"/>
            <a:t>Customer doesn’t need to wait as long</a:t>
          </a:r>
        </a:p>
      </dgm:t>
    </dgm:pt>
    <dgm:pt modelId="{77D4CAAE-D6F8-497B-BA9F-A63E64D032BA}" type="parTrans" cxnId="{6BF9EC2F-F8C7-4377-B517-9C5718449987}">
      <dgm:prSet/>
      <dgm:spPr/>
      <dgm:t>
        <a:bodyPr/>
        <a:lstStyle/>
        <a:p>
          <a:endParaRPr lang="en-US"/>
        </a:p>
      </dgm:t>
    </dgm:pt>
    <dgm:pt modelId="{13EA0D88-46C0-4F26-9C76-148331DFE8A5}" type="sibTrans" cxnId="{6BF9EC2F-F8C7-4377-B517-9C5718449987}">
      <dgm:prSet/>
      <dgm:spPr/>
      <dgm:t>
        <a:bodyPr/>
        <a:lstStyle/>
        <a:p>
          <a:endParaRPr lang="en-US"/>
        </a:p>
      </dgm:t>
    </dgm:pt>
    <dgm:pt modelId="{9DCBEDA4-9BFE-4A52-8685-C39C969B5D06}">
      <dgm:prSet/>
      <dgm:spPr/>
      <dgm:t>
        <a:bodyPr/>
        <a:lstStyle/>
        <a:p>
          <a:r>
            <a:rPr lang="en-US"/>
            <a:t>Wasted time on customer requests significantly reduced or eliminated entirely</a:t>
          </a:r>
        </a:p>
      </dgm:t>
    </dgm:pt>
    <dgm:pt modelId="{ACCE86BF-C549-463D-A10F-77F9B9C30469}" type="parTrans" cxnId="{9C78365D-E13B-400A-A4B9-91B5C430B421}">
      <dgm:prSet/>
      <dgm:spPr/>
      <dgm:t>
        <a:bodyPr/>
        <a:lstStyle/>
        <a:p>
          <a:endParaRPr lang="en-US"/>
        </a:p>
      </dgm:t>
    </dgm:pt>
    <dgm:pt modelId="{8BB93CD2-9EDF-402F-9E30-8D4F25CEC343}" type="sibTrans" cxnId="{9C78365D-E13B-400A-A4B9-91B5C430B421}">
      <dgm:prSet/>
      <dgm:spPr/>
      <dgm:t>
        <a:bodyPr/>
        <a:lstStyle/>
        <a:p>
          <a:endParaRPr lang="en-US"/>
        </a:p>
      </dgm:t>
    </dgm:pt>
    <dgm:pt modelId="{A4342123-BE73-463D-9911-436DAB559E84}">
      <dgm:prSet custT="1"/>
      <dgm:spPr/>
      <dgm:t>
        <a:bodyPr/>
        <a:lstStyle/>
        <a:p>
          <a:r>
            <a:rPr lang="en-US" sz="2400" dirty="0"/>
            <a:t>Improved Quality</a:t>
          </a:r>
        </a:p>
      </dgm:t>
    </dgm:pt>
    <dgm:pt modelId="{FF4BDFB2-CA77-4D88-88E2-58FCE2DDE61D}" type="parTrans" cxnId="{9E007EEC-3296-4C83-B0A0-E57F2084B7D2}">
      <dgm:prSet/>
      <dgm:spPr/>
      <dgm:t>
        <a:bodyPr/>
        <a:lstStyle/>
        <a:p>
          <a:endParaRPr lang="en-US"/>
        </a:p>
      </dgm:t>
    </dgm:pt>
    <dgm:pt modelId="{77A37EED-3DF1-4C18-BF36-A9264BBCD660}" type="sibTrans" cxnId="{9E007EEC-3296-4C83-B0A0-E57F2084B7D2}">
      <dgm:prSet/>
      <dgm:spPr/>
      <dgm:t>
        <a:bodyPr/>
        <a:lstStyle/>
        <a:p>
          <a:endParaRPr lang="en-US"/>
        </a:p>
      </dgm:t>
    </dgm:pt>
    <dgm:pt modelId="{7E2C2ACE-3F09-4512-97BD-65179A185D52}">
      <dgm:prSet/>
      <dgm:spPr/>
      <dgm:t>
        <a:bodyPr/>
        <a:lstStyle/>
        <a:p>
          <a:r>
            <a:rPr lang="en-US" dirty="0"/>
            <a:t>Because releases are smaller with fewer moving parts, there is less of a chance of unexpected interactions.</a:t>
          </a:r>
        </a:p>
      </dgm:t>
    </dgm:pt>
    <dgm:pt modelId="{5D255724-9BED-4B78-B3E7-B3011C2475D4}" type="parTrans" cxnId="{3C4A6078-1C48-43E2-9109-1090E9F5F096}">
      <dgm:prSet/>
      <dgm:spPr/>
      <dgm:t>
        <a:bodyPr/>
        <a:lstStyle/>
        <a:p>
          <a:endParaRPr lang="en-US"/>
        </a:p>
      </dgm:t>
    </dgm:pt>
    <dgm:pt modelId="{996B8FE9-F845-44A5-8AFF-7DAA6FBBFA2A}" type="sibTrans" cxnId="{3C4A6078-1C48-43E2-9109-1090E9F5F096}">
      <dgm:prSet/>
      <dgm:spPr/>
      <dgm:t>
        <a:bodyPr/>
        <a:lstStyle/>
        <a:p>
          <a:endParaRPr lang="en-US"/>
        </a:p>
      </dgm:t>
    </dgm:pt>
    <dgm:pt modelId="{535B17A9-813B-4A6D-A813-C58A08700EED}">
      <dgm:prSet custT="1"/>
      <dgm:spPr/>
      <dgm:t>
        <a:bodyPr/>
        <a:lstStyle/>
        <a:p>
          <a:r>
            <a:rPr lang="en-US" sz="2400" dirty="0"/>
            <a:t>Comparative Advantage</a:t>
          </a:r>
        </a:p>
      </dgm:t>
    </dgm:pt>
    <dgm:pt modelId="{5AC8CB8F-9899-4AA6-86DF-F249803318B0}" type="parTrans" cxnId="{07B5C3FF-475F-4105-8DFC-3DD82463518E}">
      <dgm:prSet/>
      <dgm:spPr/>
      <dgm:t>
        <a:bodyPr/>
        <a:lstStyle/>
        <a:p>
          <a:endParaRPr lang="en-US"/>
        </a:p>
      </dgm:t>
    </dgm:pt>
    <dgm:pt modelId="{9C8C2CBF-12E7-477C-B3FC-E7661F79E827}" type="sibTrans" cxnId="{07B5C3FF-475F-4105-8DFC-3DD82463518E}">
      <dgm:prSet/>
      <dgm:spPr/>
      <dgm:t>
        <a:bodyPr/>
        <a:lstStyle/>
        <a:p>
          <a:endParaRPr lang="en-US"/>
        </a:p>
      </dgm:t>
    </dgm:pt>
    <dgm:pt modelId="{DA2975CC-CBE2-4A34-90DA-E638FF03A060}">
      <dgm:prSet/>
      <dgm:spPr/>
      <dgm:t>
        <a:bodyPr/>
        <a:lstStyle/>
        <a:p>
          <a:r>
            <a:rPr lang="en-US" dirty="0"/>
            <a:t>Since development of features is faster, Organizations can respond to changes in the industry faster.</a:t>
          </a:r>
        </a:p>
      </dgm:t>
    </dgm:pt>
    <dgm:pt modelId="{F49CBBE0-2938-49D4-B059-AA3D1B5AC816}" type="parTrans" cxnId="{E16A6937-75C1-4F83-97D2-42E14A4A03F0}">
      <dgm:prSet/>
      <dgm:spPr/>
      <dgm:t>
        <a:bodyPr/>
        <a:lstStyle/>
        <a:p>
          <a:endParaRPr lang="en-US"/>
        </a:p>
      </dgm:t>
    </dgm:pt>
    <dgm:pt modelId="{1C477902-E8BC-4D71-B315-8198D8E984B9}" type="sibTrans" cxnId="{E16A6937-75C1-4F83-97D2-42E14A4A03F0}">
      <dgm:prSet/>
      <dgm:spPr/>
      <dgm:t>
        <a:bodyPr/>
        <a:lstStyle/>
        <a:p>
          <a:endParaRPr lang="en-US"/>
        </a:p>
      </dgm:t>
    </dgm:pt>
    <dgm:pt modelId="{50B11982-54B3-C74E-9515-011BE187B6F8}" type="pres">
      <dgm:prSet presAssocID="{A7D6165B-CCDA-4D1C-AFE4-9159B6C959D6}" presName="linear" presStyleCnt="0">
        <dgm:presLayoutVars>
          <dgm:dir/>
          <dgm:animLvl val="lvl"/>
          <dgm:resizeHandles val="exact"/>
        </dgm:presLayoutVars>
      </dgm:prSet>
      <dgm:spPr/>
    </dgm:pt>
    <dgm:pt modelId="{D90DB2BB-6358-D142-A7B7-449229B0FC1B}" type="pres">
      <dgm:prSet presAssocID="{EEB6307B-F707-41B4-98C9-11F0B6A19951}" presName="parentLin" presStyleCnt="0"/>
      <dgm:spPr/>
    </dgm:pt>
    <dgm:pt modelId="{60024014-2290-A344-BD71-130A42E5DC74}" type="pres">
      <dgm:prSet presAssocID="{EEB6307B-F707-41B4-98C9-11F0B6A19951}" presName="parentLeftMargin" presStyleLbl="node1" presStyleIdx="0" presStyleCnt="3"/>
      <dgm:spPr/>
    </dgm:pt>
    <dgm:pt modelId="{59AC496B-B159-F946-8BB9-A23B32DF09CE}" type="pres">
      <dgm:prSet presAssocID="{EEB6307B-F707-41B4-98C9-11F0B6A19951}" presName="parentText" presStyleLbl="node1" presStyleIdx="0" presStyleCnt="3">
        <dgm:presLayoutVars>
          <dgm:chMax val="0"/>
          <dgm:bulletEnabled val="1"/>
        </dgm:presLayoutVars>
      </dgm:prSet>
      <dgm:spPr/>
    </dgm:pt>
    <dgm:pt modelId="{70D4BFD6-796C-904F-B6CA-F22D6EE9BB2B}" type="pres">
      <dgm:prSet presAssocID="{EEB6307B-F707-41B4-98C9-11F0B6A19951}" presName="negativeSpace" presStyleCnt="0"/>
      <dgm:spPr/>
    </dgm:pt>
    <dgm:pt modelId="{DD35B4A6-CEB9-CB44-B1E5-DBB33AF23A07}" type="pres">
      <dgm:prSet presAssocID="{EEB6307B-F707-41B4-98C9-11F0B6A19951}" presName="childText" presStyleLbl="conFgAcc1" presStyleIdx="0" presStyleCnt="3">
        <dgm:presLayoutVars>
          <dgm:bulletEnabled val="1"/>
        </dgm:presLayoutVars>
      </dgm:prSet>
      <dgm:spPr/>
    </dgm:pt>
    <dgm:pt modelId="{44540A1C-D0F9-394C-AA24-CD101E33EF33}" type="pres">
      <dgm:prSet presAssocID="{13EA0D88-46C0-4F26-9C76-148331DFE8A5}" presName="spaceBetweenRectangles" presStyleCnt="0"/>
      <dgm:spPr/>
    </dgm:pt>
    <dgm:pt modelId="{561646C3-9188-C342-AED9-33A59F257799}" type="pres">
      <dgm:prSet presAssocID="{A4342123-BE73-463D-9911-436DAB559E84}" presName="parentLin" presStyleCnt="0"/>
      <dgm:spPr/>
    </dgm:pt>
    <dgm:pt modelId="{013B0B77-B35A-B941-AB7E-5F5DDDB1EE23}" type="pres">
      <dgm:prSet presAssocID="{A4342123-BE73-463D-9911-436DAB559E84}" presName="parentLeftMargin" presStyleLbl="node1" presStyleIdx="0" presStyleCnt="3"/>
      <dgm:spPr/>
    </dgm:pt>
    <dgm:pt modelId="{83D1D7D3-19F8-8047-968C-B34F38C8F7E5}" type="pres">
      <dgm:prSet presAssocID="{A4342123-BE73-463D-9911-436DAB559E84}" presName="parentText" presStyleLbl="node1" presStyleIdx="1" presStyleCnt="3">
        <dgm:presLayoutVars>
          <dgm:chMax val="0"/>
          <dgm:bulletEnabled val="1"/>
        </dgm:presLayoutVars>
      </dgm:prSet>
      <dgm:spPr/>
    </dgm:pt>
    <dgm:pt modelId="{8BEFC0BB-6643-4E4D-B7A4-5DC275D0ACCC}" type="pres">
      <dgm:prSet presAssocID="{A4342123-BE73-463D-9911-436DAB559E84}" presName="negativeSpace" presStyleCnt="0"/>
      <dgm:spPr/>
    </dgm:pt>
    <dgm:pt modelId="{C979C4DB-F79E-8C4D-881E-D0E69C2E88DD}" type="pres">
      <dgm:prSet presAssocID="{A4342123-BE73-463D-9911-436DAB559E84}" presName="childText" presStyleLbl="conFgAcc1" presStyleIdx="1" presStyleCnt="3">
        <dgm:presLayoutVars>
          <dgm:bulletEnabled val="1"/>
        </dgm:presLayoutVars>
      </dgm:prSet>
      <dgm:spPr/>
    </dgm:pt>
    <dgm:pt modelId="{8D5A1A4F-9575-8D43-8B2D-750F939AD454}" type="pres">
      <dgm:prSet presAssocID="{77A37EED-3DF1-4C18-BF36-A9264BBCD660}" presName="spaceBetweenRectangles" presStyleCnt="0"/>
      <dgm:spPr/>
    </dgm:pt>
    <dgm:pt modelId="{EDADC84B-627E-4C48-810F-F59E0A69D390}" type="pres">
      <dgm:prSet presAssocID="{535B17A9-813B-4A6D-A813-C58A08700EED}" presName="parentLin" presStyleCnt="0"/>
      <dgm:spPr/>
    </dgm:pt>
    <dgm:pt modelId="{86CA5885-26F5-F245-9C62-35A4BE2644E5}" type="pres">
      <dgm:prSet presAssocID="{535B17A9-813B-4A6D-A813-C58A08700EED}" presName="parentLeftMargin" presStyleLbl="node1" presStyleIdx="1" presStyleCnt="3"/>
      <dgm:spPr/>
    </dgm:pt>
    <dgm:pt modelId="{C2B387EB-5D73-9B45-90C6-F76AC3BF3280}" type="pres">
      <dgm:prSet presAssocID="{535B17A9-813B-4A6D-A813-C58A08700EED}" presName="parentText" presStyleLbl="node1" presStyleIdx="2" presStyleCnt="3">
        <dgm:presLayoutVars>
          <dgm:chMax val="0"/>
          <dgm:bulletEnabled val="1"/>
        </dgm:presLayoutVars>
      </dgm:prSet>
      <dgm:spPr/>
    </dgm:pt>
    <dgm:pt modelId="{7415992F-16A8-B34F-B1D7-C7AAE538CBB0}" type="pres">
      <dgm:prSet presAssocID="{535B17A9-813B-4A6D-A813-C58A08700EED}" presName="negativeSpace" presStyleCnt="0"/>
      <dgm:spPr/>
    </dgm:pt>
    <dgm:pt modelId="{76C9D755-ADC5-EE40-98F1-0AF7EEA58909}" type="pres">
      <dgm:prSet presAssocID="{535B17A9-813B-4A6D-A813-C58A08700EED}" presName="childText" presStyleLbl="conFgAcc1" presStyleIdx="2" presStyleCnt="3">
        <dgm:presLayoutVars>
          <dgm:bulletEnabled val="1"/>
        </dgm:presLayoutVars>
      </dgm:prSet>
      <dgm:spPr/>
    </dgm:pt>
  </dgm:ptLst>
  <dgm:cxnLst>
    <dgm:cxn modelId="{A7207C00-6562-5C49-BF64-3FF7EEDBB269}" type="presOf" srcId="{7E2C2ACE-3F09-4512-97BD-65179A185D52}" destId="{C979C4DB-F79E-8C4D-881E-D0E69C2E88DD}" srcOrd="0" destOrd="0" presId="urn:microsoft.com/office/officeart/2005/8/layout/list1"/>
    <dgm:cxn modelId="{ED72C404-EE66-7849-A90F-7423DC71ECDA}" type="presOf" srcId="{A4342123-BE73-463D-9911-436DAB559E84}" destId="{83D1D7D3-19F8-8047-968C-B34F38C8F7E5}" srcOrd="1" destOrd="0" presId="urn:microsoft.com/office/officeart/2005/8/layout/list1"/>
    <dgm:cxn modelId="{00D94E1F-511F-0E42-9AAE-25079FEAE81E}" type="presOf" srcId="{DA2975CC-CBE2-4A34-90DA-E638FF03A060}" destId="{76C9D755-ADC5-EE40-98F1-0AF7EEA58909}" srcOrd="0" destOrd="0" presId="urn:microsoft.com/office/officeart/2005/8/layout/list1"/>
    <dgm:cxn modelId="{6BF9EC2F-F8C7-4377-B517-9C5718449987}" srcId="{A7D6165B-CCDA-4D1C-AFE4-9159B6C959D6}" destId="{EEB6307B-F707-41B4-98C9-11F0B6A19951}" srcOrd="0" destOrd="0" parTransId="{77D4CAAE-D6F8-497B-BA9F-A63E64D032BA}" sibTransId="{13EA0D88-46C0-4F26-9C76-148331DFE8A5}"/>
    <dgm:cxn modelId="{E16A6937-75C1-4F83-97D2-42E14A4A03F0}" srcId="{535B17A9-813B-4A6D-A813-C58A08700EED}" destId="{DA2975CC-CBE2-4A34-90DA-E638FF03A060}" srcOrd="0" destOrd="0" parTransId="{F49CBBE0-2938-49D4-B059-AA3D1B5AC816}" sibTransId="{1C477902-E8BC-4D71-B315-8198D8E984B9}"/>
    <dgm:cxn modelId="{E1EF013C-C634-F44E-812B-2E346E1AEF76}" type="presOf" srcId="{A4342123-BE73-463D-9911-436DAB559E84}" destId="{013B0B77-B35A-B941-AB7E-5F5DDDB1EE23}" srcOrd="0" destOrd="0" presId="urn:microsoft.com/office/officeart/2005/8/layout/list1"/>
    <dgm:cxn modelId="{E7ECAE55-1809-1548-89B9-D9BB7B26BE5D}" type="presOf" srcId="{9DCBEDA4-9BFE-4A52-8685-C39C969B5D06}" destId="{DD35B4A6-CEB9-CB44-B1E5-DBB33AF23A07}" srcOrd="0" destOrd="0" presId="urn:microsoft.com/office/officeart/2005/8/layout/list1"/>
    <dgm:cxn modelId="{9C78365D-E13B-400A-A4B9-91B5C430B421}" srcId="{EEB6307B-F707-41B4-98C9-11F0B6A19951}" destId="{9DCBEDA4-9BFE-4A52-8685-C39C969B5D06}" srcOrd="0" destOrd="0" parTransId="{ACCE86BF-C549-463D-A10F-77F9B9C30469}" sibTransId="{8BB93CD2-9EDF-402F-9E30-8D4F25CEC343}"/>
    <dgm:cxn modelId="{3C4A6078-1C48-43E2-9109-1090E9F5F096}" srcId="{A4342123-BE73-463D-9911-436DAB559E84}" destId="{7E2C2ACE-3F09-4512-97BD-65179A185D52}" srcOrd="0" destOrd="0" parTransId="{5D255724-9BED-4B78-B3E7-B3011C2475D4}" sibTransId="{996B8FE9-F845-44A5-8AFF-7DAA6FBBFA2A}"/>
    <dgm:cxn modelId="{333FF97E-9C46-7D4E-9A3C-8AE53E8EF0E0}" type="presOf" srcId="{EEB6307B-F707-41B4-98C9-11F0B6A19951}" destId="{59AC496B-B159-F946-8BB9-A23B32DF09CE}" srcOrd="1" destOrd="0" presId="urn:microsoft.com/office/officeart/2005/8/layout/list1"/>
    <dgm:cxn modelId="{6B6D987F-7F64-1D48-98CD-0D76F5D1F56C}" type="presOf" srcId="{EEB6307B-F707-41B4-98C9-11F0B6A19951}" destId="{60024014-2290-A344-BD71-130A42E5DC74}" srcOrd="0" destOrd="0" presId="urn:microsoft.com/office/officeart/2005/8/layout/list1"/>
    <dgm:cxn modelId="{19BC1280-028B-A84A-96EB-ECCB4850D8A7}" type="presOf" srcId="{535B17A9-813B-4A6D-A813-C58A08700EED}" destId="{C2B387EB-5D73-9B45-90C6-F76AC3BF3280}" srcOrd="1" destOrd="0" presId="urn:microsoft.com/office/officeart/2005/8/layout/list1"/>
    <dgm:cxn modelId="{54B4E4A1-8061-2F47-A321-86CE14F2CDF8}" type="presOf" srcId="{535B17A9-813B-4A6D-A813-C58A08700EED}" destId="{86CA5885-26F5-F245-9C62-35A4BE2644E5}" srcOrd="0" destOrd="0" presId="urn:microsoft.com/office/officeart/2005/8/layout/list1"/>
    <dgm:cxn modelId="{CE0E58B6-D641-C948-948B-E210217E598A}" type="presOf" srcId="{A7D6165B-CCDA-4D1C-AFE4-9159B6C959D6}" destId="{50B11982-54B3-C74E-9515-011BE187B6F8}" srcOrd="0" destOrd="0" presId="urn:microsoft.com/office/officeart/2005/8/layout/list1"/>
    <dgm:cxn modelId="{9E007EEC-3296-4C83-B0A0-E57F2084B7D2}" srcId="{A7D6165B-CCDA-4D1C-AFE4-9159B6C959D6}" destId="{A4342123-BE73-463D-9911-436DAB559E84}" srcOrd="1" destOrd="0" parTransId="{FF4BDFB2-CA77-4D88-88E2-58FCE2DDE61D}" sibTransId="{77A37EED-3DF1-4C18-BF36-A9264BBCD660}"/>
    <dgm:cxn modelId="{07B5C3FF-475F-4105-8DFC-3DD82463518E}" srcId="{A7D6165B-CCDA-4D1C-AFE4-9159B6C959D6}" destId="{535B17A9-813B-4A6D-A813-C58A08700EED}" srcOrd="2" destOrd="0" parTransId="{5AC8CB8F-9899-4AA6-86DF-F249803318B0}" sibTransId="{9C8C2CBF-12E7-477C-B3FC-E7661F79E827}"/>
    <dgm:cxn modelId="{DD06B7F3-210C-4E43-9F93-5E60EB7990C7}" type="presParOf" srcId="{50B11982-54B3-C74E-9515-011BE187B6F8}" destId="{D90DB2BB-6358-D142-A7B7-449229B0FC1B}" srcOrd="0" destOrd="0" presId="urn:microsoft.com/office/officeart/2005/8/layout/list1"/>
    <dgm:cxn modelId="{74D222D6-4F24-494A-90B3-A342EF53A507}" type="presParOf" srcId="{D90DB2BB-6358-D142-A7B7-449229B0FC1B}" destId="{60024014-2290-A344-BD71-130A42E5DC74}" srcOrd="0" destOrd="0" presId="urn:microsoft.com/office/officeart/2005/8/layout/list1"/>
    <dgm:cxn modelId="{C3CAE8A2-8DBD-9B47-AFC0-EBC19856CAB3}" type="presParOf" srcId="{D90DB2BB-6358-D142-A7B7-449229B0FC1B}" destId="{59AC496B-B159-F946-8BB9-A23B32DF09CE}" srcOrd="1" destOrd="0" presId="urn:microsoft.com/office/officeart/2005/8/layout/list1"/>
    <dgm:cxn modelId="{92485FF2-865C-A242-9F9D-A52D3FF16594}" type="presParOf" srcId="{50B11982-54B3-C74E-9515-011BE187B6F8}" destId="{70D4BFD6-796C-904F-B6CA-F22D6EE9BB2B}" srcOrd="1" destOrd="0" presId="urn:microsoft.com/office/officeart/2005/8/layout/list1"/>
    <dgm:cxn modelId="{C179E65C-0175-6445-A638-92B0F4DB397A}" type="presParOf" srcId="{50B11982-54B3-C74E-9515-011BE187B6F8}" destId="{DD35B4A6-CEB9-CB44-B1E5-DBB33AF23A07}" srcOrd="2" destOrd="0" presId="urn:microsoft.com/office/officeart/2005/8/layout/list1"/>
    <dgm:cxn modelId="{11185ACD-642D-B240-BC90-D11D330E1DB0}" type="presParOf" srcId="{50B11982-54B3-C74E-9515-011BE187B6F8}" destId="{44540A1C-D0F9-394C-AA24-CD101E33EF33}" srcOrd="3" destOrd="0" presId="urn:microsoft.com/office/officeart/2005/8/layout/list1"/>
    <dgm:cxn modelId="{DE61943D-AB4F-E642-A16B-3A3FF083FDB0}" type="presParOf" srcId="{50B11982-54B3-C74E-9515-011BE187B6F8}" destId="{561646C3-9188-C342-AED9-33A59F257799}" srcOrd="4" destOrd="0" presId="urn:microsoft.com/office/officeart/2005/8/layout/list1"/>
    <dgm:cxn modelId="{361FD233-A670-D643-B84F-8BA6FB2AAE25}" type="presParOf" srcId="{561646C3-9188-C342-AED9-33A59F257799}" destId="{013B0B77-B35A-B941-AB7E-5F5DDDB1EE23}" srcOrd="0" destOrd="0" presId="urn:microsoft.com/office/officeart/2005/8/layout/list1"/>
    <dgm:cxn modelId="{51947D92-2233-CD4B-8E7B-58954668C43E}" type="presParOf" srcId="{561646C3-9188-C342-AED9-33A59F257799}" destId="{83D1D7D3-19F8-8047-968C-B34F38C8F7E5}" srcOrd="1" destOrd="0" presId="urn:microsoft.com/office/officeart/2005/8/layout/list1"/>
    <dgm:cxn modelId="{32FFD733-F6D4-0048-A41B-A498D16764EF}" type="presParOf" srcId="{50B11982-54B3-C74E-9515-011BE187B6F8}" destId="{8BEFC0BB-6643-4E4D-B7A4-5DC275D0ACCC}" srcOrd="5" destOrd="0" presId="urn:microsoft.com/office/officeart/2005/8/layout/list1"/>
    <dgm:cxn modelId="{991654A2-CE45-9045-810C-5BEEB0CF5D87}" type="presParOf" srcId="{50B11982-54B3-C74E-9515-011BE187B6F8}" destId="{C979C4DB-F79E-8C4D-881E-D0E69C2E88DD}" srcOrd="6" destOrd="0" presId="urn:microsoft.com/office/officeart/2005/8/layout/list1"/>
    <dgm:cxn modelId="{95E0D5F6-336F-3B47-B80A-3E95F9F6E026}" type="presParOf" srcId="{50B11982-54B3-C74E-9515-011BE187B6F8}" destId="{8D5A1A4F-9575-8D43-8B2D-750F939AD454}" srcOrd="7" destOrd="0" presId="urn:microsoft.com/office/officeart/2005/8/layout/list1"/>
    <dgm:cxn modelId="{23A406E0-3F0A-B843-8996-C9AD4939E192}" type="presParOf" srcId="{50B11982-54B3-C74E-9515-011BE187B6F8}" destId="{EDADC84B-627E-4C48-810F-F59E0A69D390}" srcOrd="8" destOrd="0" presId="urn:microsoft.com/office/officeart/2005/8/layout/list1"/>
    <dgm:cxn modelId="{EB351F5E-6C8C-D146-B97C-A5F5B9524FAA}" type="presParOf" srcId="{EDADC84B-627E-4C48-810F-F59E0A69D390}" destId="{86CA5885-26F5-F245-9C62-35A4BE2644E5}" srcOrd="0" destOrd="0" presId="urn:microsoft.com/office/officeart/2005/8/layout/list1"/>
    <dgm:cxn modelId="{1DC7274A-6793-204F-BF4A-77398BC99B9D}" type="presParOf" srcId="{EDADC84B-627E-4C48-810F-F59E0A69D390}" destId="{C2B387EB-5D73-9B45-90C6-F76AC3BF3280}" srcOrd="1" destOrd="0" presId="urn:microsoft.com/office/officeart/2005/8/layout/list1"/>
    <dgm:cxn modelId="{DB6AD203-BB4B-2548-9E4C-02A8415BC759}" type="presParOf" srcId="{50B11982-54B3-C74E-9515-011BE187B6F8}" destId="{7415992F-16A8-B34F-B1D7-C7AAE538CBB0}" srcOrd="9" destOrd="0" presId="urn:microsoft.com/office/officeart/2005/8/layout/list1"/>
    <dgm:cxn modelId="{730906C9-39FA-A14B-B469-941ECE87A7CE}" type="presParOf" srcId="{50B11982-54B3-C74E-9515-011BE187B6F8}" destId="{76C9D755-ADC5-EE40-98F1-0AF7EEA58909}" srcOrd="10" destOrd="0" presId="urn:microsoft.com/office/officeart/2005/8/layout/list1"/>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6E5FF0E-51F9-7047-A0FA-84D077DC00DB}" type="doc">
      <dgm:prSet loTypeId="urn:microsoft.com/office/officeart/2005/8/layout/vList2" loCatId="list" qsTypeId="urn:microsoft.com/office/officeart/2005/8/quickstyle/3d2" qsCatId="3D" csTypeId="urn:microsoft.com/office/officeart/2005/8/colors/accent0_3" csCatId="mainScheme"/>
      <dgm:spPr/>
      <dgm:t>
        <a:bodyPr/>
        <a:lstStyle/>
        <a:p>
          <a:endParaRPr lang="en-US"/>
        </a:p>
      </dgm:t>
    </dgm:pt>
    <dgm:pt modelId="{7A9CC717-10BE-1A41-A84C-B2BD8AA38B6D}">
      <dgm:prSet/>
      <dgm:spPr/>
      <dgm:t>
        <a:bodyPr/>
        <a:lstStyle/>
        <a:p>
          <a:pPr algn="ctr"/>
          <a:r>
            <a:rPr lang="en-US"/>
            <a:t>Summary</a:t>
          </a:r>
        </a:p>
      </dgm:t>
    </dgm:pt>
    <dgm:pt modelId="{90500C07-3751-154C-8E24-F80227189ED8}" type="parTrans" cxnId="{3C660BC1-AAD6-C148-8DD2-7949823C0C15}">
      <dgm:prSet/>
      <dgm:spPr/>
      <dgm:t>
        <a:bodyPr/>
        <a:lstStyle/>
        <a:p>
          <a:endParaRPr lang="en-US"/>
        </a:p>
      </dgm:t>
    </dgm:pt>
    <dgm:pt modelId="{601050C2-AA20-A542-BD6B-FD564F188995}" type="sibTrans" cxnId="{3C660BC1-AAD6-C148-8DD2-7949823C0C15}">
      <dgm:prSet/>
      <dgm:spPr/>
      <dgm:t>
        <a:bodyPr/>
        <a:lstStyle/>
        <a:p>
          <a:endParaRPr lang="en-US"/>
        </a:p>
      </dgm:t>
    </dgm:pt>
    <dgm:pt modelId="{53D5C17B-C1D6-6544-B7F4-678B0BA63EC7}" type="pres">
      <dgm:prSet presAssocID="{16E5FF0E-51F9-7047-A0FA-84D077DC00DB}" presName="linear" presStyleCnt="0">
        <dgm:presLayoutVars>
          <dgm:animLvl val="lvl"/>
          <dgm:resizeHandles val="exact"/>
        </dgm:presLayoutVars>
      </dgm:prSet>
      <dgm:spPr/>
    </dgm:pt>
    <dgm:pt modelId="{CCED992F-D11D-874D-9D57-B58C4BC998B4}" type="pres">
      <dgm:prSet presAssocID="{7A9CC717-10BE-1A41-A84C-B2BD8AA38B6D}" presName="parentText" presStyleLbl="node1" presStyleIdx="0" presStyleCnt="1">
        <dgm:presLayoutVars>
          <dgm:chMax val="0"/>
          <dgm:bulletEnabled val="1"/>
        </dgm:presLayoutVars>
      </dgm:prSet>
      <dgm:spPr/>
    </dgm:pt>
  </dgm:ptLst>
  <dgm:cxnLst>
    <dgm:cxn modelId="{706BD56C-185D-C94E-BC10-FF306CC1A9AF}" type="presOf" srcId="{7A9CC717-10BE-1A41-A84C-B2BD8AA38B6D}" destId="{CCED992F-D11D-874D-9D57-B58C4BC998B4}" srcOrd="0" destOrd="0" presId="urn:microsoft.com/office/officeart/2005/8/layout/vList2"/>
    <dgm:cxn modelId="{C74F4E6D-CDE1-AD4A-9676-80C64EB25F1C}" type="presOf" srcId="{16E5FF0E-51F9-7047-A0FA-84D077DC00DB}" destId="{53D5C17B-C1D6-6544-B7F4-678B0BA63EC7}" srcOrd="0" destOrd="0" presId="urn:microsoft.com/office/officeart/2005/8/layout/vList2"/>
    <dgm:cxn modelId="{3C660BC1-AAD6-C148-8DD2-7949823C0C15}" srcId="{16E5FF0E-51F9-7047-A0FA-84D077DC00DB}" destId="{7A9CC717-10BE-1A41-A84C-B2BD8AA38B6D}" srcOrd="0" destOrd="0" parTransId="{90500C07-3751-154C-8E24-F80227189ED8}" sibTransId="{601050C2-AA20-A542-BD6B-FD564F188995}"/>
    <dgm:cxn modelId="{D6A72CEB-0FDB-0245-B943-143974DB9598}" type="presParOf" srcId="{53D5C17B-C1D6-6544-B7F4-678B0BA63EC7}" destId="{CCED992F-D11D-874D-9D57-B58C4BC998B4}"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9854A083-33F6-4A64-ABA8-DF1E9829EA22}" type="doc">
      <dgm:prSet loTypeId="urn:microsoft.com/office/officeart/2005/8/layout/vList2" loCatId="list" qsTypeId="urn:microsoft.com/office/officeart/2005/8/quickstyle/3d2" qsCatId="3D" csTypeId="urn:microsoft.com/office/officeart/2005/8/colors/accent2_2" csCatId="accent2" phldr="1"/>
      <dgm:spPr/>
      <dgm:t>
        <a:bodyPr/>
        <a:lstStyle/>
        <a:p>
          <a:endParaRPr lang="en-US"/>
        </a:p>
      </dgm:t>
    </dgm:pt>
    <dgm:pt modelId="{3BF5C268-D702-43D2-99DC-8AE39D241D4A}">
      <dgm:prSet/>
      <dgm:spPr/>
      <dgm:t>
        <a:bodyPr/>
        <a:lstStyle/>
        <a:p>
          <a:r>
            <a:rPr lang="en-US"/>
            <a:t>Lead Time captures the full customer experience duration of a request.  This includes all the time a request spends waiting to be assigned, tested, and deployed.</a:t>
          </a:r>
        </a:p>
      </dgm:t>
    </dgm:pt>
    <dgm:pt modelId="{133AB0AE-B318-4B4C-B4F8-2F71AC90DEEA}" type="parTrans" cxnId="{17D3EBF7-F8DE-41CA-8846-1F74E95F3691}">
      <dgm:prSet/>
      <dgm:spPr/>
      <dgm:t>
        <a:bodyPr/>
        <a:lstStyle/>
        <a:p>
          <a:endParaRPr lang="en-US"/>
        </a:p>
      </dgm:t>
    </dgm:pt>
    <dgm:pt modelId="{BFCB086F-6FEA-44EF-A70A-329C6BBD9713}" type="sibTrans" cxnId="{17D3EBF7-F8DE-41CA-8846-1F74E95F3691}">
      <dgm:prSet/>
      <dgm:spPr/>
      <dgm:t>
        <a:bodyPr/>
        <a:lstStyle/>
        <a:p>
          <a:endParaRPr lang="en-US"/>
        </a:p>
      </dgm:t>
    </dgm:pt>
    <dgm:pt modelId="{547BB4A9-5B3B-4BC6-A9DB-242B060CFF95}">
      <dgm:prSet/>
      <dgm:spPr/>
      <dgm:t>
        <a:bodyPr/>
        <a:lstStyle/>
        <a:p>
          <a:r>
            <a:rPr lang="en-US" dirty="0"/>
            <a:t>The Common Scenario (Waterfall or Enterprise) can take months because it follows a strict, longer period cycle that is hard to change mid-cycle.</a:t>
          </a:r>
        </a:p>
      </dgm:t>
    </dgm:pt>
    <dgm:pt modelId="{CB576182-4E4E-496F-A52E-10B70E7F36CC}" type="parTrans" cxnId="{35F64219-D602-492B-BDCE-414A918ACE0D}">
      <dgm:prSet/>
      <dgm:spPr/>
      <dgm:t>
        <a:bodyPr/>
        <a:lstStyle/>
        <a:p>
          <a:endParaRPr lang="en-US"/>
        </a:p>
      </dgm:t>
    </dgm:pt>
    <dgm:pt modelId="{4EC638A5-4894-49D6-911C-1BCE27DBAEF4}" type="sibTrans" cxnId="{35F64219-D602-492B-BDCE-414A918ACE0D}">
      <dgm:prSet/>
      <dgm:spPr/>
      <dgm:t>
        <a:bodyPr/>
        <a:lstStyle/>
        <a:p>
          <a:endParaRPr lang="en-US"/>
        </a:p>
      </dgm:t>
    </dgm:pt>
    <dgm:pt modelId="{6452DFB1-4F03-4F2B-A5F8-CF6C6A28979F}">
      <dgm:prSet/>
      <dgm:spPr/>
      <dgm:t>
        <a:bodyPr/>
        <a:lstStyle/>
        <a:p>
          <a:r>
            <a:rPr lang="en-US" dirty="0"/>
            <a:t>The DevOps or Agile Scenario changes the calculus on the time, because instead of one large update, requests are processes separately.</a:t>
          </a:r>
        </a:p>
      </dgm:t>
    </dgm:pt>
    <dgm:pt modelId="{685A97CC-3ABD-4E1B-B9AC-46485005796D}" type="parTrans" cxnId="{B24E1FFE-FDF7-425B-AB33-91D3ED9517FB}">
      <dgm:prSet/>
      <dgm:spPr/>
      <dgm:t>
        <a:bodyPr/>
        <a:lstStyle/>
        <a:p>
          <a:endParaRPr lang="en-US"/>
        </a:p>
      </dgm:t>
    </dgm:pt>
    <dgm:pt modelId="{3A968282-9E3B-4B62-8274-D5878DBB22C4}" type="sibTrans" cxnId="{B24E1FFE-FDF7-425B-AB33-91D3ED9517FB}">
      <dgm:prSet/>
      <dgm:spPr/>
      <dgm:t>
        <a:bodyPr/>
        <a:lstStyle/>
        <a:p>
          <a:endParaRPr lang="en-US"/>
        </a:p>
      </dgm:t>
    </dgm:pt>
    <dgm:pt modelId="{5C121CEE-6E9C-2C40-878E-C6BEB39B83B6}" type="pres">
      <dgm:prSet presAssocID="{9854A083-33F6-4A64-ABA8-DF1E9829EA22}" presName="linear" presStyleCnt="0">
        <dgm:presLayoutVars>
          <dgm:animLvl val="lvl"/>
          <dgm:resizeHandles val="exact"/>
        </dgm:presLayoutVars>
      </dgm:prSet>
      <dgm:spPr/>
    </dgm:pt>
    <dgm:pt modelId="{8F109A30-BC3F-8C4E-A162-356902232D8B}" type="pres">
      <dgm:prSet presAssocID="{3BF5C268-D702-43D2-99DC-8AE39D241D4A}" presName="parentText" presStyleLbl="node1" presStyleIdx="0" presStyleCnt="3">
        <dgm:presLayoutVars>
          <dgm:chMax val="0"/>
          <dgm:bulletEnabled val="1"/>
        </dgm:presLayoutVars>
      </dgm:prSet>
      <dgm:spPr/>
    </dgm:pt>
    <dgm:pt modelId="{CD747A23-B888-FC4B-857E-1E716490CF29}" type="pres">
      <dgm:prSet presAssocID="{BFCB086F-6FEA-44EF-A70A-329C6BBD9713}" presName="spacer" presStyleCnt="0"/>
      <dgm:spPr/>
    </dgm:pt>
    <dgm:pt modelId="{EDACC356-2AB0-4C43-B3C4-C60564D5B239}" type="pres">
      <dgm:prSet presAssocID="{547BB4A9-5B3B-4BC6-A9DB-242B060CFF95}" presName="parentText" presStyleLbl="node1" presStyleIdx="1" presStyleCnt="3">
        <dgm:presLayoutVars>
          <dgm:chMax val="0"/>
          <dgm:bulletEnabled val="1"/>
        </dgm:presLayoutVars>
      </dgm:prSet>
      <dgm:spPr/>
    </dgm:pt>
    <dgm:pt modelId="{568F930A-081A-494D-BC34-9D5F1C337F88}" type="pres">
      <dgm:prSet presAssocID="{4EC638A5-4894-49D6-911C-1BCE27DBAEF4}" presName="spacer" presStyleCnt="0"/>
      <dgm:spPr/>
    </dgm:pt>
    <dgm:pt modelId="{8FE00267-7AC9-FA43-A22A-5C8940A9EFB4}" type="pres">
      <dgm:prSet presAssocID="{6452DFB1-4F03-4F2B-A5F8-CF6C6A28979F}" presName="parentText" presStyleLbl="node1" presStyleIdx="2" presStyleCnt="3">
        <dgm:presLayoutVars>
          <dgm:chMax val="0"/>
          <dgm:bulletEnabled val="1"/>
        </dgm:presLayoutVars>
      </dgm:prSet>
      <dgm:spPr/>
    </dgm:pt>
  </dgm:ptLst>
  <dgm:cxnLst>
    <dgm:cxn modelId="{04DB5A04-E98A-2B42-88F9-0A8A9EFBAA57}" type="presOf" srcId="{6452DFB1-4F03-4F2B-A5F8-CF6C6A28979F}" destId="{8FE00267-7AC9-FA43-A22A-5C8940A9EFB4}" srcOrd="0" destOrd="0" presId="urn:microsoft.com/office/officeart/2005/8/layout/vList2"/>
    <dgm:cxn modelId="{F86A120A-9FB8-1D4B-B45B-AEA978D9EEC7}" type="presOf" srcId="{3BF5C268-D702-43D2-99DC-8AE39D241D4A}" destId="{8F109A30-BC3F-8C4E-A162-356902232D8B}" srcOrd="0" destOrd="0" presId="urn:microsoft.com/office/officeart/2005/8/layout/vList2"/>
    <dgm:cxn modelId="{35F64219-D602-492B-BDCE-414A918ACE0D}" srcId="{9854A083-33F6-4A64-ABA8-DF1E9829EA22}" destId="{547BB4A9-5B3B-4BC6-A9DB-242B060CFF95}" srcOrd="1" destOrd="0" parTransId="{CB576182-4E4E-496F-A52E-10B70E7F36CC}" sibTransId="{4EC638A5-4894-49D6-911C-1BCE27DBAEF4}"/>
    <dgm:cxn modelId="{794E107C-1855-D94B-A562-6323D29546C6}" type="presOf" srcId="{547BB4A9-5B3B-4BC6-A9DB-242B060CFF95}" destId="{EDACC356-2AB0-4C43-B3C4-C60564D5B239}" srcOrd="0" destOrd="0" presId="urn:microsoft.com/office/officeart/2005/8/layout/vList2"/>
    <dgm:cxn modelId="{88647AB6-E4EC-DF4D-A546-A3841114537A}" type="presOf" srcId="{9854A083-33F6-4A64-ABA8-DF1E9829EA22}" destId="{5C121CEE-6E9C-2C40-878E-C6BEB39B83B6}" srcOrd="0" destOrd="0" presId="urn:microsoft.com/office/officeart/2005/8/layout/vList2"/>
    <dgm:cxn modelId="{17D3EBF7-F8DE-41CA-8846-1F74E95F3691}" srcId="{9854A083-33F6-4A64-ABA8-DF1E9829EA22}" destId="{3BF5C268-D702-43D2-99DC-8AE39D241D4A}" srcOrd="0" destOrd="0" parTransId="{133AB0AE-B318-4B4C-B4F8-2F71AC90DEEA}" sibTransId="{BFCB086F-6FEA-44EF-A70A-329C6BBD9713}"/>
    <dgm:cxn modelId="{B24E1FFE-FDF7-425B-AB33-91D3ED9517FB}" srcId="{9854A083-33F6-4A64-ABA8-DF1E9829EA22}" destId="{6452DFB1-4F03-4F2B-A5F8-CF6C6A28979F}" srcOrd="2" destOrd="0" parTransId="{685A97CC-3ABD-4E1B-B9AC-46485005796D}" sibTransId="{3A968282-9E3B-4B62-8274-D5878DBB22C4}"/>
    <dgm:cxn modelId="{FBFB958A-2273-D14E-B102-38FDE21ECED8}" type="presParOf" srcId="{5C121CEE-6E9C-2C40-878E-C6BEB39B83B6}" destId="{8F109A30-BC3F-8C4E-A162-356902232D8B}" srcOrd="0" destOrd="0" presId="urn:microsoft.com/office/officeart/2005/8/layout/vList2"/>
    <dgm:cxn modelId="{69EAA9EF-7450-964C-BCD7-C5F6A6F835FD}" type="presParOf" srcId="{5C121CEE-6E9C-2C40-878E-C6BEB39B83B6}" destId="{CD747A23-B888-FC4B-857E-1E716490CF29}" srcOrd="1" destOrd="0" presId="urn:microsoft.com/office/officeart/2005/8/layout/vList2"/>
    <dgm:cxn modelId="{B88213A4-A5D1-E646-9192-60688656757C}" type="presParOf" srcId="{5C121CEE-6E9C-2C40-878E-C6BEB39B83B6}" destId="{EDACC356-2AB0-4C43-B3C4-C60564D5B239}" srcOrd="2" destOrd="0" presId="urn:microsoft.com/office/officeart/2005/8/layout/vList2"/>
    <dgm:cxn modelId="{7267FCBF-AC74-BB44-8BA8-3EAF7A22C79F}" type="presParOf" srcId="{5C121CEE-6E9C-2C40-878E-C6BEB39B83B6}" destId="{568F930A-081A-494D-BC34-9D5F1C337F88}" srcOrd="3" destOrd="0" presId="urn:microsoft.com/office/officeart/2005/8/layout/vList2"/>
    <dgm:cxn modelId="{2FB41E5D-E5E9-724B-9370-A772D96B0028}" type="presParOf" srcId="{5C121CEE-6E9C-2C40-878E-C6BEB39B83B6}" destId="{8FE00267-7AC9-FA43-A22A-5C8940A9EFB4}"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9FA09537-EAB6-DD43-93B0-DD3F573C97BB}" type="doc">
      <dgm:prSet loTypeId="urn:microsoft.com/office/officeart/2005/8/layout/vList2" loCatId="list" qsTypeId="urn:microsoft.com/office/officeart/2005/8/quickstyle/3d2" qsCatId="3D" csTypeId="urn:microsoft.com/office/officeart/2005/8/colors/accent0_3" csCatId="mainScheme"/>
      <dgm:spPr/>
      <dgm:t>
        <a:bodyPr/>
        <a:lstStyle/>
        <a:p>
          <a:endParaRPr lang="en-US"/>
        </a:p>
      </dgm:t>
    </dgm:pt>
    <dgm:pt modelId="{1B710954-285E-FB4F-8035-5DC072EC4E30}">
      <dgm:prSet/>
      <dgm:spPr/>
      <dgm:t>
        <a:bodyPr/>
        <a:lstStyle/>
        <a:p>
          <a:pPr algn="ctr"/>
          <a:r>
            <a:rPr lang="en-US" dirty="0"/>
            <a:t>Conclusion</a:t>
          </a:r>
        </a:p>
      </dgm:t>
    </dgm:pt>
    <dgm:pt modelId="{7C301B5E-1B4E-0848-838E-36714CFD23DD}" type="parTrans" cxnId="{C70E4372-A886-3F4F-B443-B0F02AC10CCD}">
      <dgm:prSet/>
      <dgm:spPr/>
      <dgm:t>
        <a:bodyPr/>
        <a:lstStyle/>
        <a:p>
          <a:endParaRPr lang="en-US"/>
        </a:p>
      </dgm:t>
    </dgm:pt>
    <dgm:pt modelId="{7AFE637F-7F47-464C-B52B-FB64A3B56533}" type="sibTrans" cxnId="{C70E4372-A886-3F4F-B443-B0F02AC10CCD}">
      <dgm:prSet/>
      <dgm:spPr/>
      <dgm:t>
        <a:bodyPr/>
        <a:lstStyle/>
        <a:p>
          <a:endParaRPr lang="en-US"/>
        </a:p>
      </dgm:t>
    </dgm:pt>
    <dgm:pt modelId="{D3C06517-0293-CB44-853B-5CCB71DAA53E}" type="pres">
      <dgm:prSet presAssocID="{9FA09537-EAB6-DD43-93B0-DD3F573C97BB}" presName="linear" presStyleCnt="0">
        <dgm:presLayoutVars>
          <dgm:animLvl val="lvl"/>
          <dgm:resizeHandles val="exact"/>
        </dgm:presLayoutVars>
      </dgm:prSet>
      <dgm:spPr/>
    </dgm:pt>
    <dgm:pt modelId="{822D7A04-F5E7-004C-BDE1-4527541A77CC}" type="pres">
      <dgm:prSet presAssocID="{1B710954-285E-FB4F-8035-5DC072EC4E30}" presName="parentText" presStyleLbl="node1" presStyleIdx="0" presStyleCnt="1" custLinFactNeighborX="812" custLinFactNeighborY="-26051">
        <dgm:presLayoutVars>
          <dgm:chMax val="0"/>
          <dgm:bulletEnabled val="1"/>
        </dgm:presLayoutVars>
      </dgm:prSet>
      <dgm:spPr/>
    </dgm:pt>
  </dgm:ptLst>
  <dgm:cxnLst>
    <dgm:cxn modelId="{B1F05925-E824-8B40-85CA-9D448497D655}" type="presOf" srcId="{9FA09537-EAB6-DD43-93B0-DD3F573C97BB}" destId="{D3C06517-0293-CB44-853B-5CCB71DAA53E}" srcOrd="0" destOrd="0" presId="urn:microsoft.com/office/officeart/2005/8/layout/vList2"/>
    <dgm:cxn modelId="{C70E4372-A886-3F4F-B443-B0F02AC10CCD}" srcId="{9FA09537-EAB6-DD43-93B0-DD3F573C97BB}" destId="{1B710954-285E-FB4F-8035-5DC072EC4E30}" srcOrd="0" destOrd="0" parTransId="{7C301B5E-1B4E-0848-838E-36714CFD23DD}" sibTransId="{7AFE637F-7F47-464C-B52B-FB64A3B56533}"/>
    <dgm:cxn modelId="{AC1657BD-6CA1-5F4B-93C7-112F1C3589B1}" type="presOf" srcId="{1B710954-285E-FB4F-8035-5DC072EC4E30}" destId="{822D7A04-F5E7-004C-BDE1-4527541A77CC}" srcOrd="0" destOrd="0" presId="urn:microsoft.com/office/officeart/2005/8/layout/vList2"/>
    <dgm:cxn modelId="{08AEB592-3758-6D42-9955-40EA2BB2AAC3}" type="presParOf" srcId="{D3C06517-0293-CB44-853B-5CCB71DAA53E}" destId="{822D7A04-F5E7-004C-BDE1-4527541A77CC}"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C36BC379-57FF-4E02-AD1E-8EACDFEDBB17}"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E5AB8AE-9EC3-46CF-962F-B24C909636A7}">
      <dgm:prSet/>
      <dgm:spPr/>
      <dgm:t>
        <a:bodyPr/>
        <a:lstStyle/>
        <a:p>
          <a:pPr>
            <a:lnSpc>
              <a:spcPct val="100000"/>
            </a:lnSpc>
          </a:pPr>
          <a:r>
            <a:rPr lang="en-US" dirty="0"/>
            <a:t>Faster</a:t>
          </a:r>
        </a:p>
      </dgm:t>
    </dgm:pt>
    <dgm:pt modelId="{75388BA2-0132-408E-9552-EBFB8234FA33}" type="parTrans" cxnId="{15596DC5-5871-422E-B041-F5E88DC51965}">
      <dgm:prSet/>
      <dgm:spPr/>
      <dgm:t>
        <a:bodyPr/>
        <a:lstStyle/>
        <a:p>
          <a:endParaRPr lang="en-US"/>
        </a:p>
      </dgm:t>
    </dgm:pt>
    <dgm:pt modelId="{7AAB6966-5688-4867-A46F-839D3603F66D}" type="sibTrans" cxnId="{15596DC5-5871-422E-B041-F5E88DC51965}">
      <dgm:prSet/>
      <dgm:spPr/>
      <dgm:t>
        <a:bodyPr/>
        <a:lstStyle/>
        <a:p>
          <a:endParaRPr lang="en-US"/>
        </a:p>
      </dgm:t>
    </dgm:pt>
    <dgm:pt modelId="{647A1D25-A698-4691-8FA0-ECC9F6ED9C57}">
      <dgm:prSet/>
      <dgm:spPr/>
      <dgm:t>
        <a:bodyPr/>
        <a:lstStyle/>
        <a:p>
          <a:pPr>
            <a:lnSpc>
              <a:spcPct val="100000"/>
            </a:lnSpc>
          </a:pPr>
          <a:r>
            <a:rPr lang="en-US"/>
            <a:t>Higher Quality</a:t>
          </a:r>
        </a:p>
      </dgm:t>
    </dgm:pt>
    <dgm:pt modelId="{38B488C1-ABF2-43AD-80A8-055BD9454DF5}" type="parTrans" cxnId="{67030AB3-163A-4DEB-BE55-96AA26791DB6}">
      <dgm:prSet/>
      <dgm:spPr/>
      <dgm:t>
        <a:bodyPr/>
        <a:lstStyle/>
        <a:p>
          <a:endParaRPr lang="en-US"/>
        </a:p>
      </dgm:t>
    </dgm:pt>
    <dgm:pt modelId="{1534DBAF-893C-4D3F-A41D-F49F7543509E}" type="sibTrans" cxnId="{67030AB3-163A-4DEB-BE55-96AA26791DB6}">
      <dgm:prSet/>
      <dgm:spPr/>
      <dgm:t>
        <a:bodyPr/>
        <a:lstStyle/>
        <a:p>
          <a:endParaRPr lang="en-US"/>
        </a:p>
      </dgm:t>
    </dgm:pt>
    <dgm:pt modelId="{A18A11D9-9243-475C-BDDE-BBF8EB2A1119}">
      <dgm:prSet/>
      <dgm:spPr/>
      <dgm:t>
        <a:bodyPr/>
        <a:lstStyle/>
        <a:p>
          <a:pPr>
            <a:lnSpc>
              <a:spcPct val="100000"/>
            </a:lnSpc>
          </a:pPr>
          <a:r>
            <a:rPr lang="en-US" dirty="0"/>
            <a:t>Keeps the Company at the Front of the Industry</a:t>
          </a:r>
        </a:p>
      </dgm:t>
    </dgm:pt>
    <dgm:pt modelId="{4E99A02C-AD92-43CA-9083-823EB3CC6279}" type="parTrans" cxnId="{911C328C-6B94-4F3A-8BAA-CF4749838D6C}">
      <dgm:prSet/>
      <dgm:spPr/>
      <dgm:t>
        <a:bodyPr/>
        <a:lstStyle/>
        <a:p>
          <a:endParaRPr lang="en-US"/>
        </a:p>
      </dgm:t>
    </dgm:pt>
    <dgm:pt modelId="{78992746-9A07-476E-946F-C9B34C11DEE5}" type="sibTrans" cxnId="{911C328C-6B94-4F3A-8BAA-CF4749838D6C}">
      <dgm:prSet/>
      <dgm:spPr/>
      <dgm:t>
        <a:bodyPr/>
        <a:lstStyle/>
        <a:p>
          <a:endParaRPr lang="en-US"/>
        </a:p>
      </dgm:t>
    </dgm:pt>
    <dgm:pt modelId="{CAE59672-82BF-4087-A095-BC76E68FBB12}" type="pres">
      <dgm:prSet presAssocID="{C36BC379-57FF-4E02-AD1E-8EACDFEDBB17}" presName="root" presStyleCnt="0">
        <dgm:presLayoutVars>
          <dgm:dir/>
          <dgm:resizeHandles val="exact"/>
        </dgm:presLayoutVars>
      </dgm:prSet>
      <dgm:spPr/>
    </dgm:pt>
    <dgm:pt modelId="{B8D9509E-323C-44AA-9144-9C476A17FB20}" type="pres">
      <dgm:prSet presAssocID="{0E5AB8AE-9EC3-46CF-962F-B24C909636A7}" presName="compNode" presStyleCnt="0"/>
      <dgm:spPr/>
    </dgm:pt>
    <dgm:pt modelId="{73312468-8D6B-4DAA-A17D-47FF3169E193}" type="pres">
      <dgm:prSet presAssocID="{0E5AB8AE-9EC3-46CF-962F-B24C909636A7}"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topwatch"/>
        </a:ext>
      </dgm:extLst>
    </dgm:pt>
    <dgm:pt modelId="{44FCD4BB-33D0-4875-9016-16D216F93D7B}" type="pres">
      <dgm:prSet presAssocID="{0E5AB8AE-9EC3-46CF-962F-B24C909636A7}" presName="spaceRect" presStyleCnt="0"/>
      <dgm:spPr/>
    </dgm:pt>
    <dgm:pt modelId="{85C6EFEF-B65A-4CE9-B5B1-8ACD0423D141}" type="pres">
      <dgm:prSet presAssocID="{0E5AB8AE-9EC3-46CF-962F-B24C909636A7}" presName="textRect" presStyleLbl="revTx" presStyleIdx="0" presStyleCnt="3">
        <dgm:presLayoutVars>
          <dgm:chMax val="1"/>
          <dgm:chPref val="1"/>
        </dgm:presLayoutVars>
      </dgm:prSet>
      <dgm:spPr/>
    </dgm:pt>
    <dgm:pt modelId="{0EDA52F5-326D-45CD-923A-AE166B663A7E}" type="pres">
      <dgm:prSet presAssocID="{7AAB6966-5688-4867-A46F-839D3603F66D}" presName="sibTrans" presStyleCnt="0"/>
      <dgm:spPr/>
    </dgm:pt>
    <dgm:pt modelId="{0CE87C01-4EAB-4A35-8CEA-21F47C6195EF}" type="pres">
      <dgm:prSet presAssocID="{647A1D25-A698-4691-8FA0-ECC9F6ED9C57}" presName="compNode" presStyleCnt="0"/>
      <dgm:spPr/>
    </dgm:pt>
    <dgm:pt modelId="{ED155BF0-6047-412D-A134-19DAB65FA197}" type="pres">
      <dgm:prSet presAssocID="{647A1D25-A698-4691-8FA0-ECC9F6ED9C57}"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Upward trend"/>
        </a:ext>
      </dgm:extLst>
    </dgm:pt>
    <dgm:pt modelId="{256E5AEC-E28A-4F80-BADB-21A817FA9F15}" type="pres">
      <dgm:prSet presAssocID="{647A1D25-A698-4691-8FA0-ECC9F6ED9C57}" presName="spaceRect" presStyleCnt="0"/>
      <dgm:spPr/>
    </dgm:pt>
    <dgm:pt modelId="{CB4A033C-93A3-48F0-AB95-FABA33A4E775}" type="pres">
      <dgm:prSet presAssocID="{647A1D25-A698-4691-8FA0-ECC9F6ED9C57}" presName="textRect" presStyleLbl="revTx" presStyleIdx="1" presStyleCnt="3">
        <dgm:presLayoutVars>
          <dgm:chMax val="1"/>
          <dgm:chPref val="1"/>
        </dgm:presLayoutVars>
      </dgm:prSet>
      <dgm:spPr/>
    </dgm:pt>
    <dgm:pt modelId="{D3636903-C5D6-44A9-A739-3F1180D07371}" type="pres">
      <dgm:prSet presAssocID="{1534DBAF-893C-4D3F-A41D-F49F7543509E}" presName="sibTrans" presStyleCnt="0"/>
      <dgm:spPr/>
    </dgm:pt>
    <dgm:pt modelId="{F690268F-4CDD-4DCC-8100-3FAADFAF88EF}" type="pres">
      <dgm:prSet presAssocID="{A18A11D9-9243-475C-BDDE-BBF8EB2A1119}" presName="compNode" presStyleCnt="0"/>
      <dgm:spPr/>
    </dgm:pt>
    <dgm:pt modelId="{DE5FCA29-1BF7-4E87-AAF2-32E2535D37D0}" type="pres">
      <dgm:prSet presAssocID="{A18A11D9-9243-475C-BDDE-BBF8EB2A1119}"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Building"/>
        </a:ext>
      </dgm:extLst>
    </dgm:pt>
    <dgm:pt modelId="{FB3829D3-7870-48E8-9E4A-4A5330C94556}" type="pres">
      <dgm:prSet presAssocID="{A18A11D9-9243-475C-BDDE-BBF8EB2A1119}" presName="spaceRect" presStyleCnt="0"/>
      <dgm:spPr/>
    </dgm:pt>
    <dgm:pt modelId="{85EF9E7B-9B1C-4823-AEB5-6E8BE15235E6}" type="pres">
      <dgm:prSet presAssocID="{A18A11D9-9243-475C-BDDE-BBF8EB2A1119}" presName="textRect" presStyleLbl="revTx" presStyleIdx="2" presStyleCnt="3">
        <dgm:presLayoutVars>
          <dgm:chMax val="1"/>
          <dgm:chPref val="1"/>
        </dgm:presLayoutVars>
      </dgm:prSet>
      <dgm:spPr/>
    </dgm:pt>
  </dgm:ptLst>
  <dgm:cxnLst>
    <dgm:cxn modelId="{A36C2116-2BB7-409D-BEF7-2EB30D3E032E}" type="presOf" srcId="{A18A11D9-9243-475C-BDDE-BBF8EB2A1119}" destId="{85EF9E7B-9B1C-4823-AEB5-6E8BE15235E6}" srcOrd="0" destOrd="0" presId="urn:microsoft.com/office/officeart/2018/2/layout/IconLabelList"/>
    <dgm:cxn modelId="{BD5BE44B-7A1A-4CBA-83E3-36C7D18E1E41}" type="presOf" srcId="{0E5AB8AE-9EC3-46CF-962F-B24C909636A7}" destId="{85C6EFEF-B65A-4CE9-B5B1-8ACD0423D141}" srcOrd="0" destOrd="0" presId="urn:microsoft.com/office/officeart/2018/2/layout/IconLabelList"/>
    <dgm:cxn modelId="{911C328C-6B94-4F3A-8BAA-CF4749838D6C}" srcId="{C36BC379-57FF-4E02-AD1E-8EACDFEDBB17}" destId="{A18A11D9-9243-475C-BDDE-BBF8EB2A1119}" srcOrd="2" destOrd="0" parTransId="{4E99A02C-AD92-43CA-9083-823EB3CC6279}" sibTransId="{78992746-9A07-476E-946F-C9B34C11DEE5}"/>
    <dgm:cxn modelId="{CA3E42AA-19B0-49C4-B7FD-E4629E74571A}" type="presOf" srcId="{647A1D25-A698-4691-8FA0-ECC9F6ED9C57}" destId="{CB4A033C-93A3-48F0-AB95-FABA33A4E775}" srcOrd="0" destOrd="0" presId="urn:microsoft.com/office/officeart/2018/2/layout/IconLabelList"/>
    <dgm:cxn modelId="{67030AB3-163A-4DEB-BE55-96AA26791DB6}" srcId="{C36BC379-57FF-4E02-AD1E-8EACDFEDBB17}" destId="{647A1D25-A698-4691-8FA0-ECC9F6ED9C57}" srcOrd="1" destOrd="0" parTransId="{38B488C1-ABF2-43AD-80A8-055BD9454DF5}" sibTransId="{1534DBAF-893C-4D3F-A41D-F49F7543509E}"/>
    <dgm:cxn modelId="{15596DC5-5871-422E-B041-F5E88DC51965}" srcId="{C36BC379-57FF-4E02-AD1E-8EACDFEDBB17}" destId="{0E5AB8AE-9EC3-46CF-962F-B24C909636A7}" srcOrd="0" destOrd="0" parTransId="{75388BA2-0132-408E-9552-EBFB8234FA33}" sibTransId="{7AAB6966-5688-4867-A46F-839D3603F66D}"/>
    <dgm:cxn modelId="{A1B880DC-F11B-4F69-8D66-EA8FE1BE1FB6}" type="presOf" srcId="{C36BC379-57FF-4E02-AD1E-8EACDFEDBB17}" destId="{CAE59672-82BF-4087-A095-BC76E68FBB12}" srcOrd="0" destOrd="0" presId="urn:microsoft.com/office/officeart/2018/2/layout/IconLabelList"/>
    <dgm:cxn modelId="{8C7046E4-9496-466F-9B7F-266B00CFFFFD}" type="presParOf" srcId="{CAE59672-82BF-4087-A095-BC76E68FBB12}" destId="{B8D9509E-323C-44AA-9144-9C476A17FB20}" srcOrd="0" destOrd="0" presId="urn:microsoft.com/office/officeart/2018/2/layout/IconLabelList"/>
    <dgm:cxn modelId="{E6D23679-D506-4B38-9D97-52EAC48D2899}" type="presParOf" srcId="{B8D9509E-323C-44AA-9144-9C476A17FB20}" destId="{73312468-8D6B-4DAA-A17D-47FF3169E193}" srcOrd="0" destOrd="0" presId="urn:microsoft.com/office/officeart/2018/2/layout/IconLabelList"/>
    <dgm:cxn modelId="{C0CE27A8-69EC-4CA4-9DA8-71058C8F2462}" type="presParOf" srcId="{B8D9509E-323C-44AA-9144-9C476A17FB20}" destId="{44FCD4BB-33D0-4875-9016-16D216F93D7B}" srcOrd="1" destOrd="0" presId="urn:microsoft.com/office/officeart/2018/2/layout/IconLabelList"/>
    <dgm:cxn modelId="{F16BD534-1F31-4FAF-BFD2-A36714029FC7}" type="presParOf" srcId="{B8D9509E-323C-44AA-9144-9C476A17FB20}" destId="{85C6EFEF-B65A-4CE9-B5B1-8ACD0423D141}" srcOrd="2" destOrd="0" presId="urn:microsoft.com/office/officeart/2018/2/layout/IconLabelList"/>
    <dgm:cxn modelId="{944168BD-B296-4312-BCA8-A00ECD262999}" type="presParOf" srcId="{CAE59672-82BF-4087-A095-BC76E68FBB12}" destId="{0EDA52F5-326D-45CD-923A-AE166B663A7E}" srcOrd="1" destOrd="0" presId="urn:microsoft.com/office/officeart/2018/2/layout/IconLabelList"/>
    <dgm:cxn modelId="{19013B76-B988-456E-8F99-8EED4AFFE6FB}" type="presParOf" srcId="{CAE59672-82BF-4087-A095-BC76E68FBB12}" destId="{0CE87C01-4EAB-4A35-8CEA-21F47C6195EF}" srcOrd="2" destOrd="0" presId="urn:microsoft.com/office/officeart/2018/2/layout/IconLabelList"/>
    <dgm:cxn modelId="{B5E7BF95-EF53-4AD2-B3CC-3C62ECE02668}" type="presParOf" srcId="{0CE87C01-4EAB-4A35-8CEA-21F47C6195EF}" destId="{ED155BF0-6047-412D-A134-19DAB65FA197}" srcOrd="0" destOrd="0" presId="urn:microsoft.com/office/officeart/2018/2/layout/IconLabelList"/>
    <dgm:cxn modelId="{433D32A9-9B34-40D5-BCB1-45304417ADC9}" type="presParOf" srcId="{0CE87C01-4EAB-4A35-8CEA-21F47C6195EF}" destId="{256E5AEC-E28A-4F80-BADB-21A817FA9F15}" srcOrd="1" destOrd="0" presId="urn:microsoft.com/office/officeart/2018/2/layout/IconLabelList"/>
    <dgm:cxn modelId="{39927E74-8627-4DDC-81B5-E26B0E344995}" type="presParOf" srcId="{0CE87C01-4EAB-4A35-8CEA-21F47C6195EF}" destId="{CB4A033C-93A3-48F0-AB95-FABA33A4E775}" srcOrd="2" destOrd="0" presId="urn:microsoft.com/office/officeart/2018/2/layout/IconLabelList"/>
    <dgm:cxn modelId="{80BA4077-098B-44BA-B3FC-F0368CD700D9}" type="presParOf" srcId="{CAE59672-82BF-4087-A095-BC76E68FBB12}" destId="{D3636903-C5D6-44A9-A739-3F1180D07371}" srcOrd="3" destOrd="0" presId="urn:microsoft.com/office/officeart/2018/2/layout/IconLabelList"/>
    <dgm:cxn modelId="{229611D8-F839-465D-AE26-ABDC91F2DD12}" type="presParOf" srcId="{CAE59672-82BF-4087-A095-BC76E68FBB12}" destId="{F690268F-4CDD-4DCC-8100-3FAADFAF88EF}" srcOrd="4" destOrd="0" presId="urn:microsoft.com/office/officeart/2018/2/layout/IconLabelList"/>
    <dgm:cxn modelId="{409A1BC9-E502-461F-89FF-BD41C6E5B1E8}" type="presParOf" srcId="{F690268F-4CDD-4DCC-8100-3FAADFAF88EF}" destId="{DE5FCA29-1BF7-4E87-AAF2-32E2535D37D0}" srcOrd="0" destOrd="0" presId="urn:microsoft.com/office/officeart/2018/2/layout/IconLabelList"/>
    <dgm:cxn modelId="{DF536E58-AB9D-4582-9619-849FE043FB81}" type="presParOf" srcId="{F690268F-4CDD-4DCC-8100-3FAADFAF88EF}" destId="{FB3829D3-7870-48E8-9E4A-4A5330C94556}" srcOrd="1" destOrd="0" presId="urn:microsoft.com/office/officeart/2018/2/layout/IconLabelList"/>
    <dgm:cxn modelId="{5F29619B-15D5-4D58-AEBE-76389BCC1686}" type="presParOf" srcId="{F690268F-4CDD-4DCC-8100-3FAADFAF88EF}" destId="{85EF9E7B-9B1C-4823-AEB5-6E8BE15235E6}" srcOrd="2" destOrd="0" presId="urn:microsoft.com/office/officeart/2018/2/layout/IconLabelList"/>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6BC7CCE6-157E-D64E-B0B1-B2EDBA56D8D1}" type="doc">
      <dgm:prSet loTypeId="urn:microsoft.com/office/officeart/2005/8/layout/vList2" loCatId="list" qsTypeId="urn:microsoft.com/office/officeart/2005/8/quickstyle/3d2" qsCatId="3D" csTypeId="urn:microsoft.com/office/officeart/2005/8/colors/accent1_5" csCatId="accent1"/>
      <dgm:spPr/>
      <dgm:t>
        <a:bodyPr/>
        <a:lstStyle/>
        <a:p>
          <a:endParaRPr lang="en-US"/>
        </a:p>
      </dgm:t>
    </dgm:pt>
    <dgm:pt modelId="{CB83F4D6-878F-724A-A215-1D3780C92707}">
      <dgm:prSet/>
      <dgm:spPr/>
      <dgm:t>
        <a:bodyPr/>
        <a:lstStyle/>
        <a:p>
          <a:pPr algn="ctr"/>
          <a:r>
            <a:rPr lang="en-US"/>
            <a:t>DevOps and Agile</a:t>
          </a:r>
        </a:p>
      </dgm:t>
    </dgm:pt>
    <dgm:pt modelId="{A48E1269-9DCD-A047-B889-6EFA22397987}" type="parTrans" cxnId="{CA22856F-637A-324D-AEA6-CAEAD88E94B2}">
      <dgm:prSet/>
      <dgm:spPr/>
      <dgm:t>
        <a:bodyPr/>
        <a:lstStyle/>
        <a:p>
          <a:endParaRPr lang="en-US"/>
        </a:p>
      </dgm:t>
    </dgm:pt>
    <dgm:pt modelId="{3080F67F-F957-4A45-BD43-5094DCC261D2}" type="sibTrans" cxnId="{CA22856F-637A-324D-AEA6-CAEAD88E94B2}">
      <dgm:prSet/>
      <dgm:spPr/>
      <dgm:t>
        <a:bodyPr/>
        <a:lstStyle/>
        <a:p>
          <a:endParaRPr lang="en-US"/>
        </a:p>
      </dgm:t>
    </dgm:pt>
    <dgm:pt modelId="{16AA576F-8C87-EF41-8D31-D488E17B012D}" type="pres">
      <dgm:prSet presAssocID="{6BC7CCE6-157E-D64E-B0B1-B2EDBA56D8D1}" presName="linear" presStyleCnt="0">
        <dgm:presLayoutVars>
          <dgm:animLvl val="lvl"/>
          <dgm:resizeHandles val="exact"/>
        </dgm:presLayoutVars>
      </dgm:prSet>
      <dgm:spPr/>
    </dgm:pt>
    <dgm:pt modelId="{62193EDB-C112-794D-A107-4F819D0D8CAA}" type="pres">
      <dgm:prSet presAssocID="{CB83F4D6-878F-724A-A215-1D3780C92707}" presName="parentText" presStyleLbl="node1" presStyleIdx="0" presStyleCnt="1">
        <dgm:presLayoutVars>
          <dgm:chMax val="0"/>
          <dgm:bulletEnabled val="1"/>
        </dgm:presLayoutVars>
      </dgm:prSet>
      <dgm:spPr/>
    </dgm:pt>
  </dgm:ptLst>
  <dgm:cxnLst>
    <dgm:cxn modelId="{09A71530-E7F2-9848-8411-C545F2263D59}" type="presOf" srcId="{CB83F4D6-878F-724A-A215-1D3780C92707}" destId="{62193EDB-C112-794D-A107-4F819D0D8CAA}" srcOrd="0" destOrd="0" presId="urn:microsoft.com/office/officeart/2005/8/layout/vList2"/>
    <dgm:cxn modelId="{CA22856F-637A-324D-AEA6-CAEAD88E94B2}" srcId="{6BC7CCE6-157E-D64E-B0B1-B2EDBA56D8D1}" destId="{CB83F4D6-878F-724A-A215-1D3780C92707}" srcOrd="0" destOrd="0" parTransId="{A48E1269-9DCD-A047-B889-6EFA22397987}" sibTransId="{3080F67F-F957-4A45-BD43-5094DCC261D2}"/>
    <dgm:cxn modelId="{F24178FF-1136-494E-B92C-C041D9406A13}" type="presOf" srcId="{6BC7CCE6-157E-D64E-B0B1-B2EDBA56D8D1}" destId="{16AA576F-8C87-EF41-8D31-D488E17B012D}" srcOrd="0" destOrd="0" presId="urn:microsoft.com/office/officeart/2005/8/layout/vList2"/>
    <dgm:cxn modelId="{994EA1BE-0AF1-E440-8370-39771FC609A6}" type="presParOf" srcId="{16AA576F-8C87-EF41-8D31-D488E17B012D}" destId="{62193EDB-C112-794D-A107-4F819D0D8CAA}" srcOrd="0" destOrd="0" presId="urn:microsoft.com/office/officeart/2005/8/layout/vList2"/>
  </dgm:cxnLst>
  <dgm:bg/>
  <dgm:whole/>
  <dgm:extLst>
    <a:ext uri="http://schemas.microsoft.com/office/drawing/2008/diagram">
      <dsp:dataModelExt xmlns:dsp="http://schemas.microsoft.com/office/drawing/2008/diagram" relId="rId1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EA6F6C91-66E3-764F-BA95-87CA4DAD902C}" type="doc">
      <dgm:prSet loTypeId="urn:microsoft.com/office/officeart/2005/8/layout/vList2" loCatId="list" qsTypeId="urn:microsoft.com/office/officeart/2005/8/quickstyle/3d2" qsCatId="3D" csTypeId="urn:microsoft.com/office/officeart/2005/8/colors/accent0_3" csCatId="mainScheme"/>
      <dgm:spPr/>
      <dgm:t>
        <a:bodyPr/>
        <a:lstStyle/>
        <a:p>
          <a:endParaRPr lang="en-US"/>
        </a:p>
      </dgm:t>
    </dgm:pt>
    <dgm:pt modelId="{5B95A3B6-DF93-FC45-8F8A-6B22926AD2DA}">
      <dgm:prSet/>
      <dgm:spPr/>
      <dgm:t>
        <a:bodyPr/>
        <a:lstStyle/>
        <a:p>
          <a:r>
            <a:rPr lang="en-US"/>
            <a:t>References</a:t>
          </a:r>
        </a:p>
      </dgm:t>
    </dgm:pt>
    <dgm:pt modelId="{E3A99094-373C-9746-B675-40512E43DE22}" type="parTrans" cxnId="{014A954C-7739-D747-B780-DAB0634CD4A5}">
      <dgm:prSet/>
      <dgm:spPr/>
      <dgm:t>
        <a:bodyPr/>
        <a:lstStyle/>
        <a:p>
          <a:endParaRPr lang="en-US"/>
        </a:p>
      </dgm:t>
    </dgm:pt>
    <dgm:pt modelId="{A780677D-4ABA-6D47-8DE4-64A2575A16C6}" type="sibTrans" cxnId="{014A954C-7739-D747-B780-DAB0634CD4A5}">
      <dgm:prSet/>
      <dgm:spPr/>
      <dgm:t>
        <a:bodyPr/>
        <a:lstStyle/>
        <a:p>
          <a:endParaRPr lang="en-US"/>
        </a:p>
      </dgm:t>
    </dgm:pt>
    <dgm:pt modelId="{B687D472-8A82-E642-84AF-860FF244FD24}" type="pres">
      <dgm:prSet presAssocID="{EA6F6C91-66E3-764F-BA95-87CA4DAD902C}" presName="linear" presStyleCnt="0">
        <dgm:presLayoutVars>
          <dgm:animLvl val="lvl"/>
          <dgm:resizeHandles val="exact"/>
        </dgm:presLayoutVars>
      </dgm:prSet>
      <dgm:spPr/>
    </dgm:pt>
    <dgm:pt modelId="{5C161ED1-9F59-B649-B3E2-6CDFA75107DA}" type="pres">
      <dgm:prSet presAssocID="{5B95A3B6-DF93-FC45-8F8A-6B22926AD2DA}" presName="parentText" presStyleLbl="node1" presStyleIdx="0" presStyleCnt="1">
        <dgm:presLayoutVars>
          <dgm:chMax val="0"/>
          <dgm:bulletEnabled val="1"/>
        </dgm:presLayoutVars>
      </dgm:prSet>
      <dgm:spPr/>
    </dgm:pt>
  </dgm:ptLst>
  <dgm:cxnLst>
    <dgm:cxn modelId="{45BB1639-17DB-BB43-B109-DAA2F0214EEC}" type="presOf" srcId="{5B95A3B6-DF93-FC45-8F8A-6B22926AD2DA}" destId="{5C161ED1-9F59-B649-B3E2-6CDFA75107DA}" srcOrd="0" destOrd="0" presId="urn:microsoft.com/office/officeart/2005/8/layout/vList2"/>
    <dgm:cxn modelId="{014A954C-7739-D747-B780-DAB0634CD4A5}" srcId="{EA6F6C91-66E3-764F-BA95-87CA4DAD902C}" destId="{5B95A3B6-DF93-FC45-8F8A-6B22926AD2DA}" srcOrd="0" destOrd="0" parTransId="{E3A99094-373C-9746-B675-40512E43DE22}" sibTransId="{A780677D-4ABA-6D47-8DE4-64A2575A16C6}"/>
    <dgm:cxn modelId="{13D01052-0736-7C43-807F-9CFF4296C375}" type="presOf" srcId="{EA6F6C91-66E3-764F-BA95-87CA4DAD902C}" destId="{B687D472-8A82-E642-84AF-860FF244FD24}" srcOrd="0" destOrd="0" presId="urn:microsoft.com/office/officeart/2005/8/layout/vList2"/>
    <dgm:cxn modelId="{14AB5044-8B01-2940-9167-29E2C79C4926}" type="presParOf" srcId="{B687D472-8A82-E642-84AF-860FF244FD24}" destId="{5C161ED1-9F59-B649-B3E2-6CDFA75107DA}"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B5A3C996-2B6E-844F-B117-EEB503C4ECD8}" type="doc">
      <dgm:prSet loTypeId="urn:microsoft.com/office/officeart/2005/8/layout/vList2" loCatId="list" qsTypeId="urn:microsoft.com/office/officeart/2005/8/quickstyle/3d2" qsCatId="3D" csTypeId="urn:microsoft.com/office/officeart/2005/8/colors/accent1_2" csCatId="accent1" phldr="1"/>
      <dgm:spPr/>
      <dgm:t>
        <a:bodyPr/>
        <a:lstStyle/>
        <a:p>
          <a:endParaRPr lang="en-US"/>
        </a:p>
      </dgm:t>
    </dgm:pt>
    <dgm:pt modelId="{F32D8FE3-29A4-CC48-B76B-882A0ECCD39D}">
      <dgm:prSet/>
      <dgm:spPr/>
      <dgm:t>
        <a:bodyPr/>
        <a:lstStyle/>
        <a:p>
          <a:r>
            <a:rPr lang="en-US" dirty="0"/>
            <a:t>Anthropic. (2026). </a:t>
          </a:r>
          <a:r>
            <a:rPr lang="en-US" i="1" dirty="0"/>
            <a:t>Claude</a:t>
          </a:r>
          <a:r>
            <a:rPr lang="en-US" dirty="0"/>
            <a:t> (Sonnet 4.6) [Large language model]. </a:t>
          </a:r>
          <a:r>
            <a:rPr lang="en-US" dirty="0">
              <a:hlinkClick xmlns:r="http://schemas.openxmlformats.org/officeDocument/2006/relationships" r:id="rId1"/>
            </a:rPr>
            <a:t>https://claude.ai</a:t>
          </a:r>
          <a:endParaRPr lang="en-US" dirty="0"/>
        </a:p>
      </dgm:t>
    </dgm:pt>
    <dgm:pt modelId="{59AAAA87-CF73-C641-B183-82CCA47D619D}" type="parTrans" cxnId="{6FCCEBCF-A179-0D41-911F-9471AFAFFB61}">
      <dgm:prSet/>
      <dgm:spPr/>
      <dgm:t>
        <a:bodyPr/>
        <a:lstStyle/>
        <a:p>
          <a:endParaRPr lang="en-US"/>
        </a:p>
      </dgm:t>
    </dgm:pt>
    <dgm:pt modelId="{230CD836-1072-0B48-BC4A-E0124E692D4E}" type="sibTrans" cxnId="{6FCCEBCF-A179-0D41-911F-9471AFAFFB61}">
      <dgm:prSet/>
      <dgm:spPr/>
      <dgm:t>
        <a:bodyPr/>
        <a:lstStyle/>
        <a:p>
          <a:endParaRPr lang="en-US"/>
        </a:p>
      </dgm:t>
    </dgm:pt>
    <dgm:pt modelId="{42648052-C42F-4948-B70C-3CC06AEDEBE8}">
      <dgm:prSet/>
      <dgm:spPr/>
      <dgm:t>
        <a:bodyPr/>
        <a:lstStyle/>
        <a:p>
          <a:r>
            <a:rPr lang="en-US" dirty="0"/>
            <a:t>Takakura, T. (n.d.). </a:t>
          </a:r>
          <a:r>
            <a:rPr lang="en-US" i="1" dirty="0"/>
            <a:t>What is value stream management (VSM) and why is it important?</a:t>
          </a:r>
          <a:r>
            <a:rPr lang="en-US" dirty="0"/>
            <a:t> Atlassian. https://www.atlassian.com/agile/value-stream-management </a:t>
          </a:r>
        </a:p>
      </dgm:t>
    </dgm:pt>
    <dgm:pt modelId="{D4B7309B-D4AD-7744-B798-BC3C1CA9C7EC}" type="parTrans" cxnId="{53556355-4C2B-0E44-8DA2-F8E9C2C573E9}">
      <dgm:prSet/>
      <dgm:spPr/>
      <dgm:t>
        <a:bodyPr/>
        <a:lstStyle/>
        <a:p>
          <a:endParaRPr lang="en-US"/>
        </a:p>
      </dgm:t>
    </dgm:pt>
    <dgm:pt modelId="{6F709A4D-333A-5247-A7AD-DB31F13BAFE1}" type="sibTrans" cxnId="{53556355-4C2B-0E44-8DA2-F8E9C2C573E9}">
      <dgm:prSet/>
      <dgm:spPr/>
      <dgm:t>
        <a:bodyPr/>
        <a:lstStyle/>
        <a:p>
          <a:endParaRPr lang="en-US"/>
        </a:p>
      </dgm:t>
    </dgm:pt>
    <dgm:pt modelId="{77A292BC-5198-A845-ABB7-E3543965B858}">
      <dgm:prSet/>
      <dgm:spPr/>
      <dgm:t>
        <a:bodyPr/>
        <a:lstStyle/>
        <a:p>
          <a:pPr>
            <a:buNone/>
          </a:pPr>
          <a:r>
            <a:rPr lang="en-US" dirty="0"/>
            <a:t>Used to assist in taking notes on sources as well as making the infographic on slide 7.</a:t>
          </a:r>
        </a:p>
      </dgm:t>
    </dgm:pt>
    <dgm:pt modelId="{9FBF5DA3-79F6-C54E-98B8-064586250165}" type="parTrans" cxnId="{4AF99844-CC91-AE49-85D4-A7596192F4D9}">
      <dgm:prSet/>
      <dgm:spPr/>
      <dgm:t>
        <a:bodyPr/>
        <a:lstStyle/>
        <a:p>
          <a:endParaRPr lang="en-US"/>
        </a:p>
      </dgm:t>
    </dgm:pt>
    <dgm:pt modelId="{C29FDC6C-96A7-7B4F-8C85-23929B600F7E}" type="sibTrans" cxnId="{4AF99844-CC91-AE49-85D4-A7596192F4D9}">
      <dgm:prSet/>
      <dgm:spPr/>
      <dgm:t>
        <a:bodyPr/>
        <a:lstStyle/>
        <a:p>
          <a:endParaRPr lang="en-US"/>
        </a:p>
      </dgm:t>
    </dgm:pt>
    <dgm:pt modelId="{750B4467-99BF-3A4B-A76C-5D92301C52FC}">
      <dgm:prSet/>
      <dgm:spPr/>
      <dgm:t>
        <a:bodyPr/>
        <a:lstStyle/>
        <a:p>
          <a:r>
            <a:rPr lang="en-US"/>
            <a:t>Kim</a:t>
          </a:r>
          <a:r>
            <a:rPr lang="en-US" dirty="0"/>
            <a:t>, G., Humble, J., Debois, P., &amp; Willis, J. (2016). </a:t>
          </a:r>
          <a:r>
            <a:rPr lang="en-US" i="1" dirty="0"/>
            <a:t>The DevOps Handbook: How to create world-class agility, reliability, and security in technology organizations.</a:t>
          </a:r>
          <a:r>
            <a:rPr lang="en-US" dirty="0"/>
            <a:t> IT Revolution Press.</a:t>
          </a:r>
        </a:p>
      </dgm:t>
    </dgm:pt>
    <dgm:pt modelId="{03CAE147-EDF1-1D41-BBC2-830D456E37C8}" type="parTrans" cxnId="{1B13FD70-4698-FE46-9161-5246FDEC47B2}">
      <dgm:prSet/>
      <dgm:spPr/>
      <dgm:t>
        <a:bodyPr/>
        <a:lstStyle/>
        <a:p>
          <a:endParaRPr lang="en-US"/>
        </a:p>
      </dgm:t>
    </dgm:pt>
    <dgm:pt modelId="{53BDD324-457C-DE4C-B103-74C035C446DE}" type="sibTrans" cxnId="{1B13FD70-4698-FE46-9161-5246FDEC47B2}">
      <dgm:prSet/>
      <dgm:spPr/>
      <dgm:t>
        <a:bodyPr/>
        <a:lstStyle/>
        <a:p>
          <a:endParaRPr lang="en-US"/>
        </a:p>
      </dgm:t>
    </dgm:pt>
    <dgm:pt modelId="{3EF3F4B0-FE92-BA43-A15D-AE035E3749F6}">
      <dgm:prSet/>
      <dgm:spPr/>
      <dgm:t>
        <a:bodyPr/>
        <a:lstStyle/>
        <a:p>
          <a:pPr>
            <a:buNone/>
          </a:pPr>
          <a:r>
            <a:rPr lang="en-US" dirty="0"/>
            <a:t>Generative AI did not write any material for this presentation other than create the infographic on slide 7.</a:t>
          </a:r>
        </a:p>
      </dgm:t>
    </dgm:pt>
    <dgm:pt modelId="{115E61E6-BBB2-754B-A498-35B5A7D1C928}" type="parTrans" cxnId="{1C133C28-0715-DA4A-87DF-5B9775376783}">
      <dgm:prSet/>
      <dgm:spPr/>
      <dgm:t>
        <a:bodyPr/>
        <a:lstStyle/>
        <a:p>
          <a:endParaRPr lang="en-US"/>
        </a:p>
      </dgm:t>
    </dgm:pt>
    <dgm:pt modelId="{4D5AB5DE-ADAB-154B-91A1-D610A70CF627}" type="sibTrans" cxnId="{1C133C28-0715-DA4A-87DF-5B9775376783}">
      <dgm:prSet/>
      <dgm:spPr/>
      <dgm:t>
        <a:bodyPr/>
        <a:lstStyle/>
        <a:p>
          <a:endParaRPr lang="en-US"/>
        </a:p>
      </dgm:t>
    </dgm:pt>
    <dgm:pt modelId="{F3353FAA-07AA-4942-9DBA-DB44F6E5CE80}" type="pres">
      <dgm:prSet presAssocID="{B5A3C996-2B6E-844F-B117-EEB503C4ECD8}" presName="linear" presStyleCnt="0">
        <dgm:presLayoutVars>
          <dgm:animLvl val="lvl"/>
          <dgm:resizeHandles val="exact"/>
        </dgm:presLayoutVars>
      </dgm:prSet>
      <dgm:spPr/>
    </dgm:pt>
    <dgm:pt modelId="{717E6A1E-13C5-1C45-A4E4-77E544B4AC84}" type="pres">
      <dgm:prSet presAssocID="{F32D8FE3-29A4-CC48-B76B-882A0ECCD39D}" presName="parentText" presStyleLbl="node1" presStyleIdx="0" presStyleCnt="3">
        <dgm:presLayoutVars>
          <dgm:chMax val="0"/>
          <dgm:bulletEnabled val="1"/>
        </dgm:presLayoutVars>
      </dgm:prSet>
      <dgm:spPr/>
    </dgm:pt>
    <dgm:pt modelId="{84460151-03C8-6E48-9B78-9D4FC0874208}" type="pres">
      <dgm:prSet presAssocID="{F32D8FE3-29A4-CC48-B76B-882A0ECCD39D}" presName="childText" presStyleLbl="revTx" presStyleIdx="0" presStyleCnt="1">
        <dgm:presLayoutVars>
          <dgm:bulletEnabled val="1"/>
        </dgm:presLayoutVars>
      </dgm:prSet>
      <dgm:spPr/>
    </dgm:pt>
    <dgm:pt modelId="{4A80EDE6-B45E-9949-AF6D-A53B043C048A}" type="pres">
      <dgm:prSet presAssocID="{750B4467-99BF-3A4B-A76C-5D92301C52FC}" presName="parentText" presStyleLbl="node1" presStyleIdx="1" presStyleCnt="3">
        <dgm:presLayoutVars>
          <dgm:chMax val="0"/>
          <dgm:bulletEnabled val="1"/>
        </dgm:presLayoutVars>
      </dgm:prSet>
      <dgm:spPr/>
    </dgm:pt>
    <dgm:pt modelId="{C44C41F2-AFA1-8642-BDB6-2AE465D82C27}" type="pres">
      <dgm:prSet presAssocID="{53BDD324-457C-DE4C-B103-74C035C446DE}" presName="spacer" presStyleCnt="0"/>
      <dgm:spPr/>
    </dgm:pt>
    <dgm:pt modelId="{C46D3ABF-D2FD-4A47-819F-1869BC097D9B}" type="pres">
      <dgm:prSet presAssocID="{42648052-C42F-4948-B70C-3CC06AEDEBE8}" presName="parentText" presStyleLbl="node1" presStyleIdx="2" presStyleCnt="3">
        <dgm:presLayoutVars>
          <dgm:chMax val="0"/>
          <dgm:bulletEnabled val="1"/>
        </dgm:presLayoutVars>
      </dgm:prSet>
      <dgm:spPr/>
    </dgm:pt>
  </dgm:ptLst>
  <dgm:cxnLst>
    <dgm:cxn modelId="{FC01A712-96AF-5749-A2B4-0446D06E2F74}" type="presOf" srcId="{750B4467-99BF-3A4B-A76C-5D92301C52FC}" destId="{4A80EDE6-B45E-9949-AF6D-A53B043C048A}" srcOrd="0" destOrd="0" presId="urn:microsoft.com/office/officeart/2005/8/layout/vList2"/>
    <dgm:cxn modelId="{06005D1E-2BBB-8D4B-BD25-AF89CE139CF5}" type="presOf" srcId="{F32D8FE3-29A4-CC48-B76B-882A0ECCD39D}" destId="{717E6A1E-13C5-1C45-A4E4-77E544B4AC84}" srcOrd="0" destOrd="0" presId="urn:microsoft.com/office/officeart/2005/8/layout/vList2"/>
    <dgm:cxn modelId="{1C133C28-0715-DA4A-87DF-5B9775376783}" srcId="{F32D8FE3-29A4-CC48-B76B-882A0ECCD39D}" destId="{3EF3F4B0-FE92-BA43-A15D-AE035E3749F6}" srcOrd="1" destOrd="0" parTransId="{115E61E6-BBB2-754B-A498-35B5A7D1C928}" sibTransId="{4D5AB5DE-ADAB-154B-91A1-D610A70CF627}"/>
    <dgm:cxn modelId="{03FD6041-C386-A549-B817-8C440FF2A5EE}" type="presOf" srcId="{42648052-C42F-4948-B70C-3CC06AEDEBE8}" destId="{C46D3ABF-D2FD-4A47-819F-1869BC097D9B}" srcOrd="0" destOrd="0" presId="urn:microsoft.com/office/officeart/2005/8/layout/vList2"/>
    <dgm:cxn modelId="{83123742-DBAB-894E-BE9C-AC7338045022}" type="presOf" srcId="{3EF3F4B0-FE92-BA43-A15D-AE035E3749F6}" destId="{84460151-03C8-6E48-9B78-9D4FC0874208}" srcOrd="0" destOrd="1" presId="urn:microsoft.com/office/officeart/2005/8/layout/vList2"/>
    <dgm:cxn modelId="{4AF99844-CC91-AE49-85D4-A7596192F4D9}" srcId="{F32D8FE3-29A4-CC48-B76B-882A0ECCD39D}" destId="{77A292BC-5198-A845-ABB7-E3543965B858}" srcOrd="0" destOrd="0" parTransId="{9FBF5DA3-79F6-C54E-98B8-064586250165}" sibTransId="{C29FDC6C-96A7-7B4F-8C85-23929B600F7E}"/>
    <dgm:cxn modelId="{53556355-4C2B-0E44-8DA2-F8E9C2C573E9}" srcId="{B5A3C996-2B6E-844F-B117-EEB503C4ECD8}" destId="{42648052-C42F-4948-B70C-3CC06AEDEBE8}" srcOrd="2" destOrd="0" parTransId="{D4B7309B-D4AD-7744-B798-BC3C1CA9C7EC}" sibTransId="{6F709A4D-333A-5247-A7AD-DB31F13BAFE1}"/>
    <dgm:cxn modelId="{1B13FD70-4698-FE46-9161-5246FDEC47B2}" srcId="{B5A3C996-2B6E-844F-B117-EEB503C4ECD8}" destId="{750B4467-99BF-3A4B-A76C-5D92301C52FC}" srcOrd="1" destOrd="0" parTransId="{03CAE147-EDF1-1D41-BBC2-830D456E37C8}" sibTransId="{53BDD324-457C-DE4C-B103-74C035C446DE}"/>
    <dgm:cxn modelId="{B45C5877-19E5-D146-9BF5-79CFF1CA4641}" type="presOf" srcId="{B5A3C996-2B6E-844F-B117-EEB503C4ECD8}" destId="{F3353FAA-07AA-4942-9DBA-DB44F6E5CE80}" srcOrd="0" destOrd="0" presId="urn:microsoft.com/office/officeart/2005/8/layout/vList2"/>
    <dgm:cxn modelId="{6FCCEBCF-A179-0D41-911F-9471AFAFFB61}" srcId="{B5A3C996-2B6E-844F-B117-EEB503C4ECD8}" destId="{F32D8FE3-29A4-CC48-B76B-882A0ECCD39D}" srcOrd="0" destOrd="0" parTransId="{59AAAA87-CF73-C641-B183-82CCA47D619D}" sibTransId="{230CD836-1072-0B48-BC4A-E0124E692D4E}"/>
    <dgm:cxn modelId="{D15B89EA-09C2-3B4F-9326-1365D4ED306E}" type="presOf" srcId="{77A292BC-5198-A845-ABB7-E3543965B858}" destId="{84460151-03C8-6E48-9B78-9D4FC0874208}" srcOrd="0" destOrd="0" presId="urn:microsoft.com/office/officeart/2005/8/layout/vList2"/>
    <dgm:cxn modelId="{4037ED16-A34A-8849-839C-AAD7E5638E9C}" type="presParOf" srcId="{F3353FAA-07AA-4942-9DBA-DB44F6E5CE80}" destId="{717E6A1E-13C5-1C45-A4E4-77E544B4AC84}" srcOrd="0" destOrd="0" presId="urn:microsoft.com/office/officeart/2005/8/layout/vList2"/>
    <dgm:cxn modelId="{7D22F302-EDF3-344D-9114-193D0BAB5278}" type="presParOf" srcId="{F3353FAA-07AA-4942-9DBA-DB44F6E5CE80}" destId="{84460151-03C8-6E48-9B78-9D4FC0874208}" srcOrd="1" destOrd="0" presId="urn:microsoft.com/office/officeart/2005/8/layout/vList2"/>
    <dgm:cxn modelId="{368BB42D-54A0-D54D-827E-FDBF6257DD8E}" type="presParOf" srcId="{F3353FAA-07AA-4942-9DBA-DB44F6E5CE80}" destId="{4A80EDE6-B45E-9949-AF6D-A53B043C048A}" srcOrd="2" destOrd="0" presId="urn:microsoft.com/office/officeart/2005/8/layout/vList2"/>
    <dgm:cxn modelId="{B17BE03E-1C93-1644-B26C-DDA322F98277}" type="presParOf" srcId="{F3353FAA-07AA-4942-9DBA-DB44F6E5CE80}" destId="{C44C41F2-AFA1-8642-BDB6-2AE465D82C27}" srcOrd="3" destOrd="0" presId="urn:microsoft.com/office/officeart/2005/8/layout/vList2"/>
    <dgm:cxn modelId="{618A5E68-908E-3744-8801-CE35D712CD3F}" type="presParOf" srcId="{F3353FAA-07AA-4942-9DBA-DB44F6E5CE80}" destId="{C46D3ABF-D2FD-4A47-819F-1869BC097D9B}" srcOrd="4" destOrd="0" presId="urn:microsoft.com/office/officeart/2005/8/layout/vList2"/>
  </dgm:cxnLst>
  <dgm:bg/>
  <dgm:whole/>
  <dgm:extLst>
    <a:ext uri="http://schemas.microsoft.com/office/drawing/2008/diagram">
      <dsp:dataModelExt xmlns:dsp="http://schemas.microsoft.com/office/drawing/2008/diagram" relId="rId11"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D33CF9-7E0E-E340-AC15-3CA2089591B3}">
      <dsp:nvSpPr>
        <dsp:cNvPr id="0" name=""/>
        <dsp:cNvSpPr/>
      </dsp:nvSpPr>
      <dsp:spPr>
        <a:xfrm>
          <a:off x="0" y="34030"/>
          <a:ext cx="7454425" cy="1348455"/>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25730" tIns="125730" rIns="125730" bIns="125730" numCol="1" spcCol="1270" anchor="ctr" anchorCtr="0">
          <a:noAutofit/>
        </a:bodyPr>
        <a:lstStyle/>
        <a:p>
          <a:pPr marL="0" lvl="0" indent="0" algn="ctr" defTabSz="1466850">
            <a:lnSpc>
              <a:spcPct val="90000"/>
            </a:lnSpc>
            <a:spcBef>
              <a:spcPct val="0"/>
            </a:spcBef>
            <a:spcAft>
              <a:spcPct val="35000"/>
            </a:spcAft>
            <a:buNone/>
          </a:pPr>
          <a:r>
            <a:rPr lang="en-US" sz="3300" kern="1200" dirty="0"/>
            <a:t>What is the technology value stream?</a:t>
          </a:r>
        </a:p>
      </dsp:txBody>
      <dsp:txXfrm>
        <a:off x="65826" y="99856"/>
        <a:ext cx="7322773" cy="121680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BBD55CF-7529-0D47-A8ED-78C580FD9A36}">
      <dsp:nvSpPr>
        <dsp:cNvPr id="0" name=""/>
        <dsp:cNvSpPr/>
      </dsp:nvSpPr>
      <dsp:spPr>
        <a:xfrm>
          <a:off x="0" y="1308"/>
          <a:ext cx="7454425" cy="1154789"/>
        </a:xfrm>
        <a:prstGeom prst="roundRect">
          <a:avLst/>
        </a:prstGeom>
        <a:solidFill>
          <a:schemeClr val="accent1">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“The Technology Value Stream is the process required to convert a business hypothesis into a technology-enabled service that delivers value to the customer” (Kim et al., 2016).</a:t>
          </a:r>
        </a:p>
      </dsp:txBody>
      <dsp:txXfrm>
        <a:off x="56372" y="57680"/>
        <a:ext cx="7341681" cy="104204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F1CAC3-57CC-C443-8C43-2E80FEDB38FF}">
      <dsp:nvSpPr>
        <dsp:cNvPr id="0" name=""/>
        <dsp:cNvSpPr/>
      </dsp:nvSpPr>
      <dsp:spPr>
        <a:xfrm>
          <a:off x="772782" y="698445"/>
          <a:ext cx="1959924" cy="64588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US" sz="1800" kern="1200" dirty="0"/>
            <a:t>Objectives </a:t>
          </a:r>
        </a:p>
        <a:p>
          <a:pPr marL="0" lvl="0" indent="0" algn="ctr" defTabSz="800100">
            <a:lnSpc>
              <a:spcPct val="90000"/>
            </a:lnSpc>
            <a:spcBef>
              <a:spcPct val="0"/>
            </a:spcBef>
            <a:spcAft>
              <a:spcPct val="35000"/>
            </a:spcAft>
            <a:buNone/>
          </a:pPr>
          <a:r>
            <a:rPr lang="en-US" sz="1800" kern="1200" dirty="0"/>
            <a:t>&amp; Ideas</a:t>
          </a:r>
        </a:p>
      </dsp:txBody>
      <dsp:txXfrm>
        <a:off x="772782" y="698445"/>
        <a:ext cx="1959924" cy="645884"/>
      </dsp:txXfrm>
    </dsp:sp>
    <dsp:sp modelId="{90EB8D76-7125-CC41-B6E3-87ED3DB4F58E}">
      <dsp:nvSpPr>
        <dsp:cNvPr id="0" name=""/>
        <dsp:cNvSpPr/>
      </dsp:nvSpPr>
      <dsp:spPr>
        <a:xfrm>
          <a:off x="772782" y="2060392"/>
          <a:ext cx="1959924" cy="1210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772782" y="2060392"/>
        <a:ext cx="1959924" cy="1210072"/>
      </dsp:txXfrm>
    </dsp:sp>
    <dsp:sp modelId="{E5699CE9-3C7A-E34C-AC9A-703E9F3D442A}">
      <dsp:nvSpPr>
        <dsp:cNvPr id="0" name=""/>
        <dsp:cNvSpPr/>
      </dsp:nvSpPr>
      <dsp:spPr>
        <a:xfrm>
          <a:off x="770555" y="502007"/>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F1691DD-99A9-7846-939E-DC60353ABA1E}">
      <dsp:nvSpPr>
        <dsp:cNvPr id="0" name=""/>
        <dsp:cNvSpPr/>
      </dsp:nvSpPr>
      <dsp:spPr>
        <a:xfrm>
          <a:off x="879687" y="283743"/>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D722E302-1BE2-B646-967E-933DB782ECDC}">
      <dsp:nvSpPr>
        <dsp:cNvPr id="0" name=""/>
        <dsp:cNvSpPr/>
      </dsp:nvSpPr>
      <dsp:spPr>
        <a:xfrm>
          <a:off x="1141605" y="327396"/>
          <a:ext cx="244990" cy="244990"/>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80F7DCA4-6DE0-A845-9BAB-B09128E17923}">
      <dsp:nvSpPr>
        <dsp:cNvPr id="0" name=""/>
        <dsp:cNvSpPr/>
      </dsp:nvSpPr>
      <dsp:spPr>
        <a:xfrm>
          <a:off x="1359869" y="87305"/>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08BEEDE-E14B-934A-BCB1-A8315D632748}">
      <dsp:nvSpPr>
        <dsp:cNvPr id="0" name=""/>
        <dsp:cNvSpPr/>
      </dsp:nvSpPr>
      <dsp:spPr>
        <a:xfrm>
          <a:off x="1643612" y="0"/>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1E9D40F-7857-964A-8748-F2FDC64A543C}">
      <dsp:nvSpPr>
        <dsp:cNvPr id="0" name=""/>
        <dsp:cNvSpPr/>
      </dsp:nvSpPr>
      <dsp:spPr>
        <a:xfrm>
          <a:off x="1992835" y="152785"/>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6F36A67-164C-224D-A2B9-C856FF75AE1E}">
      <dsp:nvSpPr>
        <dsp:cNvPr id="0" name=""/>
        <dsp:cNvSpPr/>
      </dsp:nvSpPr>
      <dsp:spPr>
        <a:xfrm>
          <a:off x="2211100" y="261917"/>
          <a:ext cx="244990" cy="244990"/>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F9B0F01-CE5F-2A4D-8817-002C9EDE9C1C}">
      <dsp:nvSpPr>
        <dsp:cNvPr id="0" name=""/>
        <dsp:cNvSpPr/>
      </dsp:nvSpPr>
      <dsp:spPr>
        <a:xfrm>
          <a:off x="2516670" y="502007"/>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50756C5D-45CE-7741-A542-F8EADB36CFDB}">
      <dsp:nvSpPr>
        <dsp:cNvPr id="0" name=""/>
        <dsp:cNvSpPr/>
      </dsp:nvSpPr>
      <dsp:spPr>
        <a:xfrm>
          <a:off x="2647628" y="742098"/>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CDF9C55-4317-A148-8DBA-4D703F6F4FD5}">
      <dsp:nvSpPr>
        <dsp:cNvPr id="0" name=""/>
        <dsp:cNvSpPr/>
      </dsp:nvSpPr>
      <dsp:spPr>
        <a:xfrm>
          <a:off x="1512654" y="283743"/>
          <a:ext cx="400893" cy="40089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96413941-18DB-7045-9EC5-1F8E3632A18B}">
      <dsp:nvSpPr>
        <dsp:cNvPr id="0" name=""/>
        <dsp:cNvSpPr/>
      </dsp:nvSpPr>
      <dsp:spPr>
        <a:xfrm>
          <a:off x="661423" y="1113147"/>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6C45110A-C80A-8141-BA65-F0DEA73B19E7}">
      <dsp:nvSpPr>
        <dsp:cNvPr id="0" name=""/>
        <dsp:cNvSpPr/>
      </dsp:nvSpPr>
      <dsp:spPr>
        <a:xfrm>
          <a:off x="792382" y="1309585"/>
          <a:ext cx="244990" cy="244990"/>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1F60F3D9-F19F-5442-A498-A4581C91CDB6}">
      <dsp:nvSpPr>
        <dsp:cNvPr id="0" name=""/>
        <dsp:cNvSpPr/>
      </dsp:nvSpPr>
      <dsp:spPr>
        <a:xfrm>
          <a:off x="1119778" y="1484197"/>
          <a:ext cx="356349" cy="356349"/>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0D0B8F0-3FF0-8046-BA06-33D71A0C26BE}">
      <dsp:nvSpPr>
        <dsp:cNvPr id="0" name=""/>
        <dsp:cNvSpPr/>
      </dsp:nvSpPr>
      <dsp:spPr>
        <a:xfrm>
          <a:off x="1578133" y="1767940"/>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477FBA36-C277-9C49-B594-F1ACA6B21F1A}">
      <dsp:nvSpPr>
        <dsp:cNvPr id="0" name=""/>
        <dsp:cNvSpPr/>
      </dsp:nvSpPr>
      <dsp:spPr>
        <a:xfrm>
          <a:off x="1665439" y="1484197"/>
          <a:ext cx="244990" cy="244990"/>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BB34DE18-4FBD-5247-AF8D-6194FA6DA10C}">
      <dsp:nvSpPr>
        <dsp:cNvPr id="0" name=""/>
        <dsp:cNvSpPr/>
      </dsp:nvSpPr>
      <dsp:spPr>
        <a:xfrm>
          <a:off x="1883703" y="1789767"/>
          <a:ext cx="155903" cy="155903"/>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349B6B68-C54E-D144-9D75-3555C10BDF8B}">
      <dsp:nvSpPr>
        <dsp:cNvPr id="0" name=""/>
        <dsp:cNvSpPr/>
      </dsp:nvSpPr>
      <dsp:spPr>
        <a:xfrm>
          <a:off x="2080141" y="1440544"/>
          <a:ext cx="356349" cy="356349"/>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E96B075-DA9E-F440-BBB3-943E66AC4678}">
      <dsp:nvSpPr>
        <dsp:cNvPr id="0" name=""/>
        <dsp:cNvSpPr/>
      </dsp:nvSpPr>
      <dsp:spPr>
        <a:xfrm>
          <a:off x="2560322" y="1353238"/>
          <a:ext cx="244990" cy="244990"/>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62D3310-C5DC-4440-8D77-857FF5DDD016}">
      <dsp:nvSpPr>
        <dsp:cNvPr id="0" name=""/>
        <dsp:cNvSpPr/>
      </dsp:nvSpPr>
      <dsp:spPr>
        <a:xfrm>
          <a:off x="2805313" y="327033"/>
          <a:ext cx="719502" cy="1373608"/>
        </a:xfrm>
        <a:prstGeom prst="chevron">
          <a:avLst>
            <a:gd name="adj" fmla="val 62310"/>
          </a:avLst>
        </a:prstGeom>
        <a:solidFill>
          <a:schemeClr val="accent1">
            <a:tint val="60000"/>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71B300E6-F854-024E-B7CE-A905B137CF15}">
      <dsp:nvSpPr>
        <dsp:cNvPr id="0" name=""/>
        <dsp:cNvSpPr/>
      </dsp:nvSpPr>
      <dsp:spPr>
        <a:xfrm>
          <a:off x="3393997" y="327033"/>
          <a:ext cx="719502" cy="1373608"/>
        </a:xfrm>
        <a:prstGeom prst="chevron">
          <a:avLst>
            <a:gd name="adj" fmla="val 62310"/>
          </a:avLst>
        </a:prstGeom>
        <a:solidFill>
          <a:schemeClr val="accent1">
            <a:tint val="60000"/>
            <a:hueOff val="0"/>
            <a:satOff val="0"/>
            <a:lumOff val="0"/>
            <a:alphaOff val="0"/>
          </a:schemeClr>
        </a:solidFill>
        <a:ln>
          <a:noFill/>
        </a:ln>
        <a:effectLst>
          <a:outerShdw blurRad="50800" dist="38100" dir="5400000" rotWithShape="0">
            <a:srgbClr val="000000">
              <a:alpha val="35000"/>
            </a:srgbClr>
          </a:outerShdw>
        </a:effectLst>
        <a:scene3d>
          <a:camera prst="orthographicFront"/>
          <a:lightRig rig="threePt" dir="t">
            <a:rot lat="0" lon="0" rev="7500000"/>
          </a:lightRig>
        </a:scene3d>
        <a:sp3d z="-70000" extrusionH="63500" prstMaterial="matte">
          <a:bevelT w="25400" h="6350" prst="relaxedInset"/>
          <a:contourClr>
            <a:schemeClr val="bg1"/>
          </a:contourClr>
        </a:sp3d>
      </dsp:spPr>
      <dsp:style>
        <a:lnRef idx="0">
          <a:scrgbClr r="0" g="0" b="0"/>
        </a:lnRef>
        <a:fillRef idx="1">
          <a:scrgbClr r="0" g="0" b="0"/>
        </a:fillRef>
        <a:effectRef idx="2">
          <a:scrgbClr r="0" g="0" b="0"/>
        </a:effectRef>
        <a:fontRef idx="minor">
          <a:schemeClr val="lt1"/>
        </a:fontRef>
      </dsp:style>
    </dsp:sp>
    <dsp:sp modelId="{AD1CA758-057F-8D42-8E39-087FC63E488E}">
      <dsp:nvSpPr>
        <dsp:cNvPr id="0" name=""/>
        <dsp:cNvSpPr/>
      </dsp:nvSpPr>
      <dsp:spPr>
        <a:xfrm>
          <a:off x="4260670" y="229586"/>
          <a:ext cx="1667937" cy="1667937"/>
        </a:xfrm>
        <a:prstGeom prst="ellipse">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r>
            <a:rPr lang="en-US" sz="1800" kern="1200" dirty="0"/>
            <a:t>Code successfully in production</a:t>
          </a:r>
        </a:p>
      </dsp:txBody>
      <dsp:txXfrm>
        <a:off x="4504934" y="473850"/>
        <a:ext cx="1179409" cy="1179409"/>
      </dsp:txXfrm>
    </dsp:sp>
    <dsp:sp modelId="{A7CBEFAF-E658-6240-9E71-989EC90BD898}">
      <dsp:nvSpPr>
        <dsp:cNvPr id="0" name=""/>
        <dsp:cNvSpPr/>
      </dsp:nvSpPr>
      <dsp:spPr>
        <a:xfrm>
          <a:off x="4113499" y="2060392"/>
          <a:ext cx="1962279" cy="12100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2550" tIns="82550" rIns="82550" bIns="82550" numCol="1" spcCol="1270" anchor="ctr" anchorCtr="0">
          <a:noAutofit/>
        </a:bodyPr>
        <a:lstStyle/>
        <a:p>
          <a:pPr marL="0" lvl="0" indent="0" algn="ctr" defTabSz="2889250">
            <a:lnSpc>
              <a:spcPct val="90000"/>
            </a:lnSpc>
            <a:spcBef>
              <a:spcPct val="0"/>
            </a:spcBef>
            <a:spcAft>
              <a:spcPct val="35000"/>
            </a:spcAft>
            <a:buNone/>
          </a:pPr>
          <a:r>
            <a:rPr lang="en-US" sz="6500" kern="1200" dirty="0"/>
            <a:t> </a:t>
          </a:r>
        </a:p>
      </dsp:txBody>
      <dsp:txXfrm>
        <a:off x="4113499" y="2060392"/>
        <a:ext cx="1962279" cy="121007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D010F2D-8F17-6A48-A752-4C5C2186A17C}">
      <dsp:nvSpPr>
        <dsp:cNvPr id="0" name=""/>
        <dsp:cNvSpPr/>
      </dsp:nvSpPr>
      <dsp:spPr>
        <a:xfrm>
          <a:off x="0" y="163504"/>
          <a:ext cx="3921252" cy="2089619"/>
        </a:xfrm>
        <a:prstGeom prst="roundRect">
          <a:avLst/>
        </a:prstGeom>
        <a:gradFill rotWithShape="0">
          <a:gsLst>
            <a:gs pos="0">
              <a:schemeClr val="accent1">
                <a:alpha val="90000"/>
                <a:hueOff val="0"/>
                <a:satOff val="0"/>
                <a:lumOff val="0"/>
                <a:alphaOff val="0"/>
                <a:tint val="98000"/>
                <a:lumMod val="100000"/>
              </a:schemeClr>
            </a:gs>
            <a:gs pos="100000">
              <a:schemeClr val="accent1">
                <a:alpha val="90000"/>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44780" tIns="144780" rIns="144780" bIns="144780" numCol="1" spcCol="1270" anchor="ctr" anchorCtr="0">
          <a:noAutofit/>
        </a:bodyPr>
        <a:lstStyle/>
        <a:p>
          <a:pPr marL="0" lvl="0" indent="0" algn="ctr" defTabSz="1689100">
            <a:lnSpc>
              <a:spcPct val="90000"/>
            </a:lnSpc>
            <a:spcBef>
              <a:spcPct val="0"/>
            </a:spcBef>
            <a:spcAft>
              <a:spcPct val="35000"/>
            </a:spcAft>
            <a:buNone/>
          </a:pPr>
          <a:r>
            <a:rPr lang="en-US" sz="3800" kern="1200"/>
            <a:t>The Flow of Work Through the Value Stream</a:t>
          </a:r>
        </a:p>
      </dsp:txBody>
      <dsp:txXfrm>
        <a:off x="102007" y="265511"/>
        <a:ext cx="3717238" cy="188560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A41776-2E96-954C-AFDE-DB7534D88B84}">
      <dsp:nvSpPr>
        <dsp:cNvPr id="0" name=""/>
        <dsp:cNvSpPr/>
      </dsp:nvSpPr>
      <dsp:spPr>
        <a:xfrm>
          <a:off x="4789545" y="4560"/>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l" defTabSz="711200">
            <a:lnSpc>
              <a:spcPct val="90000"/>
            </a:lnSpc>
            <a:spcBef>
              <a:spcPct val="0"/>
            </a:spcBef>
            <a:spcAft>
              <a:spcPct val="35000"/>
            </a:spcAft>
            <a:buNone/>
          </a:pPr>
          <a:r>
            <a:rPr lang="en-US" sz="1600" kern="1200" dirty="0"/>
            <a:t>Business Hypothesis</a:t>
          </a:r>
        </a:p>
        <a:p>
          <a:pPr marL="57150" lvl="1" indent="-57150" algn="l" defTabSz="444500">
            <a:lnSpc>
              <a:spcPct val="90000"/>
            </a:lnSpc>
            <a:spcBef>
              <a:spcPct val="0"/>
            </a:spcBef>
            <a:spcAft>
              <a:spcPct val="15000"/>
            </a:spcAft>
            <a:buChar char="•"/>
          </a:pPr>
          <a:r>
            <a:rPr lang="en-US" sz="1000" kern="1200" dirty="0"/>
            <a:t>(Start Here)</a:t>
          </a:r>
        </a:p>
      </dsp:txBody>
      <dsp:txXfrm>
        <a:off x="4789545" y="4560"/>
        <a:ext cx="1008480" cy="1008480"/>
      </dsp:txXfrm>
    </dsp:sp>
    <dsp:sp modelId="{3353BDD0-691B-424F-BF14-E99A543546EC}">
      <dsp:nvSpPr>
        <dsp:cNvPr id="0" name=""/>
        <dsp:cNvSpPr/>
      </dsp:nvSpPr>
      <dsp:spPr>
        <a:xfrm>
          <a:off x="881769" y="107066"/>
          <a:ext cx="6683775" cy="6683775"/>
        </a:xfrm>
        <a:prstGeom prst="circularArrow">
          <a:avLst>
            <a:gd name="adj1" fmla="val 2942"/>
            <a:gd name="adj2" fmla="val 180078"/>
            <a:gd name="adj3" fmla="val 18936625"/>
            <a:gd name="adj4" fmla="val 18012631"/>
            <a:gd name="adj5" fmla="val 3433"/>
          </a:avLst>
        </a:prstGeom>
        <a:gradFill rotWithShape="0">
          <a:gsLst>
            <a:gs pos="0">
              <a:schemeClr val="accent1">
                <a:alpha val="90000"/>
                <a:hueOff val="0"/>
                <a:satOff val="0"/>
                <a:lumOff val="0"/>
                <a:alphaOff val="0"/>
                <a:tint val="98000"/>
                <a:lumMod val="100000"/>
              </a:schemeClr>
            </a:gs>
            <a:gs pos="100000">
              <a:schemeClr val="accent1">
                <a:alpha val="90000"/>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D25D5A6-D20E-1544-B204-A31F5B01C1CB}">
      <dsp:nvSpPr>
        <dsp:cNvPr id="0" name=""/>
        <dsp:cNvSpPr/>
      </dsp:nvSpPr>
      <dsp:spPr>
        <a:xfrm>
          <a:off x="6429077" y="1380290"/>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Design</a:t>
          </a:r>
        </a:p>
      </dsp:txBody>
      <dsp:txXfrm>
        <a:off x="6429077" y="1380290"/>
        <a:ext cx="1008480" cy="1008480"/>
      </dsp:txXfrm>
    </dsp:sp>
    <dsp:sp modelId="{703EAA18-F4FA-CC43-96D7-3A8881080F5C}">
      <dsp:nvSpPr>
        <dsp:cNvPr id="0" name=""/>
        <dsp:cNvSpPr/>
      </dsp:nvSpPr>
      <dsp:spPr>
        <a:xfrm>
          <a:off x="870540" y="-173919"/>
          <a:ext cx="6683775" cy="6683775"/>
        </a:xfrm>
        <a:prstGeom prst="circularArrow">
          <a:avLst>
            <a:gd name="adj1" fmla="val 2942"/>
            <a:gd name="adj2" fmla="val 180078"/>
            <a:gd name="adj3" fmla="val 21462859"/>
            <a:gd name="adj4" fmla="val 20411622"/>
            <a:gd name="adj5" fmla="val 3433"/>
          </a:avLst>
        </a:prstGeom>
        <a:gradFill rotWithShape="0">
          <a:gsLst>
            <a:gs pos="0">
              <a:schemeClr val="accent1">
                <a:alpha val="90000"/>
                <a:hueOff val="0"/>
                <a:satOff val="0"/>
                <a:lumOff val="0"/>
                <a:alphaOff val="-5000"/>
                <a:tint val="98000"/>
                <a:lumMod val="100000"/>
              </a:schemeClr>
            </a:gs>
            <a:gs pos="100000">
              <a:schemeClr val="accent1">
                <a:alpha val="90000"/>
                <a:hueOff val="0"/>
                <a:satOff val="0"/>
                <a:lumOff val="0"/>
                <a:alphaOff val="-500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A28B5C0F-BCE8-8C46-9693-1546A1EA4D25}">
      <dsp:nvSpPr>
        <dsp:cNvPr id="0" name=""/>
        <dsp:cNvSpPr/>
      </dsp:nvSpPr>
      <dsp:spPr>
        <a:xfrm>
          <a:off x="6800728" y="3488032"/>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t>Develop</a:t>
          </a:r>
        </a:p>
      </dsp:txBody>
      <dsp:txXfrm>
        <a:off x="6800728" y="3488032"/>
        <a:ext cx="1008480" cy="1008480"/>
      </dsp:txXfrm>
    </dsp:sp>
    <dsp:sp modelId="{B4FDECA1-CFEA-3349-88AD-63FB188BD613}">
      <dsp:nvSpPr>
        <dsp:cNvPr id="0" name=""/>
        <dsp:cNvSpPr/>
      </dsp:nvSpPr>
      <dsp:spPr>
        <a:xfrm>
          <a:off x="881769" y="107066"/>
          <a:ext cx="6683775" cy="6683775"/>
        </a:xfrm>
        <a:prstGeom prst="circularArrow">
          <a:avLst>
            <a:gd name="adj1" fmla="val 2942"/>
            <a:gd name="adj2" fmla="val 180078"/>
            <a:gd name="adj3" fmla="val 2053160"/>
            <a:gd name="adj4" fmla="val 1173647"/>
            <a:gd name="adj5" fmla="val 3433"/>
          </a:avLst>
        </a:prstGeom>
        <a:gradFill rotWithShape="0">
          <a:gsLst>
            <a:gs pos="0">
              <a:schemeClr val="accent1">
                <a:alpha val="90000"/>
                <a:hueOff val="0"/>
                <a:satOff val="0"/>
                <a:lumOff val="0"/>
                <a:alphaOff val="-10000"/>
                <a:tint val="98000"/>
                <a:lumMod val="100000"/>
              </a:schemeClr>
            </a:gs>
            <a:gs pos="100000">
              <a:schemeClr val="accent1">
                <a:alpha val="90000"/>
                <a:hueOff val="0"/>
                <a:satOff val="0"/>
                <a:lumOff val="0"/>
                <a:alphaOff val="-1000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86035C19-2230-B644-8CD2-9B2723DD2D5B}">
      <dsp:nvSpPr>
        <dsp:cNvPr id="0" name=""/>
        <dsp:cNvSpPr/>
      </dsp:nvSpPr>
      <dsp:spPr>
        <a:xfrm>
          <a:off x="5730600" y="5341549"/>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Version Control</a:t>
          </a:r>
        </a:p>
      </dsp:txBody>
      <dsp:txXfrm>
        <a:off x="5730600" y="5341549"/>
        <a:ext cx="1008480" cy="1008480"/>
      </dsp:txXfrm>
    </dsp:sp>
    <dsp:sp modelId="{0DE24157-D7D0-EB47-8051-DFBA6610E27B}">
      <dsp:nvSpPr>
        <dsp:cNvPr id="0" name=""/>
        <dsp:cNvSpPr/>
      </dsp:nvSpPr>
      <dsp:spPr>
        <a:xfrm>
          <a:off x="881769" y="107066"/>
          <a:ext cx="6683775" cy="6683775"/>
        </a:xfrm>
        <a:prstGeom prst="circularArrow">
          <a:avLst>
            <a:gd name="adj1" fmla="val 2942"/>
            <a:gd name="adj2" fmla="val 180078"/>
            <a:gd name="adj3" fmla="val 4663473"/>
            <a:gd name="adj4" fmla="val 3672489"/>
            <a:gd name="adj5" fmla="val 3433"/>
          </a:avLst>
        </a:prstGeom>
        <a:gradFill rotWithShape="0">
          <a:gsLst>
            <a:gs pos="0">
              <a:schemeClr val="accent1">
                <a:alpha val="90000"/>
                <a:hueOff val="0"/>
                <a:satOff val="0"/>
                <a:lumOff val="0"/>
                <a:alphaOff val="-15000"/>
                <a:tint val="98000"/>
                <a:lumMod val="100000"/>
              </a:schemeClr>
            </a:gs>
            <a:gs pos="100000">
              <a:schemeClr val="accent1">
                <a:alpha val="90000"/>
                <a:hueOff val="0"/>
                <a:satOff val="0"/>
                <a:lumOff val="0"/>
                <a:alphaOff val="-1500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05808A97-1447-E24E-AB87-F494A2626EC0}">
      <dsp:nvSpPr>
        <dsp:cNvPr id="0" name=""/>
        <dsp:cNvSpPr/>
      </dsp:nvSpPr>
      <dsp:spPr>
        <a:xfrm>
          <a:off x="3719416" y="6073560"/>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Build &amp; Integrations</a:t>
          </a:r>
        </a:p>
      </dsp:txBody>
      <dsp:txXfrm>
        <a:off x="3719416" y="6073560"/>
        <a:ext cx="1008480" cy="1008480"/>
      </dsp:txXfrm>
    </dsp:sp>
    <dsp:sp modelId="{34D57200-A0A6-AF45-A9D8-669B849EFF04}">
      <dsp:nvSpPr>
        <dsp:cNvPr id="0" name=""/>
        <dsp:cNvSpPr/>
      </dsp:nvSpPr>
      <dsp:spPr>
        <a:xfrm>
          <a:off x="881769" y="107066"/>
          <a:ext cx="6683775" cy="6683775"/>
        </a:xfrm>
        <a:prstGeom prst="circularArrow">
          <a:avLst>
            <a:gd name="adj1" fmla="val 2942"/>
            <a:gd name="adj2" fmla="val 180078"/>
            <a:gd name="adj3" fmla="val 6947433"/>
            <a:gd name="adj4" fmla="val 5956449"/>
            <a:gd name="adj5" fmla="val 3433"/>
          </a:avLst>
        </a:prstGeom>
        <a:gradFill rotWithShape="0">
          <a:gsLst>
            <a:gs pos="0">
              <a:schemeClr val="accent1">
                <a:alpha val="90000"/>
                <a:hueOff val="0"/>
                <a:satOff val="0"/>
                <a:lumOff val="0"/>
                <a:alphaOff val="-20000"/>
                <a:tint val="98000"/>
                <a:lumMod val="100000"/>
              </a:schemeClr>
            </a:gs>
            <a:gs pos="100000">
              <a:schemeClr val="accent1">
                <a:alpha val="90000"/>
                <a:hueOff val="0"/>
                <a:satOff val="0"/>
                <a:lumOff val="0"/>
                <a:alphaOff val="-2000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2AA66425-5941-854A-9424-56C0BD255381}">
      <dsp:nvSpPr>
        <dsp:cNvPr id="0" name=""/>
        <dsp:cNvSpPr/>
      </dsp:nvSpPr>
      <dsp:spPr>
        <a:xfrm>
          <a:off x="1708233" y="5341549"/>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Testing</a:t>
          </a:r>
        </a:p>
      </dsp:txBody>
      <dsp:txXfrm>
        <a:off x="1708233" y="5341549"/>
        <a:ext cx="1008480" cy="1008480"/>
      </dsp:txXfrm>
    </dsp:sp>
    <dsp:sp modelId="{C9BD8593-97E5-1A4D-B72A-840AAC4EA7C2}">
      <dsp:nvSpPr>
        <dsp:cNvPr id="0" name=""/>
        <dsp:cNvSpPr/>
      </dsp:nvSpPr>
      <dsp:spPr>
        <a:xfrm>
          <a:off x="881769" y="107066"/>
          <a:ext cx="6683775" cy="6683775"/>
        </a:xfrm>
        <a:prstGeom prst="circularArrow">
          <a:avLst>
            <a:gd name="adj1" fmla="val 2942"/>
            <a:gd name="adj2" fmla="val 180078"/>
            <a:gd name="adj3" fmla="val 9446275"/>
            <a:gd name="adj4" fmla="val 8566762"/>
            <a:gd name="adj5" fmla="val 3433"/>
          </a:avLst>
        </a:prstGeom>
        <a:gradFill rotWithShape="0">
          <a:gsLst>
            <a:gs pos="0">
              <a:schemeClr val="accent1">
                <a:alpha val="90000"/>
                <a:hueOff val="0"/>
                <a:satOff val="0"/>
                <a:lumOff val="0"/>
                <a:alphaOff val="-25000"/>
                <a:tint val="98000"/>
                <a:lumMod val="100000"/>
              </a:schemeClr>
            </a:gs>
            <a:gs pos="100000">
              <a:schemeClr val="accent1">
                <a:alpha val="90000"/>
                <a:hueOff val="0"/>
                <a:satOff val="0"/>
                <a:lumOff val="0"/>
                <a:alphaOff val="-2500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71352D5C-5F35-AF41-A0DA-DA8D87EE69EF}">
      <dsp:nvSpPr>
        <dsp:cNvPr id="0" name=""/>
        <dsp:cNvSpPr/>
      </dsp:nvSpPr>
      <dsp:spPr>
        <a:xfrm>
          <a:off x="638104" y="3488032"/>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Production Deployment</a:t>
          </a:r>
        </a:p>
      </dsp:txBody>
      <dsp:txXfrm>
        <a:off x="638104" y="3488032"/>
        <a:ext cx="1008480" cy="1008480"/>
      </dsp:txXfrm>
    </dsp:sp>
    <dsp:sp modelId="{67CE2739-51CA-4E46-A607-360C8FAE400A}">
      <dsp:nvSpPr>
        <dsp:cNvPr id="0" name=""/>
        <dsp:cNvSpPr/>
      </dsp:nvSpPr>
      <dsp:spPr>
        <a:xfrm>
          <a:off x="881769" y="107066"/>
          <a:ext cx="6683775" cy="6683775"/>
        </a:xfrm>
        <a:prstGeom prst="circularArrow">
          <a:avLst>
            <a:gd name="adj1" fmla="val 2942"/>
            <a:gd name="adj2" fmla="val 180078"/>
            <a:gd name="adj3" fmla="val 11808300"/>
            <a:gd name="adj4" fmla="val 10757063"/>
            <a:gd name="adj5" fmla="val 3433"/>
          </a:avLst>
        </a:prstGeom>
        <a:gradFill rotWithShape="0">
          <a:gsLst>
            <a:gs pos="0">
              <a:schemeClr val="accent1">
                <a:alpha val="90000"/>
                <a:hueOff val="0"/>
                <a:satOff val="0"/>
                <a:lumOff val="0"/>
                <a:alphaOff val="-30000"/>
                <a:tint val="98000"/>
                <a:lumMod val="100000"/>
              </a:schemeClr>
            </a:gs>
            <a:gs pos="100000">
              <a:schemeClr val="accent1">
                <a:alpha val="90000"/>
                <a:hueOff val="0"/>
                <a:satOff val="0"/>
                <a:lumOff val="0"/>
                <a:alphaOff val="-3000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8A3542F8-F430-3640-A6A9-29CB396B46C6}">
      <dsp:nvSpPr>
        <dsp:cNvPr id="0" name=""/>
        <dsp:cNvSpPr/>
      </dsp:nvSpPr>
      <dsp:spPr>
        <a:xfrm>
          <a:off x="1009756" y="1380290"/>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Customer Value</a:t>
          </a:r>
        </a:p>
      </dsp:txBody>
      <dsp:txXfrm>
        <a:off x="1009756" y="1380290"/>
        <a:ext cx="1008480" cy="1008480"/>
      </dsp:txXfrm>
    </dsp:sp>
    <dsp:sp modelId="{427107EA-DCFE-4047-9810-7F9E42511819}">
      <dsp:nvSpPr>
        <dsp:cNvPr id="0" name=""/>
        <dsp:cNvSpPr/>
      </dsp:nvSpPr>
      <dsp:spPr>
        <a:xfrm>
          <a:off x="881769" y="107066"/>
          <a:ext cx="6683775" cy="6683775"/>
        </a:xfrm>
        <a:prstGeom prst="circularArrow">
          <a:avLst>
            <a:gd name="adj1" fmla="val 2942"/>
            <a:gd name="adj2" fmla="val 180078"/>
            <a:gd name="adj3" fmla="val 14207291"/>
            <a:gd name="adj4" fmla="val 13283297"/>
            <a:gd name="adj5" fmla="val 3433"/>
          </a:avLst>
        </a:prstGeom>
        <a:gradFill rotWithShape="0">
          <a:gsLst>
            <a:gs pos="0">
              <a:schemeClr val="accent1">
                <a:alpha val="90000"/>
                <a:hueOff val="0"/>
                <a:satOff val="0"/>
                <a:lumOff val="0"/>
                <a:alphaOff val="-35000"/>
                <a:tint val="98000"/>
                <a:lumMod val="100000"/>
              </a:schemeClr>
            </a:gs>
            <a:gs pos="100000">
              <a:schemeClr val="accent1">
                <a:alpha val="90000"/>
                <a:hueOff val="0"/>
                <a:satOff val="0"/>
                <a:lumOff val="0"/>
                <a:alphaOff val="-3500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 modelId="{F1E074E3-CE90-B841-8786-6B7BAD859CAB}">
      <dsp:nvSpPr>
        <dsp:cNvPr id="0" name=""/>
        <dsp:cNvSpPr/>
      </dsp:nvSpPr>
      <dsp:spPr>
        <a:xfrm>
          <a:off x="2649288" y="4560"/>
          <a:ext cx="1008480" cy="10084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19050" rIns="19050" bIns="19050" numCol="1" spcCol="1270" anchor="ctr" anchorCtr="0">
          <a:noAutofit/>
        </a:bodyPr>
        <a:lstStyle/>
        <a:p>
          <a:pPr marL="0" lvl="0" indent="0" algn="ctr" defTabSz="666750">
            <a:lnSpc>
              <a:spcPct val="90000"/>
            </a:lnSpc>
            <a:spcBef>
              <a:spcPct val="0"/>
            </a:spcBef>
            <a:spcAft>
              <a:spcPct val="35000"/>
            </a:spcAft>
            <a:buNone/>
          </a:pPr>
          <a:r>
            <a:rPr lang="en-US" sz="1500" kern="1200" dirty="0"/>
            <a:t>Feedback</a:t>
          </a:r>
        </a:p>
      </dsp:txBody>
      <dsp:txXfrm>
        <a:off x="2649288" y="4560"/>
        <a:ext cx="1008480" cy="1008480"/>
      </dsp:txXfrm>
    </dsp:sp>
    <dsp:sp modelId="{AE316AF6-ACCE-E64E-99FB-28FA0008CB8C}">
      <dsp:nvSpPr>
        <dsp:cNvPr id="0" name=""/>
        <dsp:cNvSpPr/>
      </dsp:nvSpPr>
      <dsp:spPr>
        <a:xfrm>
          <a:off x="881769" y="107066"/>
          <a:ext cx="6683775" cy="6683775"/>
        </a:xfrm>
        <a:prstGeom prst="circularArrow">
          <a:avLst>
            <a:gd name="adj1" fmla="val 2942"/>
            <a:gd name="adj2" fmla="val 180078"/>
            <a:gd name="adj3" fmla="val 16645119"/>
            <a:gd name="adj4" fmla="val 15574803"/>
            <a:gd name="adj5" fmla="val 3433"/>
          </a:avLst>
        </a:prstGeom>
        <a:gradFill rotWithShape="0">
          <a:gsLst>
            <a:gs pos="0">
              <a:schemeClr val="accent1">
                <a:alpha val="90000"/>
                <a:hueOff val="0"/>
                <a:satOff val="0"/>
                <a:lumOff val="0"/>
                <a:alphaOff val="-40000"/>
                <a:tint val="98000"/>
                <a:lumMod val="100000"/>
              </a:schemeClr>
            </a:gs>
            <a:gs pos="100000">
              <a:schemeClr val="accent1">
                <a:alpha val="90000"/>
                <a:hueOff val="0"/>
                <a:satOff val="0"/>
                <a:lumOff val="0"/>
                <a:alphaOff val="-4000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90AA440-EE60-C246-B699-5382B3FC6799}">
      <dsp:nvSpPr>
        <dsp:cNvPr id="0" name=""/>
        <dsp:cNvSpPr/>
      </dsp:nvSpPr>
      <dsp:spPr>
        <a:xfrm>
          <a:off x="0" y="326544"/>
          <a:ext cx="6593075" cy="959400"/>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en-US" sz="4000" kern="1200"/>
            <a:t>Lead Time vs Processing Time</a:t>
          </a:r>
        </a:p>
      </dsp:txBody>
      <dsp:txXfrm>
        <a:off x="46834" y="373378"/>
        <a:ext cx="6499407" cy="865732"/>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F6D481-74BE-9A4B-A30A-BE126EDDCED8}">
      <dsp:nvSpPr>
        <dsp:cNvPr id="0" name=""/>
        <dsp:cNvSpPr/>
      </dsp:nvSpPr>
      <dsp:spPr>
        <a:xfrm>
          <a:off x="0" y="248107"/>
          <a:ext cx="6693777" cy="1034280"/>
        </a:xfrm>
        <a:prstGeom prst="roundRect">
          <a:avLst/>
        </a:prstGeom>
        <a:solidFill>
          <a:schemeClr val="accent2">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Lead Time: The clock starts the moment a request is made and stops when it is fulfilled.</a:t>
          </a:r>
        </a:p>
      </dsp:txBody>
      <dsp:txXfrm>
        <a:off x="50489" y="298596"/>
        <a:ext cx="6592799" cy="933302"/>
      </dsp:txXfrm>
    </dsp:sp>
    <dsp:sp modelId="{9E800150-F667-4D4B-A93B-89D7C0DB124F}">
      <dsp:nvSpPr>
        <dsp:cNvPr id="0" name=""/>
        <dsp:cNvSpPr/>
      </dsp:nvSpPr>
      <dsp:spPr>
        <a:xfrm>
          <a:off x="0" y="1357268"/>
          <a:ext cx="6693777" cy="1034280"/>
        </a:xfrm>
        <a:prstGeom prst="roundRect">
          <a:avLst/>
        </a:prstGeom>
        <a:solidFill>
          <a:schemeClr val="accent3">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Process Time: The clock starts only when work on a request actually begins.</a:t>
          </a:r>
        </a:p>
      </dsp:txBody>
      <dsp:txXfrm>
        <a:off x="50489" y="1407757"/>
        <a:ext cx="6592799" cy="933302"/>
      </dsp:txXfrm>
    </dsp:sp>
    <dsp:sp modelId="{A8B7217C-6362-8C4F-89C4-3171900C9D86}">
      <dsp:nvSpPr>
        <dsp:cNvPr id="0" name=""/>
        <dsp:cNvSpPr/>
      </dsp:nvSpPr>
      <dsp:spPr>
        <a:xfrm>
          <a:off x="0" y="2466427"/>
          <a:ext cx="6693777" cy="1034280"/>
        </a:xfrm>
        <a:prstGeom prst="roundRect">
          <a:avLst/>
        </a:prstGeom>
        <a:solidFill>
          <a:schemeClr val="accent4">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Distinction: The Process Time omits the time the request sits in a queue.</a:t>
          </a:r>
          <a:endParaRPr lang="en-US" sz="2600" kern="1200" dirty="0"/>
        </a:p>
      </dsp:txBody>
      <dsp:txXfrm>
        <a:off x="50489" y="2516916"/>
        <a:ext cx="6592799" cy="933302"/>
      </dsp:txXfrm>
    </dsp:sp>
    <dsp:sp modelId="{A1DA01BB-AD20-AC45-895C-6A2794D04A30}">
      <dsp:nvSpPr>
        <dsp:cNvPr id="0" name=""/>
        <dsp:cNvSpPr/>
      </dsp:nvSpPr>
      <dsp:spPr>
        <a:xfrm>
          <a:off x="0" y="3575587"/>
          <a:ext cx="6693777" cy="1034280"/>
        </a:xfrm>
        <a:prstGeom prst="roundRect">
          <a:avLst/>
        </a:prstGeom>
        <a:solidFill>
          <a:schemeClr val="accent5">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a:t>Importance: Lead Time is what a </a:t>
          </a:r>
          <a:r>
            <a:rPr lang="en-US" sz="2600" i="1" kern="1200" dirty="0"/>
            <a:t>customer</a:t>
          </a:r>
          <a:r>
            <a:rPr lang="en-US" sz="2600" kern="1200" dirty="0"/>
            <a:t> experiences, so it tends to be more important.</a:t>
          </a:r>
        </a:p>
      </dsp:txBody>
      <dsp:txXfrm>
        <a:off x="50489" y="3626076"/>
        <a:ext cx="6592799" cy="93330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AEEF38-ECDD-3B40-BCDB-8BE245C7F489}">
      <dsp:nvSpPr>
        <dsp:cNvPr id="0" name=""/>
        <dsp:cNvSpPr/>
      </dsp:nvSpPr>
      <dsp:spPr>
        <a:xfrm>
          <a:off x="0" y="8583"/>
          <a:ext cx="10131425" cy="1439099"/>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en-US" sz="6000" kern="1200"/>
            <a:t>The Standard Scenario</a:t>
          </a:r>
        </a:p>
      </dsp:txBody>
      <dsp:txXfrm>
        <a:off x="70251" y="78834"/>
        <a:ext cx="9990923" cy="129859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5CB90C-0639-2A49-A83C-72840C24EC32}">
      <dsp:nvSpPr>
        <dsp:cNvPr id="0" name=""/>
        <dsp:cNvSpPr/>
      </dsp:nvSpPr>
      <dsp:spPr>
        <a:xfrm>
          <a:off x="0" y="177805"/>
          <a:ext cx="11022105" cy="754777"/>
        </a:xfrm>
        <a:prstGeom prst="roundRect">
          <a:avLst/>
        </a:prstGeom>
        <a:solidFill>
          <a:schemeClr val="accent1">
            <a:alpha val="9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With standard methods like Waterfall, deployment lead times can take months.</a:t>
          </a:r>
        </a:p>
      </dsp:txBody>
      <dsp:txXfrm>
        <a:off x="36845" y="214650"/>
        <a:ext cx="10948415" cy="681087"/>
      </dsp:txXfrm>
    </dsp:sp>
    <dsp:sp modelId="{E8259611-BF5B-B540-BBF6-86BB89FFFC1D}">
      <dsp:nvSpPr>
        <dsp:cNvPr id="0" name=""/>
        <dsp:cNvSpPr/>
      </dsp:nvSpPr>
      <dsp:spPr>
        <a:xfrm>
          <a:off x="0" y="987303"/>
          <a:ext cx="11022105" cy="754777"/>
        </a:xfrm>
        <a:prstGeom prst="roundRect">
          <a:avLst/>
        </a:prstGeom>
        <a:solidFill>
          <a:schemeClr val="accent1">
            <a:alpha val="90000"/>
            <a:hueOff val="0"/>
            <a:satOff val="0"/>
            <a:lumOff val="0"/>
            <a:alphaOff val="-1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After a product is in deployment, the delay between versions is typically months as well, delaying feature requests and bug fixes.</a:t>
          </a:r>
        </a:p>
      </dsp:txBody>
      <dsp:txXfrm>
        <a:off x="36845" y="1024148"/>
        <a:ext cx="10948415" cy="681087"/>
      </dsp:txXfrm>
    </dsp:sp>
    <dsp:sp modelId="{9899A5F1-710F-F04B-8C12-108506B5AE7F}">
      <dsp:nvSpPr>
        <dsp:cNvPr id="0" name=""/>
        <dsp:cNvSpPr/>
      </dsp:nvSpPr>
      <dsp:spPr>
        <a:xfrm>
          <a:off x="0" y="1796801"/>
          <a:ext cx="11022105" cy="754777"/>
        </a:xfrm>
        <a:prstGeom prst="roundRect">
          <a:avLst/>
        </a:prstGeom>
        <a:solidFill>
          <a:schemeClr val="accent1">
            <a:alpha val="90000"/>
            <a:hueOff val="0"/>
            <a:satOff val="0"/>
            <a:lumOff val="0"/>
            <a:alphaOff val="-2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Because all new features and bug fixes are released in one large package, testing can take weeks if not months as well.</a:t>
          </a:r>
        </a:p>
      </dsp:txBody>
      <dsp:txXfrm>
        <a:off x="36845" y="1833646"/>
        <a:ext cx="10948415" cy="681087"/>
      </dsp:txXfrm>
    </dsp:sp>
    <dsp:sp modelId="{6E6675C1-85EB-2641-A78C-63795F0339A1}">
      <dsp:nvSpPr>
        <dsp:cNvPr id="0" name=""/>
        <dsp:cNvSpPr/>
      </dsp:nvSpPr>
      <dsp:spPr>
        <a:xfrm>
          <a:off x="0" y="2606298"/>
          <a:ext cx="11022105" cy="754777"/>
        </a:xfrm>
        <a:prstGeom prst="roundRect">
          <a:avLst/>
        </a:prstGeom>
        <a:solidFill>
          <a:schemeClr val="accent1">
            <a:alpha val="90000"/>
            <a:hueOff val="0"/>
            <a:satOff val="0"/>
            <a:lumOff val="0"/>
            <a:alphaOff val="-3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a:t>All this amounts to the Lead Time, or the amount of time between when a customer requests a feature or bug fix, can be many months.</a:t>
          </a:r>
        </a:p>
      </dsp:txBody>
      <dsp:txXfrm>
        <a:off x="36845" y="2643143"/>
        <a:ext cx="10948415" cy="681087"/>
      </dsp:txXfrm>
    </dsp:sp>
    <dsp:sp modelId="{0223F523-39DF-4442-A837-DFBCDDCF3E8A}">
      <dsp:nvSpPr>
        <dsp:cNvPr id="0" name=""/>
        <dsp:cNvSpPr/>
      </dsp:nvSpPr>
      <dsp:spPr>
        <a:xfrm>
          <a:off x="0" y="3415796"/>
          <a:ext cx="11022105" cy="754777"/>
        </a:xfrm>
        <a:prstGeom prst="roundRect">
          <a:avLst/>
        </a:prstGeom>
        <a:solidFill>
          <a:schemeClr val="accent1">
            <a:alpha val="90000"/>
            <a:hueOff val="0"/>
            <a:satOff val="0"/>
            <a:lumOff val="0"/>
            <a:alphaOff val="-4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US" sz="1900" kern="1200" dirty="0"/>
            <a:t>Additionally, since many big fixes and features are developed separately, many new bugs and failures can be introduced when they are integrated into the production environment at the same time, delaying releases.</a:t>
          </a:r>
        </a:p>
      </dsp:txBody>
      <dsp:txXfrm>
        <a:off x="36845" y="3452641"/>
        <a:ext cx="10948415" cy="681087"/>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5123C6-6BE4-314B-B1C8-E0B5547AD3D7}">
      <dsp:nvSpPr>
        <dsp:cNvPr id="0" name=""/>
        <dsp:cNvSpPr/>
      </dsp:nvSpPr>
      <dsp:spPr>
        <a:xfrm>
          <a:off x="0" y="0"/>
          <a:ext cx="10131425" cy="1439099"/>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kern="1200" dirty="0"/>
            <a:t>The DevOps/Agile Scenario</a:t>
          </a:r>
        </a:p>
      </dsp:txBody>
      <dsp:txXfrm>
        <a:off x="70251" y="70251"/>
        <a:ext cx="9990923" cy="1298597"/>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5CB90C-0639-2A49-A83C-72840C24EC32}">
      <dsp:nvSpPr>
        <dsp:cNvPr id="0" name=""/>
        <dsp:cNvSpPr/>
      </dsp:nvSpPr>
      <dsp:spPr>
        <a:xfrm>
          <a:off x="0" y="69990"/>
          <a:ext cx="11022105" cy="795600"/>
        </a:xfrm>
        <a:prstGeom prst="roundRect">
          <a:avLst/>
        </a:prstGeom>
        <a:solidFill>
          <a:schemeClr val="accent1">
            <a:alpha val="90000"/>
            <a:hueOff val="0"/>
            <a:satOff val="0"/>
            <a:lumOff val="0"/>
            <a:alphaOff val="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With a DevOps model, when a bug or feature request is received, it can be assigned to a developer immediately.  </a:t>
          </a:r>
        </a:p>
      </dsp:txBody>
      <dsp:txXfrm>
        <a:off x="38838" y="108828"/>
        <a:ext cx="10944429" cy="717924"/>
      </dsp:txXfrm>
    </dsp:sp>
    <dsp:sp modelId="{5566C662-66CB-6947-9D00-5FB641E7ED2A}">
      <dsp:nvSpPr>
        <dsp:cNvPr id="0" name=""/>
        <dsp:cNvSpPr/>
      </dsp:nvSpPr>
      <dsp:spPr>
        <a:xfrm>
          <a:off x="0" y="923190"/>
          <a:ext cx="11022105" cy="795600"/>
        </a:xfrm>
        <a:prstGeom prst="roundRect">
          <a:avLst/>
        </a:prstGeom>
        <a:solidFill>
          <a:schemeClr val="accent1">
            <a:alpha val="90000"/>
            <a:hueOff val="0"/>
            <a:satOff val="0"/>
            <a:lumOff val="0"/>
            <a:alphaOff val="-1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When a fix or feature is complete, it can be immediately pushed into the production environment, for testing and release, one bug/feature at a time.</a:t>
          </a:r>
        </a:p>
      </dsp:txBody>
      <dsp:txXfrm>
        <a:off x="38838" y="962028"/>
        <a:ext cx="10944429" cy="717924"/>
      </dsp:txXfrm>
    </dsp:sp>
    <dsp:sp modelId="{F6E75431-E198-CB44-A220-1A7E10F6F9ED}">
      <dsp:nvSpPr>
        <dsp:cNvPr id="0" name=""/>
        <dsp:cNvSpPr/>
      </dsp:nvSpPr>
      <dsp:spPr>
        <a:xfrm>
          <a:off x="0" y="1776390"/>
          <a:ext cx="11022105" cy="795600"/>
        </a:xfrm>
        <a:prstGeom prst="roundRect">
          <a:avLst/>
        </a:prstGeom>
        <a:solidFill>
          <a:schemeClr val="accent1">
            <a:alpha val="90000"/>
            <a:hueOff val="0"/>
            <a:satOff val="0"/>
            <a:lumOff val="0"/>
            <a:alphaOff val="-2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This</a:t>
          </a:r>
          <a:r>
            <a:rPr lang="en-US" sz="2000" kern="1200" baseline="0" dirty="0"/>
            <a:t> method effectively eliminates the lead time, significantly reduces testing time, and essentially eliminated the time spent waiting until a fix/feature can be released.</a:t>
          </a:r>
          <a:endParaRPr lang="en-US" sz="2000" kern="1200" dirty="0"/>
        </a:p>
      </dsp:txBody>
      <dsp:txXfrm>
        <a:off x="38838" y="1815228"/>
        <a:ext cx="10944429" cy="717924"/>
      </dsp:txXfrm>
    </dsp:sp>
    <dsp:sp modelId="{8302636A-23B0-0A48-9966-547845CA768F}">
      <dsp:nvSpPr>
        <dsp:cNvPr id="0" name=""/>
        <dsp:cNvSpPr/>
      </dsp:nvSpPr>
      <dsp:spPr>
        <a:xfrm>
          <a:off x="0" y="2629590"/>
          <a:ext cx="11022105" cy="795600"/>
        </a:xfrm>
        <a:prstGeom prst="roundRect">
          <a:avLst/>
        </a:prstGeom>
        <a:solidFill>
          <a:schemeClr val="accent1">
            <a:alpha val="90000"/>
            <a:hueOff val="0"/>
            <a:satOff val="0"/>
            <a:lumOff val="0"/>
            <a:alphaOff val="-3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Because of the elimination of the wasted time in "queues", instead of months, many bugs or features can be released within days or a couple weeks from the time they were submitted.</a:t>
          </a:r>
        </a:p>
      </dsp:txBody>
      <dsp:txXfrm>
        <a:off x="38838" y="2668428"/>
        <a:ext cx="10944429" cy="717924"/>
      </dsp:txXfrm>
    </dsp:sp>
    <dsp:sp modelId="{AC162031-3805-6D4D-8363-3B1F38FC2BC4}">
      <dsp:nvSpPr>
        <dsp:cNvPr id="0" name=""/>
        <dsp:cNvSpPr/>
      </dsp:nvSpPr>
      <dsp:spPr>
        <a:xfrm>
          <a:off x="0" y="3482790"/>
          <a:ext cx="11022105" cy="795600"/>
        </a:xfrm>
        <a:prstGeom prst="roundRect">
          <a:avLst/>
        </a:prstGeom>
        <a:solidFill>
          <a:schemeClr val="accent1">
            <a:alpha val="90000"/>
            <a:hueOff val="0"/>
            <a:satOff val="0"/>
            <a:lumOff val="0"/>
            <a:alphaOff val="-40000"/>
          </a:schemeClr>
        </a:solidFill>
        <a:ln>
          <a:noFill/>
        </a:ln>
        <a:effectLst/>
        <a:scene3d>
          <a:camera prst="orthographicFront"/>
          <a:lightRig rig="chilly" dir="t"/>
        </a:scene3d>
        <a:sp3d prstMaterial="translucentPowder">
          <a:bevelT w="127000" h="25400" prst="softRound"/>
        </a:sp3d>
      </dsp:spPr>
      <dsp:style>
        <a:lnRef idx="0">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dirty="0"/>
            <a:t>All of this, however, depends on the modular, </a:t>
          </a:r>
          <a:r>
            <a:rPr lang="en-US" sz="2000" kern="1200" dirty="0" err="1"/>
            <a:t>loosly</a:t>
          </a:r>
          <a:r>
            <a:rPr lang="en-US" sz="2000" kern="1200" dirty="0"/>
            <a:t>-coupled architecture of the product that allows teams to work on different parts of it without affecting the rest of the product.</a:t>
          </a:r>
        </a:p>
      </dsp:txBody>
      <dsp:txXfrm>
        <a:off x="38838" y="3521628"/>
        <a:ext cx="10944429" cy="717924"/>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BBDA9A-97EA-0E40-AB9A-BC848D4198EA}">
      <dsp:nvSpPr>
        <dsp:cNvPr id="0" name=""/>
        <dsp:cNvSpPr/>
      </dsp:nvSpPr>
      <dsp:spPr>
        <a:xfrm>
          <a:off x="0" y="10612"/>
          <a:ext cx="3472544" cy="359774"/>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57150" tIns="57150" rIns="57150" bIns="57150" numCol="1" spcCol="1270" anchor="ctr" anchorCtr="0">
          <a:noAutofit/>
        </a:bodyPr>
        <a:lstStyle/>
        <a:p>
          <a:pPr marL="0" lvl="0" indent="0" algn="ctr" defTabSz="666750">
            <a:lnSpc>
              <a:spcPct val="90000"/>
            </a:lnSpc>
            <a:spcBef>
              <a:spcPct val="0"/>
            </a:spcBef>
            <a:spcAft>
              <a:spcPct val="35000"/>
            </a:spcAft>
            <a:buNone/>
          </a:pPr>
          <a:r>
            <a:rPr lang="en-US" sz="1500" kern="1200" dirty="0">
              <a:solidFill>
                <a:schemeClr val="bg2">
                  <a:lumMod val="50000"/>
                </a:schemeClr>
              </a:solidFill>
            </a:rPr>
            <a:t>Infographic created with Claude AI (2026)</a:t>
          </a:r>
        </a:p>
      </dsp:txBody>
      <dsp:txXfrm>
        <a:off x="17563" y="28175"/>
        <a:ext cx="3437418" cy="324648"/>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6C6ADD-5531-734B-8860-BEDFCB68EB40}">
      <dsp:nvSpPr>
        <dsp:cNvPr id="0" name=""/>
        <dsp:cNvSpPr/>
      </dsp:nvSpPr>
      <dsp:spPr>
        <a:xfrm>
          <a:off x="0" y="8583"/>
          <a:ext cx="10131425" cy="1439099"/>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kern="1200"/>
            <a:t>Why does this matter?</a:t>
          </a:r>
        </a:p>
      </dsp:txBody>
      <dsp:txXfrm>
        <a:off x="70251" y="78834"/>
        <a:ext cx="9990923" cy="1298597"/>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35B4A6-CEB9-CB44-B1E5-DBB33AF23A07}">
      <dsp:nvSpPr>
        <dsp:cNvPr id="0" name=""/>
        <dsp:cNvSpPr/>
      </dsp:nvSpPr>
      <dsp:spPr>
        <a:xfrm>
          <a:off x="0" y="358059"/>
          <a:ext cx="10131425" cy="850500"/>
        </a:xfrm>
        <a:prstGeom prst="rect">
          <a:avLst/>
        </a:prstGeom>
        <a:solidFill>
          <a:schemeClr val="lt2">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6311" tIns="416560" rIns="78631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a:t>Wasted time on customer requests significantly reduced or eliminated entirely</a:t>
          </a:r>
        </a:p>
      </dsp:txBody>
      <dsp:txXfrm>
        <a:off x="0" y="358059"/>
        <a:ext cx="10131425" cy="850500"/>
      </dsp:txXfrm>
    </dsp:sp>
    <dsp:sp modelId="{59AC496B-B159-F946-8BB9-A23B32DF09CE}">
      <dsp:nvSpPr>
        <dsp:cNvPr id="0" name=""/>
        <dsp:cNvSpPr/>
      </dsp:nvSpPr>
      <dsp:spPr>
        <a:xfrm>
          <a:off x="506571" y="62859"/>
          <a:ext cx="7091997" cy="590400"/>
        </a:xfrm>
        <a:prstGeom prst="roundRect">
          <a:avLst/>
        </a:prstGeom>
        <a:solidFill>
          <a:schemeClr val="dk2">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68061" tIns="0" rIns="268061" bIns="0" numCol="1" spcCol="1270" anchor="ctr" anchorCtr="0">
          <a:noAutofit/>
        </a:bodyPr>
        <a:lstStyle/>
        <a:p>
          <a:pPr marL="0" lvl="0" indent="0" algn="l" defTabSz="1066800">
            <a:lnSpc>
              <a:spcPct val="90000"/>
            </a:lnSpc>
            <a:spcBef>
              <a:spcPct val="0"/>
            </a:spcBef>
            <a:spcAft>
              <a:spcPct val="35000"/>
            </a:spcAft>
            <a:buNone/>
          </a:pPr>
          <a:r>
            <a:rPr lang="en-US" sz="2400" kern="1200" dirty="0"/>
            <a:t>Customer doesn’t need to wait as long</a:t>
          </a:r>
        </a:p>
      </dsp:txBody>
      <dsp:txXfrm>
        <a:off x="535392" y="91680"/>
        <a:ext cx="7034355" cy="532758"/>
      </dsp:txXfrm>
    </dsp:sp>
    <dsp:sp modelId="{C979C4DB-F79E-8C4D-881E-D0E69C2E88DD}">
      <dsp:nvSpPr>
        <dsp:cNvPr id="0" name=""/>
        <dsp:cNvSpPr/>
      </dsp:nvSpPr>
      <dsp:spPr>
        <a:xfrm>
          <a:off x="0" y="1611759"/>
          <a:ext cx="10131425" cy="1134000"/>
        </a:xfrm>
        <a:prstGeom prst="rect">
          <a:avLst/>
        </a:prstGeom>
        <a:solidFill>
          <a:schemeClr val="lt2">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6311" tIns="416560" rIns="78631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Because releases are smaller with fewer moving parts, there is less of a chance of unexpected interactions.</a:t>
          </a:r>
        </a:p>
      </dsp:txBody>
      <dsp:txXfrm>
        <a:off x="0" y="1611759"/>
        <a:ext cx="10131425" cy="1134000"/>
      </dsp:txXfrm>
    </dsp:sp>
    <dsp:sp modelId="{83D1D7D3-19F8-8047-968C-B34F38C8F7E5}">
      <dsp:nvSpPr>
        <dsp:cNvPr id="0" name=""/>
        <dsp:cNvSpPr/>
      </dsp:nvSpPr>
      <dsp:spPr>
        <a:xfrm>
          <a:off x="506571" y="1316559"/>
          <a:ext cx="7091997" cy="590400"/>
        </a:xfrm>
        <a:prstGeom prst="roundRect">
          <a:avLst/>
        </a:prstGeom>
        <a:solidFill>
          <a:schemeClr val="dk2">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68061" tIns="0" rIns="268061" bIns="0" numCol="1" spcCol="1270" anchor="ctr" anchorCtr="0">
          <a:noAutofit/>
        </a:bodyPr>
        <a:lstStyle/>
        <a:p>
          <a:pPr marL="0" lvl="0" indent="0" algn="l" defTabSz="1066800">
            <a:lnSpc>
              <a:spcPct val="90000"/>
            </a:lnSpc>
            <a:spcBef>
              <a:spcPct val="0"/>
            </a:spcBef>
            <a:spcAft>
              <a:spcPct val="35000"/>
            </a:spcAft>
            <a:buNone/>
          </a:pPr>
          <a:r>
            <a:rPr lang="en-US" sz="2400" kern="1200" dirty="0"/>
            <a:t>Improved Quality</a:t>
          </a:r>
        </a:p>
      </dsp:txBody>
      <dsp:txXfrm>
        <a:off x="535392" y="1345380"/>
        <a:ext cx="7034355" cy="532758"/>
      </dsp:txXfrm>
    </dsp:sp>
    <dsp:sp modelId="{76C9D755-ADC5-EE40-98F1-0AF7EEA58909}">
      <dsp:nvSpPr>
        <dsp:cNvPr id="0" name=""/>
        <dsp:cNvSpPr/>
      </dsp:nvSpPr>
      <dsp:spPr>
        <a:xfrm>
          <a:off x="0" y="3148959"/>
          <a:ext cx="10131425" cy="1134000"/>
        </a:xfrm>
        <a:prstGeom prst="rect">
          <a:avLst/>
        </a:prstGeom>
        <a:solidFill>
          <a:schemeClr val="lt2">
            <a:alpha val="90000"/>
            <a:hueOff val="0"/>
            <a:satOff val="0"/>
            <a:lumOff val="0"/>
            <a:alphaOff val="0"/>
          </a:schemeClr>
        </a:solidFill>
        <a:ln>
          <a:noFill/>
        </a:ln>
        <a:effectLst/>
        <a:scene3d>
          <a:camera prst="orthographicFront">
            <a:rot lat="0" lon="0" rev="0"/>
          </a:camera>
          <a:lightRig rig="contrasting" dir="t">
            <a:rot lat="0" lon="0" rev="1200000"/>
          </a:lightRig>
        </a:scene3d>
        <a:sp3d z="300000" contourW="19050" prstMaterial="metal">
          <a:bevelT w="88900" h="203200"/>
          <a:bevelB w="165100" h="254000"/>
        </a:sp3d>
      </dsp:spPr>
      <dsp:style>
        <a:lnRef idx="0">
          <a:scrgbClr r="0" g="0" b="0"/>
        </a:lnRef>
        <a:fillRef idx="1">
          <a:scrgbClr r="0" g="0" b="0"/>
        </a:fillRef>
        <a:effectRef idx="0">
          <a:scrgbClr r="0" g="0" b="0"/>
        </a:effectRef>
        <a:fontRef idx="minor"/>
      </dsp:style>
      <dsp:txBody>
        <a:bodyPr spcFirstLastPara="0" vert="horz" wrap="square" lIns="786311" tIns="416560" rIns="786311" bIns="142240" numCol="1" spcCol="1270" anchor="t" anchorCtr="0">
          <a:noAutofit/>
        </a:bodyPr>
        <a:lstStyle/>
        <a:p>
          <a:pPr marL="228600" lvl="1" indent="-228600" algn="l" defTabSz="889000">
            <a:lnSpc>
              <a:spcPct val="90000"/>
            </a:lnSpc>
            <a:spcBef>
              <a:spcPct val="0"/>
            </a:spcBef>
            <a:spcAft>
              <a:spcPct val="15000"/>
            </a:spcAft>
            <a:buChar char="•"/>
          </a:pPr>
          <a:r>
            <a:rPr lang="en-US" sz="2000" kern="1200" dirty="0"/>
            <a:t>Since development of features is faster, Organizations can respond to changes in the industry faster.</a:t>
          </a:r>
        </a:p>
      </dsp:txBody>
      <dsp:txXfrm>
        <a:off x="0" y="3148959"/>
        <a:ext cx="10131425" cy="1134000"/>
      </dsp:txXfrm>
    </dsp:sp>
    <dsp:sp modelId="{C2B387EB-5D73-9B45-90C6-F76AC3BF3280}">
      <dsp:nvSpPr>
        <dsp:cNvPr id="0" name=""/>
        <dsp:cNvSpPr/>
      </dsp:nvSpPr>
      <dsp:spPr>
        <a:xfrm>
          <a:off x="506571" y="2853759"/>
          <a:ext cx="7091997" cy="590400"/>
        </a:xfrm>
        <a:prstGeom prst="roundRect">
          <a:avLst/>
        </a:prstGeom>
        <a:solidFill>
          <a:schemeClr val="dk2">
            <a:hueOff val="0"/>
            <a:satOff val="0"/>
            <a:lumOff val="0"/>
            <a:alphaOff val="0"/>
          </a:schemeClr>
        </a:solidFill>
        <a:ln>
          <a:noFill/>
        </a:ln>
        <a:effectLst>
          <a:outerShdw blurRad="50800" dist="38100" dir="5400000" rotWithShape="0">
            <a:srgbClr val="000000">
              <a:alpha val="35000"/>
            </a:srgbClr>
          </a:outerShdw>
        </a:effectLst>
        <a:scene3d>
          <a:camera prst="orthographicFront">
            <a:rot lat="0" lon="0" rev="0"/>
          </a:camera>
          <a:lightRig rig="contrasting" dir="t">
            <a:rot lat="0" lon="0" rev="1200000"/>
          </a:lightRig>
        </a:scene3d>
        <a:sp3d contourW="19050" prstMaterial="metal">
          <a:bevelT w="88900" h="203200"/>
          <a:bevelB w="165100" h="254000"/>
        </a:sp3d>
      </dsp:spPr>
      <dsp:style>
        <a:lnRef idx="0">
          <a:scrgbClr r="0" g="0" b="0"/>
        </a:lnRef>
        <a:fillRef idx="1">
          <a:scrgbClr r="0" g="0" b="0"/>
        </a:fillRef>
        <a:effectRef idx="2">
          <a:scrgbClr r="0" g="0" b="0"/>
        </a:effectRef>
        <a:fontRef idx="minor">
          <a:schemeClr val="lt1"/>
        </a:fontRef>
      </dsp:style>
      <dsp:txBody>
        <a:bodyPr spcFirstLastPara="0" vert="horz" wrap="square" lIns="268061" tIns="0" rIns="268061" bIns="0" numCol="1" spcCol="1270" anchor="ctr" anchorCtr="0">
          <a:noAutofit/>
        </a:bodyPr>
        <a:lstStyle/>
        <a:p>
          <a:pPr marL="0" lvl="0" indent="0" algn="l" defTabSz="1066800">
            <a:lnSpc>
              <a:spcPct val="90000"/>
            </a:lnSpc>
            <a:spcBef>
              <a:spcPct val="0"/>
            </a:spcBef>
            <a:spcAft>
              <a:spcPct val="35000"/>
            </a:spcAft>
            <a:buNone/>
          </a:pPr>
          <a:r>
            <a:rPr lang="en-US" sz="2400" kern="1200" dirty="0"/>
            <a:t>Comparative Advantage</a:t>
          </a:r>
        </a:p>
      </dsp:txBody>
      <dsp:txXfrm>
        <a:off x="535392" y="2882580"/>
        <a:ext cx="7034355" cy="532758"/>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ED992F-D11D-874D-9D57-B58C4BC998B4}">
      <dsp:nvSpPr>
        <dsp:cNvPr id="0" name=""/>
        <dsp:cNvSpPr/>
      </dsp:nvSpPr>
      <dsp:spPr>
        <a:xfrm>
          <a:off x="0" y="8583"/>
          <a:ext cx="10131425" cy="1439099"/>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kern="1200"/>
            <a:t>Summary</a:t>
          </a:r>
        </a:p>
      </dsp:txBody>
      <dsp:txXfrm>
        <a:off x="70251" y="78834"/>
        <a:ext cx="9990923" cy="1298597"/>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F109A30-BC3F-8C4E-A162-356902232D8B}">
      <dsp:nvSpPr>
        <dsp:cNvPr id="0" name=""/>
        <dsp:cNvSpPr/>
      </dsp:nvSpPr>
      <dsp:spPr>
        <a:xfrm>
          <a:off x="0" y="65998"/>
          <a:ext cx="10131425" cy="1374750"/>
        </a:xfrm>
        <a:prstGeom prst="roundRect">
          <a:avLst/>
        </a:prstGeom>
        <a:gradFill rotWithShape="0">
          <a:gsLst>
            <a:gs pos="0">
              <a:schemeClr val="accent2">
                <a:hueOff val="0"/>
                <a:satOff val="0"/>
                <a:lumOff val="0"/>
                <a:alphaOff val="0"/>
                <a:tint val="98000"/>
                <a:lumMod val="100000"/>
              </a:schemeClr>
            </a:gs>
            <a:gs pos="100000">
              <a:schemeClr val="accent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Lead Time captures the full customer experience duration of a request.  This includes all the time a request spends waiting to be assigned, tested, and deployed.</a:t>
          </a:r>
        </a:p>
      </dsp:txBody>
      <dsp:txXfrm>
        <a:off x="67110" y="133108"/>
        <a:ext cx="9997205" cy="1240530"/>
      </dsp:txXfrm>
    </dsp:sp>
    <dsp:sp modelId="{EDACC356-2AB0-4C43-B3C4-C60564D5B239}">
      <dsp:nvSpPr>
        <dsp:cNvPr id="0" name=""/>
        <dsp:cNvSpPr/>
      </dsp:nvSpPr>
      <dsp:spPr>
        <a:xfrm>
          <a:off x="0" y="1512748"/>
          <a:ext cx="10131425" cy="1374750"/>
        </a:xfrm>
        <a:prstGeom prst="roundRect">
          <a:avLst/>
        </a:prstGeom>
        <a:gradFill rotWithShape="0">
          <a:gsLst>
            <a:gs pos="0">
              <a:schemeClr val="accent2">
                <a:hueOff val="0"/>
                <a:satOff val="0"/>
                <a:lumOff val="0"/>
                <a:alphaOff val="0"/>
                <a:tint val="98000"/>
                <a:lumMod val="100000"/>
              </a:schemeClr>
            </a:gs>
            <a:gs pos="100000">
              <a:schemeClr val="accent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The Common Scenario (Waterfall or Enterprise) can take months because it follows a strict, longer period cycle that is hard to change mid-cycle.</a:t>
          </a:r>
        </a:p>
      </dsp:txBody>
      <dsp:txXfrm>
        <a:off x="67110" y="1579858"/>
        <a:ext cx="9997205" cy="1240530"/>
      </dsp:txXfrm>
    </dsp:sp>
    <dsp:sp modelId="{8FE00267-7AC9-FA43-A22A-5C8940A9EFB4}">
      <dsp:nvSpPr>
        <dsp:cNvPr id="0" name=""/>
        <dsp:cNvSpPr/>
      </dsp:nvSpPr>
      <dsp:spPr>
        <a:xfrm>
          <a:off x="0" y="2959498"/>
          <a:ext cx="10131425" cy="1374750"/>
        </a:xfrm>
        <a:prstGeom prst="roundRect">
          <a:avLst/>
        </a:prstGeom>
        <a:gradFill rotWithShape="0">
          <a:gsLst>
            <a:gs pos="0">
              <a:schemeClr val="accent2">
                <a:hueOff val="0"/>
                <a:satOff val="0"/>
                <a:lumOff val="0"/>
                <a:alphaOff val="0"/>
                <a:tint val="98000"/>
                <a:lumMod val="100000"/>
              </a:schemeClr>
            </a:gs>
            <a:gs pos="100000">
              <a:schemeClr val="accent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dirty="0"/>
            <a:t>The DevOps or Agile Scenario changes the calculus on the time, because instead of one large update, requests are processes separately.</a:t>
          </a:r>
        </a:p>
      </dsp:txBody>
      <dsp:txXfrm>
        <a:off x="67110" y="3026608"/>
        <a:ext cx="9997205" cy="1240530"/>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2D7A04-F5E7-004C-BDE1-4527541A77CC}">
      <dsp:nvSpPr>
        <dsp:cNvPr id="0" name=""/>
        <dsp:cNvSpPr/>
      </dsp:nvSpPr>
      <dsp:spPr>
        <a:xfrm>
          <a:off x="0" y="0"/>
          <a:ext cx="10131425" cy="1439099"/>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ctr" defTabSz="2667000">
            <a:lnSpc>
              <a:spcPct val="90000"/>
            </a:lnSpc>
            <a:spcBef>
              <a:spcPct val="0"/>
            </a:spcBef>
            <a:spcAft>
              <a:spcPct val="35000"/>
            </a:spcAft>
            <a:buNone/>
          </a:pPr>
          <a:r>
            <a:rPr lang="en-US" sz="6000" kern="1200" dirty="0"/>
            <a:t>Conclusion</a:t>
          </a:r>
        </a:p>
      </dsp:txBody>
      <dsp:txXfrm>
        <a:off x="70251" y="70251"/>
        <a:ext cx="9990923" cy="1298597"/>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312468-8D6B-4DAA-A17D-47FF3169E193}">
      <dsp:nvSpPr>
        <dsp:cNvPr id="0" name=""/>
        <dsp:cNvSpPr/>
      </dsp:nvSpPr>
      <dsp:spPr>
        <a:xfrm>
          <a:off x="1087713" y="648846"/>
          <a:ext cx="1278642" cy="12786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C6EFEF-B65A-4CE9-B5B1-8ACD0423D141}">
      <dsp:nvSpPr>
        <dsp:cNvPr id="0" name=""/>
        <dsp:cNvSpPr/>
      </dsp:nvSpPr>
      <dsp:spPr>
        <a:xfrm>
          <a:off x="306320" y="2280286"/>
          <a:ext cx="284142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Faster</a:t>
          </a:r>
        </a:p>
      </dsp:txBody>
      <dsp:txXfrm>
        <a:off x="306320" y="2280286"/>
        <a:ext cx="2841428" cy="720000"/>
      </dsp:txXfrm>
    </dsp:sp>
    <dsp:sp modelId="{ED155BF0-6047-412D-A134-19DAB65FA197}">
      <dsp:nvSpPr>
        <dsp:cNvPr id="0" name=""/>
        <dsp:cNvSpPr/>
      </dsp:nvSpPr>
      <dsp:spPr>
        <a:xfrm>
          <a:off x="4426391" y="648846"/>
          <a:ext cx="1278642" cy="12786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B4A033C-93A3-48F0-AB95-FABA33A4E775}">
      <dsp:nvSpPr>
        <dsp:cNvPr id="0" name=""/>
        <dsp:cNvSpPr/>
      </dsp:nvSpPr>
      <dsp:spPr>
        <a:xfrm>
          <a:off x="3644998" y="2280286"/>
          <a:ext cx="284142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a:t>Higher Quality</a:t>
          </a:r>
        </a:p>
      </dsp:txBody>
      <dsp:txXfrm>
        <a:off x="3644998" y="2280286"/>
        <a:ext cx="2841428" cy="720000"/>
      </dsp:txXfrm>
    </dsp:sp>
    <dsp:sp modelId="{DE5FCA29-1BF7-4E87-AAF2-32E2535D37D0}">
      <dsp:nvSpPr>
        <dsp:cNvPr id="0" name=""/>
        <dsp:cNvSpPr/>
      </dsp:nvSpPr>
      <dsp:spPr>
        <a:xfrm>
          <a:off x="7765069" y="648846"/>
          <a:ext cx="1278642" cy="127864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85EF9E7B-9B1C-4823-AEB5-6E8BE15235E6}">
      <dsp:nvSpPr>
        <dsp:cNvPr id="0" name=""/>
        <dsp:cNvSpPr/>
      </dsp:nvSpPr>
      <dsp:spPr>
        <a:xfrm>
          <a:off x="6983676" y="2280286"/>
          <a:ext cx="2841428"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77900">
            <a:lnSpc>
              <a:spcPct val="100000"/>
            </a:lnSpc>
            <a:spcBef>
              <a:spcPct val="0"/>
            </a:spcBef>
            <a:spcAft>
              <a:spcPct val="35000"/>
            </a:spcAft>
            <a:buNone/>
          </a:pPr>
          <a:r>
            <a:rPr lang="en-US" sz="2200" kern="1200" dirty="0"/>
            <a:t>Keeps the Company at the Front of the Industry</a:t>
          </a:r>
        </a:p>
      </dsp:txBody>
      <dsp:txXfrm>
        <a:off x="6983676" y="2280286"/>
        <a:ext cx="2841428" cy="720000"/>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193EDB-C112-794D-A107-4F819D0D8CAA}">
      <dsp:nvSpPr>
        <dsp:cNvPr id="0" name=""/>
        <dsp:cNvSpPr/>
      </dsp:nvSpPr>
      <dsp:spPr>
        <a:xfrm>
          <a:off x="0" y="7109"/>
          <a:ext cx="3245467" cy="671580"/>
        </a:xfrm>
        <a:prstGeom prst="roundRect">
          <a:avLst/>
        </a:prstGeom>
        <a:gradFill rotWithShape="0">
          <a:gsLst>
            <a:gs pos="0">
              <a:schemeClr val="accent1">
                <a:alpha val="90000"/>
                <a:hueOff val="0"/>
                <a:satOff val="0"/>
                <a:lumOff val="0"/>
                <a:alphaOff val="0"/>
                <a:tint val="98000"/>
                <a:lumMod val="100000"/>
              </a:schemeClr>
            </a:gs>
            <a:gs pos="100000">
              <a:schemeClr val="accent1">
                <a:alpha val="90000"/>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106680" tIns="106680" rIns="106680" bIns="106680" numCol="1" spcCol="1270" anchor="ctr" anchorCtr="0">
          <a:noAutofit/>
        </a:bodyPr>
        <a:lstStyle/>
        <a:p>
          <a:pPr marL="0" lvl="0" indent="0" algn="ctr" defTabSz="1244600">
            <a:lnSpc>
              <a:spcPct val="90000"/>
            </a:lnSpc>
            <a:spcBef>
              <a:spcPct val="0"/>
            </a:spcBef>
            <a:spcAft>
              <a:spcPct val="35000"/>
            </a:spcAft>
            <a:buNone/>
          </a:pPr>
          <a:r>
            <a:rPr lang="en-US" sz="2800" kern="1200"/>
            <a:t>DevOps and Agile</a:t>
          </a:r>
        </a:p>
      </dsp:txBody>
      <dsp:txXfrm>
        <a:off x="32784" y="39893"/>
        <a:ext cx="3179899" cy="606012"/>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161ED1-9F59-B649-B3E2-6CDFA75107DA}">
      <dsp:nvSpPr>
        <dsp:cNvPr id="0" name=""/>
        <dsp:cNvSpPr/>
      </dsp:nvSpPr>
      <dsp:spPr>
        <a:xfrm>
          <a:off x="0" y="8583"/>
          <a:ext cx="10131425" cy="1439099"/>
        </a:xfrm>
        <a:prstGeom prst="roundRect">
          <a:avLst/>
        </a:prstGeom>
        <a:gradFill rotWithShape="0">
          <a:gsLst>
            <a:gs pos="0">
              <a:schemeClr val="dk2">
                <a:hueOff val="0"/>
                <a:satOff val="0"/>
                <a:lumOff val="0"/>
                <a:alphaOff val="0"/>
                <a:tint val="98000"/>
                <a:lumMod val="100000"/>
              </a:schemeClr>
            </a:gs>
            <a:gs pos="100000">
              <a:schemeClr val="dk2">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228600" tIns="228600" rIns="228600" bIns="228600" numCol="1" spcCol="1270" anchor="ctr" anchorCtr="0">
          <a:noAutofit/>
        </a:bodyPr>
        <a:lstStyle/>
        <a:p>
          <a:pPr marL="0" lvl="0" indent="0" algn="l" defTabSz="2667000">
            <a:lnSpc>
              <a:spcPct val="90000"/>
            </a:lnSpc>
            <a:spcBef>
              <a:spcPct val="0"/>
            </a:spcBef>
            <a:spcAft>
              <a:spcPct val="35000"/>
            </a:spcAft>
            <a:buNone/>
          </a:pPr>
          <a:r>
            <a:rPr lang="en-US" sz="6000" kern="1200"/>
            <a:t>References</a:t>
          </a:r>
        </a:p>
      </dsp:txBody>
      <dsp:txXfrm>
        <a:off x="70251" y="78834"/>
        <a:ext cx="9990923" cy="129859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7E6A1E-13C5-1C45-A4E4-77E544B4AC84}">
      <dsp:nvSpPr>
        <dsp:cNvPr id="0" name=""/>
        <dsp:cNvSpPr/>
      </dsp:nvSpPr>
      <dsp:spPr>
        <a:xfrm>
          <a:off x="0" y="265862"/>
          <a:ext cx="10131425" cy="834228"/>
        </a:xfrm>
        <a:prstGeom prst="round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Anthropic. (2026). </a:t>
          </a:r>
          <a:r>
            <a:rPr lang="en-US" sz="2100" i="1" kern="1200" dirty="0"/>
            <a:t>Claude</a:t>
          </a:r>
          <a:r>
            <a:rPr lang="en-US" sz="2100" kern="1200" dirty="0"/>
            <a:t> (Sonnet 4.6) [Large language model]. </a:t>
          </a:r>
          <a:r>
            <a:rPr lang="en-US" sz="2100" kern="1200" dirty="0">
              <a:hlinkClick xmlns:r="http://schemas.openxmlformats.org/officeDocument/2006/relationships" r:id="rId1"/>
            </a:rPr>
            <a:t>https://claude.ai</a:t>
          </a:r>
          <a:endParaRPr lang="en-US" sz="2100" kern="1200" dirty="0"/>
        </a:p>
      </dsp:txBody>
      <dsp:txXfrm>
        <a:off x="40724" y="306586"/>
        <a:ext cx="10049977" cy="752780"/>
      </dsp:txXfrm>
    </dsp:sp>
    <dsp:sp modelId="{84460151-03C8-6E48-9B78-9D4FC0874208}">
      <dsp:nvSpPr>
        <dsp:cNvPr id="0" name=""/>
        <dsp:cNvSpPr/>
      </dsp:nvSpPr>
      <dsp:spPr>
        <a:xfrm>
          <a:off x="0" y="1100091"/>
          <a:ext cx="10131425" cy="5542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1673" tIns="26670" rIns="149352" bIns="26670" numCol="1" spcCol="1270" anchor="t" anchorCtr="0">
          <a:noAutofit/>
        </a:bodyPr>
        <a:lstStyle/>
        <a:p>
          <a:pPr marL="171450" lvl="1" indent="-171450" algn="l" defTabSz="711200">
            <a:lnSpc>
              <a:spcPct val="90000"/>
            </a:lnSpc>
            <a:spcBef>
              <a:spcPct val="0"/>
            </a:spcBef>
            <a:spcAft>
              <a:spcPct val="20000"/>
            </a:spcAft>
            <a:buNone/>
          </a:pPr>
          <a:r>
            <a:rPr lang="en-US" sz="1600" kern="1200" dirty="0"/>
            <a:t>Used to assist in taking notes on sources as well as making the infographic on slide 7.</a:t>
          </a:r>
        </a:p>
        <a:p>
          <a:pPr marL="171450" lvl="1" indent="-171450" algn="l" defTabSz="711200">
            <a:lnSpc>
              <a:spcPct val="90000"/>
            </a:lnSpc>
            <a:spcBef>
              <a:spcPct val="0"/>
            </a:spcBef>
            <a:spcAft>
              <a:spcPct val="20000"/>
            </a:spcAft>
            <a:buNone/>
          </a:pPr>
          <a:r>
            <a:rPr lang="en-US" sz="1600" kern="1200" dirty="0"/>
            <a:t>Generative AI did not write any material for this presentation other than create the infographic on slide 7.</a:t>
          </a:r>
        </a:p>
      </dsp:txBody>
      <dsp:txXfrm>
        <a:off x="0" y="1100091"/>
        <a:ext cx="10131425" cy="554242"/>
      </dsp:txXfrm>
    </dsp:sp>
    <dsp:sp modelId="{4A80EDE6-B45E-9949-AF6D-A53B043C048A}">
      <dsp:nvSpPr>
        <dsp:cNvPr id="0" name=""/>
        <dsp:cNvSpPr/>
      </dsp:nvSpPr>
      <dsp:spPr>
        <a:xfrm>
          <a:off x="0" y="1654333"/>
          <a:ext cx="10131425" cy="834228"/>
        </a:xfrm>
        <a:prstGeom prst="round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Kim</a:t>
          </a:r>
          <a:r>
            <a:rPr lang="en-US" sz="2100" kern="1200" dirty="0"/>
            <a:t>, G., Humble, J., Debois, P., &amp; Willis, J. (2016). </a:t>
          </a:r>
          <a:r>
            <a:rPr lang="en-US" sz="2100" i="1" kern="1200" dirty="0"/>
            <a:t>The DevOps Handbook: How to create world-class agility, reliability, and security in technology organizations.</a:t>
          </a:r>
          <a:r>
            <a:rPr lang="en-US" sz="2100" kern="1200" dirty="0"/>
            <a:t> IT Revolution Press.</a:t>
          </a:r>
        </a:p>
      </dsp:txBody>
      <dsp:txXfrm>
        <a:off x="40724" y="1695057"/>
        <a:ext cx="10049977" cy="752780"/>
      </dsp:txXfrm>
    </dsp:sp>
    <dsp:sp modelId="{C46D3ABF-D2FD-4A47-819F-1869BC097D9B}">
      <dsp:nvSpPr>
        <dsp:cNvPr id="0" name=""/>
        <dsp:cNvSpPr/>
      </dsp:nvSpPr>
      <dsp:spPr>
        <a:xfrm>
          <a:off x="0" y="2549041"/>
          <a:ext cx="10131425" cy="834228"/>
        </a:xfrm>
        <a:prstGeom prst="roundRect">
          <a:avLst/>
        </a:prstGeom>
        <a:gradFill rotWithShape="0">
          <a:gsLst>
            <a:gs pos="0">
              <a:schemeClr val="accent1">
                <a:hueOff val="0"/>
                <a:satOff val="0"/>
                <a:lumOff val="0"/>
                <a:alphaOff val="0"/>
                <a:tint val="98000"/>
                <a:lumMod val="100000"/>
              </a:schemeClr>
            </a:gs>
            <a:gs pos="100000">
              <a:schemeClr val="accent1">
                <a:hueOff val="0"/>
                <a:satOff val="0"/>
                <a:lumOff val="0"/>
                <a:alphaOff val="0"/>
                <a:shade val="88000"/>
                <a:lumMod val="88000"/>
              </a:schemeClr>
            </a:gs>
          </a:gsLst>
          <a:lin ang="5400000" scaled="1"/>
        </a:gradFill>
        <a:ln>
          <a:noFill/>
        </a:ln>
        <a:effectLst>
          <a:outerShdw blurRad="50800" dist="38100" dir="5400000" rotWithShape="0">
            <a:srgbClr val="000000">
              <a:alpha val="35000"/>
            </a:srgbClr>
          </a:outerShdw>
        </a:effectLst>
        <a:scene3d>
          <a:camera prst="orthographicFront"/>
          <a:lightRig rig="threePt" dir="t">
            <a:rot lat="0" lon="0" rev="7500000"/>
          </a:lightRig>
        </a:scene3d>
        <a:sp3d prstMaterial="plastic">
          <a:bevelT w="127000" h="2540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dirty="0"/>
            <a:t>Takakura, T. (n.d.). </a:t>
          </a:r>
          <a:r>
            <a:rPr lang="en-US" sz="2100" i="1" kern="1200" dirty="0"/>
            <a:t>What is value stream management (VSM) and why is it important?</a:t>
          </a:r>
          <a:r>
            <a:rPr lang="en-US" sz="2100" kern="1200" dirty="0"/>
            <a:t> Atlassian. https://www.atlassian.com/agile/value-stream-management </a:t>
          </a:r>
        </a:p>
      </dsp:txBody>
      <dsp:txXfrm>
        <a:off x="40724" y="2589765"/>
        <a:ext cx="10049977" cy="75278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9/3/layout/RandomtoResultProcess">
  <dgm:title val=""/>
  <dgm:desc val=""/>
  <dgm:catLst>
    <dgm:cat type="process" pri="1275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41" srcId="1" destId="11" srcOrd="0" destOrd="0"/>
        <dgm:cxn modelId="5" srcId="0" destId="2" srcOrd="0" destOrd="0"/>
        <dgm:cxn modelId="51" srcId="2" destId="21" srcOrd="0"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clrData>
  <dgm:layoutNode name="Name0">
    <dgm:varLst>
      <dgm:dir/>
      <dgm:animOne val="branch"/>
      <dgm:animLvl val="lvl"/>
    </dgm:varLst>
    <dgm:choose name="Name1">
      <dgm:if name="Name2" func="var" arg="dir" op="equ" val="norm">
        <dgm:alg type="lin">
          <dgm:param type="fallback" val="2D"/>
          <dgm:param type="nodeVertAlign" val="t"/>
        </dgm:alg>
      </dgm:if>
      <dgm:else name="Name3">
        <dgm:alg type="lin">
          <dgm:param type="fallback" val="2D"/>
          <dgm:param type="nodeVertAlign" val="t"/>
          <dgm:param type="linDir" val="fromR"/>
        </dgm:alg>
      </dgm:else>
    </dgm:choose>
    <dgm:shape xmlns:r="http://schemas.openxmlformats.org/officeDocument/2006/relationships" r:blip="">
      <dgm:adjLst/>
    </dgm:shape>
    <dgm:constrLst>
      <dgm:constr type="userH" refType="h" fact="2"/>
      <dgm:constr type="w" for="ch" forName="chaos" refType="userH" fact="0.681"/>
      <dgm:constr type="h" for="ch" forName="chaos" refType="userH"/>
      <dgm:constr type="w" for="ch" forName="middle" refType="userH" fact="0.6"/>
      <dgm:constr type="h" for="ch" forName="middle" refType="userH"/>
      <dgm:constr type="w" for="ch" forName="last" refType="userH" fact="0.6"/>
      <dgm:constr type="h" for="ch" forName="last" refType="userH"/>
      <dgm:constr type="w" for="ch" forName="chevronComposite1" refType="userH" fact="0.22"/>
      <dgm:constr type="h" for="ch" forName="chevronComposite1" refType="userH" fact="0.52"/>
      <dgm:constr type="w" for="ch" forName="chevronComposite2" refType="userH" fact="0.22"/>
      <dgm:constr type="h" for="ch" forName="chevronComposite2" refType="userH" fact="0.52"/>
      <dgm:constr type="w" for="ch" forName="overlap" refType="userH" fact="-0.04"/>
      <dgm:constr type="h" for="ch" forName="overlap" refType="userH" fact="0.06"/>
      <dgm:constr type="primFontSz" for="des" forName="parTx1" op="equ" val="65"/>
      <dgm:constr type="primFontSz" for="des" forName="parTxMid" refType="primFontSz" refFor="des" refForName="parTx1" op="equ"/>
      <dgm:constr type="primFontSz" for="des" forName="circleTx" refType="primFontSz" refFor="des" refForName="parTx1" op="equ"/>
      <dgm:constr type="primFontSz" for="des" forName="desTx1" op="equ" val="65"/>
      <dgm:constr type="primFontSz" for="des" forName="desTxMid" refType="primFontSz" refFor="des" refForName="desTx1" op="equ"/>
      <dgm:constr type="primFontSz" for="des" forName="desTxN" refType="primFontSz" refFor="des" refForName="desTx1" op="equ"/>
    </dgm:constrLst>
    <dgm:forEach name="Name4" axis="ch" ptType="node">
      <dgm:choose name="Name5">
        <dgm:if name="Name6" axis="self" ptType="node" func="pos" op="equ" val="1">
          <dgm:layoutNode name="chaos">
            <dgm:alg type="composite"/>
            <dgm:shape xmlns:r="http://schemas.openxmlformats.org/officeDocument/2006/relationships" r:blip="">
              <dgm:adjLst/>
            </dgm:shape>
            <dgm:presOf/>
            <dgm:constrLst>
              <dgm:constr type="ctrX" for="ch" forName="parTx1" refType="w" fact="0.5"/>
              <dgm:constr type="t" for="ch" forName="parTx1" refType="w" fact="0.32"/>
              <dgm:constr type="w" for="ch" forName="parTx1" refType="w" fact="0.88"/>
              <dgm:constr type="h" for="ch" forName="parTx1" refType="w" fact="0.29"/>
              <dgm:constr type="ctrX" for="ch" forName="desTx1" refType="w" fact="0.5"/>
              <dgm:constr type="b" for="ch" forName="desTx1" refType="h"/>
              <dgm:constr type="w" for="ch" forName="desTx1" refType="w" fact="0.88"/>
              <dgm:constr type="h" for="ch" forName="desTx1" refType="h" fact="0.37"/>
              <dgm:constr type="l" for="ch" forName="c1" refType="w" fact="0.05"/>
              <dgm:constr type="t" for="ch" forName="c1" refType="w" fact="0.23"/>
              <dgm:constr type="w" for="ch" forName="c1" refType="w" fact="0.07"/>
              <dgm:constr type="h" for="ch" forName="c1" refType="w" refFor="ch" refForName="c1"/>
              <dgm:constr type="l" for="ch" forName="c2" refType="w" fact="0.1"/>
              <dgm:constr type="t" for="ch" forName="c2" refType="w" fact="0.13"/>
              <dgm:constr type="w" for="ch" forName="c2" refType="w" fact="0.07"/>
              <dgm:constr type="h" for="ch" forName="c2" refType="w" refFor="ch" refForName="c2"/>
              <dgm:constr type="l" for="ch" forName="c3" refType="w" fact="0.22"/>
              <dgm:constr type="t" for="ch" forName="c3" refType="w" fact="0.15"/>
              <dgm:constr type="w" for="ch" forName="c3" refType="w" fact="0.11"/>
              <dgm:constr type="h" for="ch" forName="c3" refType="w" refFor="ch" refForName="c3"/>
              <dgm:constr type="l" for="ch" forName="c4" refType="w" fact="0.32"/>
              <dgm:constr type="t" for="ch" forName="c4" refType="w" fact="0.04"/>
              <dgm:constr type="w" for="ch" forName="c4" refType="w" fact="0.07"/>
              <dgm:constr type="h" for="ch" forName="c4" refType="w" refFor="ch" refForName="c4"/>
              <dgm:constr type="l" for="ch" forName="c5" refType="w" fact="0.45"/>
              <dgm:constr type="t" for="ch" forName="c5" refType="w" fact="0"/>
              <dgm:constr type="w" for="ch" forName="c5" refType="w" fact="0.07"/>
              <dgm:constr type="h" for="ch" forName="c5" refType="w" refFor="ch" refForName="c5"/>
              <dgm:constr type="l" for="ch" forName="c6" refType="w" fact="0.61"/>
              <dgm:constr type="t" for="ch" forName="c6" refType="w" fact="0.07"/>
              <dgm:constr type="w" for="ch" forName="c6" refType="w" fact="0.07"/>
              <dgm:constr type="h" for="ch" forName="c6" refType="w" refFor="ch" refForName="c6"/>
              <dgm:constr type="l" for="ch" forName="c7" refType="w" fact="0.71"/>
              <dgm:constr type="t" for="ch" forName="c7" refType="w" fact="0.12"/>
              <dgm:constr type="w" for="ch" forName="c7" refType="w" fact="0.11"/>
              <dgm:constr type="h" for="ch" forName="c7" refType="w" refFor="ch" refForName="c7"/>
              <dgm:constr type="l" for="ch" forName="c8" refType="w" fact="0.85"/>
              <dgm:constr type="t" for="ch" forName="c8" refType="w" fact="0.23"/>
              <dgm:constr type="w" for="ch" forName="c8" refType="w" fact="0.07"/>
              <dgm:constr type="h" for="ch" forName="c8" refType="w" refFor="ch" refForName="c8"/>
              <dgm:constr type="l" for="ch" forName="c9" refType="w" fact="0.91"/>
              <dgm:constr type="t" for="ch" forName="c9" refType="w" fact="0.34"/>
              <dgm:constr type="w" for="ch" forName="c9" refType="w" fact="0.07"/>
              <dgm:constr type="h" for="ch" forName="c9" refType="w" refFor="ch" refForName="c9"/>
              <dgm:constr type="l" for="ch" forName="c10" refType="w" fact="0.39"/>
              <dgm:constr type="t" for="ch" forName="c10" refType="w" fact="0.13"/>
              <dgm:constr type="w" for="ch" forName="c10" refType="w" fact="0.18"/>
              <dgm:constr type="h" for="ch" forName="c10" refType="w" refFor="ch" refForName="c10"/>
              <dgm:constr type="l" for="ch" forName="c11" refType="w" fact="0"/>
              <dgm:constr type="t" for="ch" forName="c11" refType="w" fact="0.51"/>
              <dgm:constr type="w" for="ch" forName="c11" refType="w" fact="0.07"/>
              <dgm:constr type="h" for="ch" forName="c11" refType="w" refFor="ch" refForName="c11"/>
              <dgm:constr type="l" for="ch" forName="c12" refType="w" fact="0.06"/>
              <dgm:constr type="t" for="ch" forName="c12" refType="w" fact="0.6"/>
              <dgm:constr type="w" for="ch" forName="c12" refType="w" fact="0.11"/>
              <dgm:constr type="h" for="ch" forName="c12" refType="w" refFor="ch" refForName="c12"/>
              <dgm:constr type="l" for="ch" forName="c13" refType="w" fact="0.21"/>
              <dgm:constr type="t" for="ch" forName="c13" refType="w" fact="0.68"/>
              <dgm:constr type="w" for="ch" forName="c13" refType="w" fact="0.16"/>
              <dgm:constr type="h" for="ch" forName="c13" refType="w" refFor="ch" refForName="c13"/>
              <dgm:constr type="l" for="ch" forName="c14" refType="w" fact="0.42"/>
              <dgm:constr type="t" for="ch" forName="c14" refType="w" fact="0.81"/>
              <dgm:constr type="w" for="ch" forName="c14" refType="w" fact="0.07"/>
              <dgm:constr type="h" for="ch" forName="c14" refType="w" refFor="ch" refForName="c14"/>
              <dgm:constr type="l" for="ch" forName="c15" refType="w" fact="0.46"/>
              <dgm:constr type="t" for="ch" forName="c15" refType="w" fact="0.68"/>
              <dgm:constr type="w" for="ch" forName="c15" refType="w" fact="0.11"/>
              <dgm:constr type="h" for="ch" forName="c15" refType="w" refFor="ch" refForName="c15"/>
              <dgm:constr type="l" for="ch" forName="c16" refType="w" fact="0.56"/>
              <dgm:constr type="t" for="ch" forName="c16" refType="w" fact="0.82"/>
              <dgm:constr type="w" for="ch" forName="c16" refType="w" fact="0.07"/>
              <dgm:constr type="h" for="ch" forName="c16" refType="w" refFor="ch" refForName="c16"/>
              <dgm:constr type="l" for="ch" forName="c17" refType="w" fact="0.65"/>
              <dgm:constr type="t" for="ch" forName="c17" refType="w" fact="0.66"/>
              <dgm:constr type="w" for="ch" forName="c17" refType="w" fact="0.16"/>
              <dgm:constr type="h" for="ch" forName="c17" refType="w" refFor="ch" refForName="c17"/>
              <dgm:constr type="l" for="ch" forName="c18" refType="w" fact="0.87"/>
              <dgm:constr type="t" for="ch" forName="c18" refType="w" fact="0.62"/>
              <dgm:constr type="w" for="ch" forName="c18" refType="w" fact="0.11"/>
              <dgm:constr type="h" for="ch" forName="c18" refType="w" refFor="ch" refForName="c18"/>
            </dgm:constrLst>
            <dgm:layoutNode name="parTx1"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7">
              <dgm:if name="Name8" axis="ch" ptType="node" func="cnt" op="gte" val="1">
                <dgm:layoutNode name="desTx1" styleLbl="revTx">
                  <dgm:varLst>
                    <dgm:bulletEnabled val="1"/>
                  </dgm:varLst>
                  <dgm:choose name="Name9">
                    <dgm:if name="Name10" axis="ch" ptType="node" func="cnt" op="equ" val="1">
                      <dgm:alg type="tx">
                        <dgm:param type="shpTxLTRAlignCh" val="l"/>
                      </dgm:alg>
                    </dgm:if>
                    <dgm:else name="Name11">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2"/>
            </dgm:choose>
            <dgm:layoutNode name="c1" styleLbl="node1">
              <dgm:alg type="sp"/>
              <dgm:shape xmlns:r="http://schemas.openxmlformats.org/officeDocument/2006/relationships" type="ellipse" r:blip="">
                <dgm:adjLst/>
              </dgm:shape>
              <dgm:presOf/>
            </dgm:layoutNode>
            <dgm:layoutNode name="c2" styleLbl="node1">
              <dgm:alg type="sp"/>
              <dgm:shape xmlns:r="http://schemas.openxmlformats.org/officeDocument/2006/relationships" type="ellipse" r:blip="">
                <dgm:adjLst/>
              </dgm:shape>
              <dgm:presOf/>
            </dgm:layoutNode>
            <dgm:layoutNode name="c3" styleLbl="node1">
              <dgm:alg type="sp"/>
              <dgm:shape xmlns:r="http://schemas.openxmlformats.org/officeDocument/2006/relationships" type="ellipse" r:blip="">
                <dgm:adjLst/>
              </dgm:shape>
              <dgm:presOf/>
            </dgm:layoutNode>
            <dgm:layoutNode name="c4" styleLbl="node1">
              <dgm:alg type="sp"/>
              <dgm:shape xmlns:r="http://schemas.openxmlformats.org/officeDocument/2006/relationships" type="ellipse" r:blip="">
                <dgm:adjLst/>
              </dgm:shape>
              <dgm:presOf/>
            </dgm:layoutNode>
            <dgm:layoutNode name="c5" styleLbl="node1">
              <dgm:alg type="sp"/>
              <dgm:shape xmlns:r="http://schemas.openxmlformats.org/officeDocument/2006/relationships" type="ellipse" r:blip="">
                <dgm:adjLst/>
              </dgm:shape>
              <dgm:presOf/>
            </dgm:layoutNode>
            <dgm:layoutNode name="c6" styleLbl="node1">
              <dgm:alg type="sp"/>
              <dgm:shape xmlns:r="http://schemas.openxmlformats.org/officeDocument/2006/relationships" type="ellipse" r:blip="">
                <dgm:adjLst/>
              </dgm:shape>
              <dgm:presOf/>
            </dgm:layoutNode>
            <dgm:layoutNode name="c7" styleLbl="node1">
              <dgm:alg type="sp"/>
              <dgm:shape xmlns:r="http://schemas.openxmlformats.org/officeDocument/2006/relationships" type="ellipse" r:blip="">
                <dgm:adjLst/>
              </dgm:shape>
              <dgm:presOf/>
            </dgm:layoutNode>
            <dgm:layoutNode name="c8" styleLbl="node1">
              <dgm:alg type="sp"/>
              <dgm:shape xmlns:r="http://schemas.openxmlformats.org/officeDocument/2006/relationships" type="ellipse" r:blip="">
                <dgm:adjLst/>
              </dgm:shape>
              <dgm:presOf/>
            </dgm:layoutNode>
            <dgm:layoutNode name="c9" styleLbl="node1">
              <dgm:alg type="sp"/>
              <dgm:shape xmlns:r="http://schemas.openxmlformats.org/officeDocument/2006/relationships" type="ellipse" r:blip="">
                <dgm:adjLst/>
              </dgm:shape>
              <dgm:presOf/>
            </dgm:layoutNode>
            <dgm:layoutNode name="c10" styleLbl="node1">
              <dgm:alg type="sp"/>
              <dgm:shape xmlns:r="http://schemas.openxmlformats.org/officeDocument/2006/relationships" type="ellipse" r:blip="">
                <dgm:adjLst/>
              </dgm:shape>
              <dgm:presOf/>
            </dgm:layoutNode>
            <dgm:layoutNode name="c11" styleLbl="node1">
              <dgm:alg type="sp"/>
              <dgm:shape xmlns:r="http://schemas.openxmlformats.org/officeDocument/2006/relationships" type="ellipse" r:blip="">
                <dgm:adjLst/>
              </dgm:shape>
              <dgm:presOf/>
            </dgm:layoutNode>
            <dgm:layoutNode name="c12" styleLbl="node1">
              <dgm:alg type="sp"/>
              <dgm:shape xmlns:r="http://schemas.openxmlformats.org/officeDocument/2006/relationships" type="ellipse" r:blip="">
                <dgm:adjLst/>
              </dgm:shape>
              <dgm:presOf/>
            </dgm:layoutNode>
            <dgm:layoutNode name="c13" styleLbl="node1">
              <dgm:alg type="sp"/>
              <dgm:shape xmlns:r="http://schemas.openxmlformats.org/officeDocument/2006/relationships" type="ellipse" r:blip="">
                <dgm:adjLst/>
              </dgm:shape>
              <dgm:presOf/>
            </dgm:layoutNode>
            <dgm:layoutNode name="c14" styleLbl="node1">
              <dgm:alg type="sp"/>
              <dgm:shape xmlns:r="http://schemas.openxmlformats.org/officeDocument/2006/relationships" type="ellipse" r:blip="">
                <dgm:adjLst/>
              </dgm:shape>
              <dgm:presOf/>
            </dgm:layoutNode>
            <dgm:layoutNode name="c15" styleLbl="node1">
              <dgm:alg type="sp"/>
              <dgm:shape xmlns:r="http://schemas.openxmlformats.org/officeDocument/2006/relationships" type="ellipse" r:blip="">
                <dgm:adjLst/>
              </dgm:shape>
              <dgm:presOf/>
            </dgm:layoutNode>
            <dgm:layoutNode name="c16" styleLbl="node1">
              <dgm:alg type="sp"/>
              <dgm:shape xmlns:r="http://schemas.openxmlformats.org/officeDocument/2006/relationships" type="ellipse" r:blip="">
                <dgm:adjLst/>
              </dgm:shape>
              <dgm:presOf/>
            </dgm:layoutNode>
            <dgm:layoutNode name="c17" styleLbl="node1">
              <dgm:alg type="sp"/>
              <dgm:shape xmlns:r="http://schemas.openxmlformats.org/officeDocument/2006/relationships" type="ellipse" r:blip="">
                <dgm:adjLst/>
              </dgm:shape>
              <dgm:presOf/>
            </dgm:layoutNode>
            <dgm:layoutNode name="c18" styleLbl="node1">
              <dgm:alg type="sp"/>
              <dgm:shape xmlns:r="http://schemas.openxmlformats.org/officeDocument/2006/relationships" type="ellipse" r:blip="">
                <dgm:adjLst/>
              </dgm:shape>
              <dgm:presOf/>
            </dgm:layoutNode>
          </dgm:layoutNode>
        </dgm:if>
        <dgm:if name="Name13" axis="self" ptType="node" func="revPos" op="equ" val="1">
          <dgm:layoutNode name="last">
            <dgm:alg type="composite"/>
            <dgm:shape xmlns:r="http://schemas.openxmlformats.org/officeDocument/2006/relationships" r:blip="">
              <dgm:adjLst/>
            </dgm:shape>
            <dgm:presOf/>
            <dgm:constrLst>
              <dgm:constr type="ctrX" for="ch" forName="circleTx" refType="w" fact="0.5"/>
              <dgm:constr type="t" for="ch" forName="circleTx" refType="w" fact="0.117"/>
              <dgm:constr type="w" for="ch" forName="circleTx" refType="h" refFor="ch" refForName="circleTx"/>
              <dgm:constr type="h" for="ch" forName="circleTx" refType="w" fact="0.85"/>
              <dgm:constr type="l" for="ch" forName="desTxN"/>
              <dgm:constr type="b" for="ch" forName="desTxN" refType="h"/>
              <dgm:constr type="w" for="ch" forName="desTxN" refType="w"/>
              <dgm:constr type="h" for="ch" forName="desTxN" refType="h" fact="0.37"/>
              <dgm:constr type="ctrX" for="ch" forName="spN" refType="w" fact="0.5"/>
              <dgm:constr type="t" for="ch" forName="spN"/>
              <dgm:constr type="w" for="ch" forName="spN" refType="w" fact="0.93"/>
              <dgm:constr type="h" for="ch" forName="spN" refType="h" fact="0.01"/>
            </dgm:constrLst>
            <dgm:layoutNode name="circleTx" styleLbl="node1">
              <dgm:alg type="tx"/>
              <dgm:shape xmlns:r="http://schemas.openxmlformats.org/officeDocument/2006/relationships" type="ellipse" r:blip="">
                <dgm:adjLst/>
              </dgm:shape>
              <dgm:presOf axis="self" ptType="node"/>
              <dgm:constrLst>
                <dgm:constr type="lMarg"/>
                <dgm:constr type="rMarg"/>
                <dgm:constr type="tMarg"/>
                <dgm:constr type="bMarg"/>
              </dgm:constrLst>
              <dgm:ruleLst>
                <dgm:rule type="primFontSz" val="5" fact="NaN" max="NaN"/>
              </dgm:ruleLst>
            </dgm:layoutNode>
            <dgm:choose name="Name14">
              <dgm:if name="Name15" axis="ch" ptType="node" func="cnt" op="gte" val="1">
                <dgm:layoutNode name="desTxN" styleLbl="revTx">
                  <dgm:varLst>
                    <dgm:bulletEnabled val="1"/>
                  </dgm:varLst>
                  <dgm:choose name="Name16">
                    <dgm:if name="Name17" axis="ch" ptType="node" func="cnt" op="equ" val="1">
                      <dgm:alg type="tx">
                        <dgm:param type="shpTxLTRAlignCh" val="l"/>
                      </dgm:alg>
                    </dgm:if>
                    <dgm:else name="Name18">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19"/>
            </dgm:choose>
            <dgm:layoutNode name="spN">
              <dgm:alg type="sp"/>
              <dgm:shape xmlns:r="http://schemas.openxmlformats.org/officeDocument/2006/relationships" r:blip="">
                <dgm:adjLst/>
              </dgm:shape>
              <dgm:presOf/>
            </dgm:layoutNode>
          </dgm:layoutNode>
        </dgm:if>
        <dgm:else name="Name20">
          <dgm:layoutNode name="middle">
            <dgm:alg type="composite"/>
            <dgm:shape xmlns:r="http://schemas.openxmlformats.org/officeDocument/2006/relationships" r:blip="">
              <dgm:adjLst/>
            </dgm:shape>
            <dgm:presOf/>
            <dgm:constrLst>
              <dgm:constr type="l" for="ch" forName="parTxMid"/>
              <dgm:constr type="t" for="ch" forName="parTxMid" refType="w" fact="0.167"/>
              <dgm:constr type="w" for="ch" forName="parTxMid" refType="w"/>
              <dgm:constr type="h" for="ch" forName="parTxMid" refType="w" fact="0.7"/>
              <dgm:constr type="l" for="ch" forName="desTxMid"/>
              <dgm:constr type="b" for="ch" forName="desTxMid" refType="h"/>
              <dgm:constr type="w" for="ch" forName="desTxMid" refType="w"/>
              <dgm:constr type="h" for="ch" forName="desTxMid" refType="h" fact="0.37"/>
              <dgm:constr type="ctrX" for="ch" forName="spMid" refType="w" fact="0.5"/>
              <dgm:constr type="t" for="ch" forName="spMid"/>
              <dgm:constr type="w" for="ch" forName="spMid" refType="w" fact="0.01"/>
              <dgm:constr type="h" for="ch" forName="spMid" refType="h" fact="0.01"/>
            </dgm:constrLst>
            <dgm:layoutNode name="parTxMid" styleLbl="revTx">
              <dgm:alg type="tx"/>
              <dgm:shape xmlns:r="http://schemas.openxmlformats.org/officeDocument/2006/relationships" type="rect" r:blip="">
                <dgm:adjLst/>
              </dgm:shape>
              <dgm:presOf axis="self"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21">
              <dgm:if name="Name22" axis="ch" ptType="node" func="cnt" op="gte" val="1">
                <dgm:layoutNode name="desTxMid" styleLbl="revTx">
                  <dgm:varLst>
                    <dgm:bulletEnabled val="1"/>
                  </dgm:varLst>
                  <dgm:choose name="Name23">
                    <dgm:if name="Name24" axis="ch" ptType="node" func="cnt" op="equ" val="1">
                      <dgm:alg type="tx">
                        <dgm:param type="shpTxLTRAlignCh" val="l"/>
                      </dgm:alg>
                    </dgm:if>
                    <dgm:else name="Name25">
                      <dgm:alg type="tx">
                        <dgm:param type="shpTxLTRAlignCh" val="l"/>
                        <dgm:param type="stBulletLvl" val="1"/>
                      </dgm:alg>
                    </dgm:else>
                  </dgm:choose>
                  <dgm:shape xmlns:r="http://schemas.openxmlformats.org/officeDocument/2006/relationships" type="rect" r:blip="">
                    <dgm:adjLst/>
                  </dgm:shape>
                  <dgm:presOf axis="des" ptType="node"/>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if>
              <dgm:else name="Name26"/>
            </dgm:choose>
            <dgm:layoutNode name="spMid">
              <dgm:alg type="sp"/>
              <dgm:shape xmlns:r="http://schemas.openxmlformats.org/officeDocument/2006/relationships" r:blip="">
                <dgm:adjLst/>
              </dgm:shape>
              <dgm:presOf/>
            </dgm:layoutNode>
          </dgm:layoutNode>
        </dgm:else>
      </dgm:choose>
      <dgm:forEach name="Name27" axis="followSib" ptType="sibTrans" cnt="1">
        <dgm:layoutNode name="chevronComposite1" styleLbl="alignImgPlace1">
          <dgm:alg type="composite"/>
          <dgm:shape xmlns:r="http://schemas.openxmlformats.org/officeDocument/2006/relationships" r:blip="">
            <dgm:adjLst/>
          </dgm:shape>
          <dgm:presOf/>
          <dgm:constrLst>
            <dgm:constr type="l" for="ch" forName="chevron1"/>
            <dgm:constr type="t" for="ch" forName="chevron1" refType="h" fact="0.1923"/>
            <dgm:constr type="w" for="ch" forName="chevron1" refType="w"/>
            <dgm:constr type="b" for="ch" forName="chevron1" refType="h"/>
            <dgm:constr type="l" for="ch" forName="spChevron1"/>
            <dgm:constr type="t" for="ch" forName="spChevron1"/>
            <dgm:constr type="w" for="ch" forName="spChevron1" refType="w" fact="0.01"/>
            <dgm:constr type="h" for="ch" forName="spChevron1" refType="h" fact="0.01"/>
          </dgm:constrLst>
          <dgm:layoutNode name="chevron1">
            <dgm:alg type="sp"/>
            <dgm:choose name="Name28">
              <dgm:if name="Name29" func="var" arg="dir" op="equ" val="norm">
                <dgm:shape xmlns:r="http://schemas.openxmlformats.org/officeDocument/2006/relationships" type="chevron" r:blip="">
                  <dgm:adjLst>
                    <dgm:adj idx="1" val="0.6231"/>
                  </dgm:adjLst>
                </dgm:shape>
              </dgm:if>
              <dgm:else name="Name30">
                <dgm:shape xmlns:r="http://schemas.openxmlformats.org/officeDocument/2006/relationships" rot="180" type="chevron" r:blip="">
                  <dgm:adjLst>
                    <dgm:adj idx="1" val="0.6231"/>
                  </dgm:adjLst>
                </dgm:shape>
              </dgm:else>
            </dgm:choose>
            <dgm:presOf/>
          </dgm:layoutNode>
          <dgm:layoutNode name="spChevron1">
            <dgm:alg type="sp"/>
            <dgm:shape xmlns:r="http://schemas.openxmlformats.org/officeDocument/2006/relationships" r:blip="">
              <dgm:adjLst/>
            </dgm:shape>
            <dgm:presOf/>
          </dgm:layoutNode>
        </dgm:layoutNode>
        <dgm:choose name="Name31">
          <dgm:if name="Name32" axis="root ch" ptType="all node" func="cnt" op="equ" val="2">
            <dgm:layoutNode name="overlap">
              <dgm:alg type="sp"/>
              <dgm:shape xmlns:r="http://schemas.openxmlformats.org/officeDocument/2006/relationships" r:blip="">
                <dgm:adjLst/>
              </dgm:shape>
              <dgm:presOf/>
            </dgm:layoutNode>
            <dgm:layoutNode name="chevronComposite2" styleLbl="alignImgPlace1">
              <dgm:alg type="composite"/>
              <dgm:shape xmlns:r="http://schemas.openxmlformats.org/officeDocument/2006/relationships" r:blip="">
                <dgm:adjLst/>
              </dgm:shape>
              <dgm:presOf/>
              <dgm:constrLst>
                <dgm:constr type="l" for="ch" forName="chevron2"/>
                <dgm:constr type="t" for="ch" forName="chevron2" refType="h" fact="0.1923"/>
                <dgm:constr type="w" for="ch" forName="chevron2" refType="w"/>
                <dgm:constr type="b" for="ch" forName="chevron2" refType="h"/>
                <dgm:constr type="l" for="ch" forName="spChevron2"/>
                <dgm:constr type="t" for="ch" forName="spChevron2"/>
                <dgm:constr type="w" for="ch" forName="spChevron2" refType="w" fact="0.01"/>
                <dgm:constr type="h" for="ch" forName="spChevron2" refType="h" fact="0.01"/>
              </dgm:constrLst>
              <dgm:layoutNode name="chevron2">
                <dgm:alg type="sp"/>
                <dgm:choose name="Name33">
                  <dgm:if name="Name34" func="var" arg="dir" op="equ" val="norm">
                    <dgm:shape xmlns:r="http://schemas.openxmlformats.org/officeDocument/2006/relationships" type="chevron" r:blip="">
                      <dgm:adjLst>
                        <dgm:adj idx="1" val="0.6231"/>
                      </dgm:adjLst>
                    </dgm:shape>
                  </dgm:if>
                  <dgm:else name="Name35">
                    <dgm:shape xmlns:r="http://schemas.openxmlformats.org/officeDocument/2006/relationships" rot="180" type="chevron" r:blip="">
                      <dgm:adjLst>
                        <dgm:adj idx="1" val="0.6231"/>
                      </dgm:adjLst>
                    </dgm:shape>
                  </dgm:else>
                </dgm:choose>
                <dgm:presOf/>
              </dgm:layoutNode>
              <dgm:layoutNode name="spChevron2">
                <dgm:alg type="sp"/>
                <dgm:shape xmlns:r="http://schemas.openxmlformats.org/officeDocument/2006/relationships" r:blip="">
                  <dgm:adjLst/>
                </dgm:shape>
                <dgm:presOf/>
              </dgm:layoutNode>
            </dgm:layoutNode>
          </dgm:if>
          <dgm:else name="Name36"/>
        </dgm:choos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cycle1">
  <dgm:title val=""/>
  <dgm:desc val=""/>
  <dgm:catLst>
    <dgm:cat type="cycle" pri="2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ycle">
    <dgm:varLst>
      <dgm:dir/>
      <dgm:resizeHandles val="exact"/>
    </dgm:varLst>
    <dgm:choose name="Name0">
      <dgm:if name="Name1" func="var" arg="dir" op="equ" val="norm">
        <dgm:alg type="cycle">
          <dgm:param type="stAng" val="0"/>
          <dgm:param type="spanAng" val="360"/>
        </dgm:alg>
      </dgm:if>
      <dgm:else name="Name2">
        <dgm:alg type="cycle">
          <dgm:param type="stAng" val="0"/>
          <dgm:param type="spanAng" val="-360"/>
        </dgm:alg>
      </dgm:else>
    </dgm:choose>
    <dgm:shape xmlns:r="http://schemas.openxmlformats.org/officeDocument/2006/relationships" r:blip="">
      <dgm:adjLst/>
    </dgm:shape>
    <dgm:presOf/>
    <dgm:choose name="Name3">
      <dgm:if name="Name4" func="var" arg="dir" op="equ" val="norm">
        <dgm:constrLst>
          <dgm:constr type="diam" val="1"/>
          <dgm:constr type="w" for="ch" forName="node" refType="w"/>
          <dgm:constr type="w" for="ch" ptType="sibTrans" refType="w" refFor="ch" refForName="node" fact="0.5"/>
          <dgm:constr type="h" for="ch" ptType="sibTrans" op="equ"/>
          <dgm:constr type="diam" for="ch" ptType="sibTrans" refType="diam" op="equ"/>
          <dgm:constr type="sibSp" refType="w" refFor="ch" refForName="node" fact="0.15"/>
          <dgm:constr type="w" for="ch" forName="dummy" refType="sibSp" fact="2.8"/>
          <dgm:constr type="primFontSz" for="ch" forName="node" op="equ" val="65"/>
        </dgm:constrLst>
      </dgm:if>
      <dgm:else name="Name5">
        <dgm:constrLst>
          <dgm:constr type="diam" val="1"/>
          <dgm:constr type="w" for="ch" forName="node" refType="w"/>
          <dgm:constr type="w" for="ch" ptType="sibTrans" refType="w" refFor="ch" refForName="node" fact="0.5"/>
          <dgm:constr type="h" for="ch" ptType="sibTrans" op="equ"/>
          <dgm:constr type="diam" for="ch" ptType="sibTrans" refType="diam" op="equ" fact="-1"/>
          <dgm:constr type="sibSp" refType="w" refFor="ch" refForName="node" fact="0.15"/>
          <dgm:constr type="w" for="ch" forName="dummy" refType="sibSp" fact="2.8"/>
          <dgm:constr type="primFontSz" for="ch" forName="node" op="equ" val="65"/>
        </dgm:constrLst>
      </dgm:else>
    </dgm:choose>
    <dgm:ruleLst>
      <dgm:rule type="diam" val="INF" fact="NaN" max="NaN"/>
    </dgm:ruleLst>
    <dgm:forEach name="nodesForEach" axis="ch" ptType="node">
      <dgm:choose name="Name6">
        <dgm:if name="Name7" axis="par ch" ptType="doc node" func="cnt" op="gt" val="1">
          <dgm:layoutNode name="dummy">
            <dgm:alg type="sp"/>
            <dgm:shape xmlns:r="http://schemas.openxmlformats.org/officeDocument/2006/relationships" r:blip="">
              <dgm:adjLst/>
            </dgm:shape>
            <dgm:presOf/>
            <dgm:constrLst>
              <dgm:constr type="h" refType="w"/>
            </dgm:constrLst>
            <dgm:ruleLst/>
          </dgm:layoutNode>
        </dgm:if>
        <dgm:else name="Name8"/>
      </dgm:choose>
      <dgm:layoutNode name="node" styleLbl="revTx">
        <dgm:varLst>
          <dgm:bulletEnabled val="1"/>
        </dgm:varLst>
        <dgm:alg type="tx">
          <dgm:param type="txAnchorVertCh" val="mid"/>
        </dgm:alg>
        <dgm:shape xmlns:r="http://schemas.openxmlformats.org/officeDocument/2006/relationships" type="rect" r:blip="">
          <dgm:adjLst/>
        </dgm:shape>
        <dgm:presOf axis="desOrSelf" ptType="node"/>
        <dgm:constrLst>
          <dgm:constr type="h" refType="w"/>
          <dgm:constr type="lMarg" refType="primFontSz" fact="0.1"/>
          <dgm:constr type="rMarg" refType="primFontSz" fact="0.1"/>
          <dgm:constr type="tMarg" refType="primFontSz" fact="0.1"/>
          <dgm:constr type="bMarg" refType="primFontSz" fact="0.1"/>
        </dgm:constrLst>
        <dgm:ruleLst>
          <dgm:rule type="primFontSz" val="5" fact="NaN" max="NaN"/>
        </dgm:ruleLst>
      </dgm:layoutNode>
      <dgm:choose name="Name9">
        <dgm:if name="Name10" axis="par ch" ptType="doc node" func="cnt" op="gt" val="1">
          <dgm:forEach name="Name11" axis="followSib" ptType="sibTrans" hideLastTrans="0" cnt="1">
            <dgm:layoutNode name="sibTrans" styleLbl="node1">
              <dgm:alg type="conn">
                <dgm:param type="connRout" val="curve"/>
                <dgm:param type="begPts" val="radial"/>
                <dgm:param type="endPts" val="radial"/>
              </dgm:alg>
              <dgm:shape xmlns:r="http://schemas.openxmlformats.org/officeDocument/2006/relationships" type="conn" r:blip="">
                <dgm:adjLst/>
              </dgm:shape>
              <dgm:presOf axis="self"/>
              <dgm:constrLst>
                <dgm:constr type="h" refType="w" fact="0.65"/>
                <dgm:constr type="begPad"/>
                <dgm:constr type="endPad"/>
              </dgm:constrLst>
              <dgm:ruleLst/>
            </dgm:layoutNode>
          </dgm:forEach>
        </dgm:if>
        <dgm:else name="Name12"/>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8.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1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3d4">
  <dgm:title val=""/>
  <dgm:desc val=""/>
  <dgm:catLst>
    <dgm:cat type="3D" pri="11400"/>
  </dgm:catLst>
  <dgm:scene3d>
    <a:camera prst="orthographicFront"/>
    <a:lightRig rig="threePt" dir="t"/>
  </dgm:scene3d>
  <dgm:styleLbl name="node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venn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chilly" dir="t"/>
    </dgm:scene3d>
    <dgm:sp3d prstMaterial="translucentPowder">
      <a:bevelT w="127000" h="25400" prst="softRound"/>
    </dgm:sp3d>
    <dgm:txPr/>
    <dgm:style>
      <a:lnRef idx="1">
        <a:scrgbClr r="0" g="0" b="0"/>
      </a:lnRef>
      <a:fillRef idx="1">
        <a:scrgbClr r="0" g="0" b="0"/>
      </a:fillRef>
      <a:effectRef idx="0">
        <a:scrgbClr r="0" g="0" b="0"/>
      </a:effectRef>
      <a:fontRef idx="minor">
        <a:schemeClr val="lt1"/>
      </a:fontRef>
    </dgm:style>
  </dgm:styleLbl>
  <dgm:styleLbl name="nod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node4">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fgImgPlace1">
    <dgm:scene3d>
      <a:camera prst="orthographicFront"/>
      <a:lightRig rig="chilly" dir="t"/>
    </dgm:scene3d>
    <dgm:sp3d z="12700" extrusionH="12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alignImgPlace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bgImgPlace1">
    <dgm:scene3d>
      <a:camera prst="orthographicFront"/>
      <a:lightRig rig="chilly" dir="t"/>
    </dgm:scene3d>
    <dgm:sp3d z="-257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chilly" dir="t"/>
    </dgm:scene3d>
    <dgm:sp3d z="-70000" extrusionH="1700" prstMaterial="translucentPowder">
      <a:bevelT w="25400" h="6350" prst="softRound"/>
      <a:bevelB w="0" h="0" prst="convex"/>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bgSibTrans2D1">
    <dgm:scene3d>
      <a:camera prst="orthographicFront"/>
      <a:lightRig rig="chilly" dir="t"/>
    </dgm:scene3d>
    <dgm:sp3d z="-25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sibTrans1D1">
    <dgm:scene3d>
      <a:camera prst="orthographicFront"/>
      <a:lightRig rig="chilly"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chilly"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1">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2">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asst3">
    <dgm:scene3d>
      <a:camera prst="orthographicFront"/>
      <a:lightRig rig="chilly" dir="t"/>
    </dgm:scene3d>
    <dgm:sp3d prstMaterial="translucentPowder">
      <a:bevelT w="127000" h="25400" prst="softRound"/>
    </dgm:sp3d>
    <dgm:txPr/>
    <dgm:style>
      <a:lnRef idx="0">
        <a:scrgbClr r="0" g="0" b="0"/>
      </a:lnRef>
      <a:fillRef idx="1">
        <a:scrgbClr r="0" g="0" b="0"/>
      </a:fillRef>
      <a:effectRef idx="0">
        <a:scrgbClr r="0" g="0" b="0"/>
      </a:effectRef>
      <a:fontRef idx="minor">
        <a:schemeClr val="lt1"/>
      </a:fontRef>
    </dgm:style>
  </dgm:styleLbl>
  <dgm:styleLbl name="parChTrans2D1">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2">
    <dgm:scene3d>
      <a:camera prst="orthographicFront"/>
      <a:lightRig rig="chilly" dir="t"/>
    </dgm:scene3d>
    <dgm:sp3d z="1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3">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2D4">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parChTrans1D1">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chilly" dir="t"/>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con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1">
    <dgm:scene3d>
      <a:camera prst="orthographicFront"/>
      <a:lightRig rig="chilly" dir="t"/>
    </dgm:scene3d>
    <dgm:sp3d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trAlignAcc1">
    <dgm:scene3d>
      <a:camera prst="orthographicFront"/>
      <a:lightRig rig="chilly" dir="t"/>
    </dgm:scene3d>
    <dgm:sp3d prstMaterial="dkEdge">
      <a:bevelT w="127000" h="25400"/>
    </dgm:sp3d>
    <dgm:txPr/>
    <dgm:style>
      <a:lnRef idx="1">
        <a:scrgbClr r="0" g="0" b="0"/>
      </a:lnRef>
      <a:fillRef idx="1">
        <a:scrgbClr r="0" g="0" b="0"/>
      </a:fillRef>
      <a:effectRef idx="0">
        <a:scrgbClr r="0" g="0" b="0"/>
      </a:effectRef>
      <a:fontRef idx="minor">
        <a:schemeClr val="lt1"/>
      </a:fontRef>
    </dgm:style>
  </dgm:styleLbl>
  <dgm:styleLbl name="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F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AlignAcc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solidBgAcc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chilly" dir="t"/>
    </dgm:scene3d>
    <dgm:sp3d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AccFollowNode1">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0">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2">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3">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fgAcc4">
    <dgm:scene3d>
      <a:camera prst="orthographicFront"/>
      <a:lightRig rig="chilly" dir="t"/>
    </dgm:scene3d>
    <dgm:sp3d z="12700" extrusionH="1700" prstMaterial="dkEdge">
      <a:bevelT w="25400" h="6350" prst="softRound"/>
      <a:bevelB w="0" h="0" prst="convex"/>
    </dgm:sp3d>
    <dgm:txPr/>
    <dgm:style>
      <a:lnRef idx="1">
        <a:scrgbClr r="0" g="0" b="0"/>
      </a:lnRef>
      <a:fillRef idx="1">
        <a:scrgbClr r="0" g="0" b="0"/>
      </a:fillRef>
      <a:effectRef idx="0">
        <a:scrgbClr r="0" g="0" b="0"/>
      </a:effectRef>
      <a:fontRef idx="minor"/>
    </dgm:style>
  </dgm:styleLbl>
  <dgm:styleLbl name="b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dkBgShp">
    <dgm:scene3d>
      <a:camera prst="orthographicFront"/>
      <a:lightRig rig="chilly" dir="t"/>
    </dgm:scene3d>
    <dgm:sp3d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trBgShp">
    <dgm:scene3d>
      <a:camera prst="orthographicFront"/>
      <a:lightRig rig="chilly"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chilly" dir="t"/>
    </dgm:scene3d>
    <dgm:sp3d z="12700" extrusionH="1700" prstMaterial="translucentPowder">
      <a:bevelT w="25400" h="6350" prst="softRound"/>
      <a:bevelB w="0" h="0" prst="convex"/>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3d3">
  <dgm:title val=""/>
  <dgm:desc val=""/>
  <dgm:catLst>
    <dgm:cat type="3D" pri="11300"/>
  </dgm:catLst>
  <dgm:scene3d>
    <a:camera prst="orthographicFront"/>
    <a:lightRig rig="threePt" dir="t"/>
  </dgm:scene3d>
  <dgm:styleLbl name="node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l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vennNode1">
    <dgm:scene3d>
      <a:camera prst="orthographicFront">
        <a:rot lat="0" lon="0" rev="0"/>
      </a:camera>
      <a:lightRig rig="contrasting" dir="t">
        <a:rot lat="0" lon="0" rev="1200000"/>
      </a:lightRig>
    </dgm:scene3d>
    <dgm:sp3d contourW="12700" prstMaterial="clear">
      <a:bevelT w="177800" h="254000"/>
      <a:bevelB w="152400"/>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2">
        <a:scrgbClr r="0" g="0" b="0"/>
      </a:effectRef>
      <a:fontRef idx="minor">
        <a:schemeClr val="lt1"/>
      </a:fontRef>
    </dgm:style>
  </dgm:styleLbl>
  <dgm:styleLbl name="node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node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f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alignImgPlace1">
    <dgm:scene3d>
      <a:camera prst="orthographicFront">
        <a:rot lat="0" lon="0" rev="0"/>
      </a:camera>
      <a:lightRig rig="contrasting" dir="t">
        <a:rot lat="0" lon="0" rev="1200000"/>
      </a:lightRig>
    </dgm:scene3d>
    <dgm:sp3d contourW="12700" prstMaterial="flat">
      <a:bevelT w="177800" h="254000"/>
      <a:bevelB w="152400"/>
    </dgm:sp3d>
    <dgm:txPr/>
    <dgm:style>
      <a:lnRef idx="0">
        <a:scrgbClr r="0" g="0" b="0"/>
      </a:lnRef>
      <a:fillRef idx="1">
        <a:scrgbClr r="0" g="0" b="0"/>
      </a:fillRef>
      <a:effectRef idx="1">
        <a:scrgbClr r="0" g="0" b="0"/>
      </a:effectRef>
      <a:fontRef idx="minor"/>
    </dgm:style>
  </dgm:styleLbl>
  <dgm:styleLbl name="bgImgPlac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sibTrans2D1">
    <dgm:scene3d>
      <a:camera prst="orthographicFront">
        <a:rot lat="0" lon="0" rev="0"/>
      </a:camera>
      <a:lightRig rig="contrasting" dir="t">
        <a:rot lat="0" lon="0" rev="1200000"/>
      </a:lightRig>
    </dgm:scene3d>
    <dgm:sp3d z="-182000" contourW="19050" prstMaterial="metal">
      <a:bevelT w="88900" h="203200"/>
      <a:bevelB w="165100" h="254000"/>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ibTrans2D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ibTrans1D1">
    <dgm:scene3d>
      <a:camera prst="orthographicFront">
        <a:rot lat="0" lon="0" rev="0"/>
      </a:camera>
      <a:lightRig rig="contrasting" dir="t">
        <a:rot lat="0" lon="0" rev="1200000"/>
      </a:lightRig>
    </dgm:scene3d>
    <dgm:sp3d z="-110000"/>
    <dgm:txPr/>
    <dgm:style>
      <a:lnRef idx="1">
        <a:scrgbClr r="0" g="0" b="0"/>
      </a:lnRef>
      <a:fillRef idx="0">
        <a:scrgbClr r="0" g="0" b="0"/>
      </a:fillRef>
      <a:effectRef idx="0">
        <a:scrgbClr r="0" g="0" b="0"/>
      </a:effectRef>
      <a:fontRef idx="minor"/>
    </dgm:style>
  </dgm:styleLbl>
  <dgm:styleLbl name="callout">
    <dgm:scene3d>
      <a:camera prst="orthographicFront">
        <a:rot lat="0" lon="0" rev="0"/>
      </a:camera>
      <a:lightRig rig="contrasting" dir="t">
        <a:rot lat="0" lon="0" rev="1200000"/>
      </a:lightRig>
    </dgm:scene3d>
    <dgm:sp3d z="10000"/>
    <dgm:txPr/>
    <dgm:style>
      <a:lnRef idx="2">
        <a:scrgbClr r="0" g="0" b="0"/>
      </a:lnRef>
      <a:fillRef idx="1">
        <a:scrgbClr r="0" g="0" b="0"/>
      </a:fillRef>
      <a:effectRef idx="0">
        <a:scrgbClr r="0" g="0" b="0"/>
      </a:effectRef>
      <a:fontRef idx="minor"/>
    </dgm:style>
  </dgm:styleLbl>
  <dgm:styleLbl name="asst0">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contourW="19050" prstMaterial="metal">
      <a:bevelT w="88900" h="203200"/>
      <a:bevelB w="165100" h="254000"/>
    </dgm:sp3d>
    <dgm:txPr/>
    <dgm:style>
      <a:lnRef idx="0">
        <a:scrgbClr r="0" g="0" b="0"/>
      </a:lnRef>
      <a:fillRef idx="1">
        <a:scrgbClr r="0" g="0" b="0"/>
      </a:fillRef>
      <a:effectRef idx="1">
        <a:scrgbClr r="0" g="0" b="0"/>
      </a:effectRef>
      <a:fontRef idx="minor">
        <a:schemeClr val="lt1"/>
      </a:fontRef>
    </dgm:style>
  </dgm:styleLbl>
  <dgm:styleLbl name="parChTrans2D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2">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3">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2D4">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parChTrans1D1">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rot lat="0" lon="0" rev="0"/>
      </a:camera>
      <a:lightRig rig="contrasting" dir="t">
        <a:rot lat="0" lon="0" rev="1200000"/>
      </a:lightRig>
    </dgm:scene3d>
    <dgm:sp3d z="-110000"/>
    <dgm:txPr/>
    <dgm:style>
      <a:lnRef idx="2">
        <a:scrgbClr r="0" g="0" b="0"/>
      </a:lnRef>
      <a:fillRef idx="0">
        <a:scrgbClr r="0" g="0" b="0"/>
      </a:fillRef>
      <a:effectRef idx="0">
        <a:scrgbClr r="0" g="0" b="0"/>
      </a:effectRef>
      <a:fontRef idx="minor"/>
    </dgm:style>
  </dgm:styleLbl>
  <dgm:styleLbl name="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conF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tr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1">
        <a:scrgbClr r="0" g="0" b="0"/>
      </a:effectRef>
      <a:fontRef idx="minor"/>
    </dgm:style>
  </dgm:styleLbl>
  <dgm:styleLbl name="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FgAcc1">
    <dgm:scene3d>
      <a:camera prst="orthographicFront">
        <a:rot lat="0" lon="0" rev="0"/>
      </a:camera>
      <a:lightRig rig="contrasting" dir="t">
        <a:rot lat="0" lon="0" rev="1200000"/>
      </a:lightRig>
    </dgm:scene3d>
    <dgm:sp3d z="300000" contourW="12700" prstMaterial="flat">
      <a:bevelT w="177800" h="254000"/>
      <a:bevelB w="152400"/>
    </dgm:sp3d>
    <dgm:txPr/>
    <dgm:style>
      <a:lnRef idx="0">
        <a:scrgbClr r="0" g="0" b="0"/>
      </a:lnRef>
      <a:fillRef idx="1">
        <a:scrgbClr r="0" g="0" b="0"/>
      </a:fillRef>
      <a:effectRef idx="0">
        <a:scrgbClr r="0" g="0" b="0"/>
      </a:effectRef>
      <a:fontRef idx="minor"/>
    </dgm:style>
  </dgm:styleLbl>
  <dgm:styleLbl name="solidAlignAcc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solidBgAcc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alignAccFollowNode1">
    <dgm:scene3d>
      <a:camera prst="orthographicFront">
        <a:rot lat="0" lon="0" rev="0"/>
      </a:camera>
      <a:lightRig rig="contrasting" dir="t">
        <a:rot lat="0" lon="0" rev="1200000"/>
      </a:lightRig>
    </dgm:scene3d>
    <dgm:sp3d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AccFollowNode1">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0">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2">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3">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fgAcc4">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bgShp">
    <dgm:scene3d>
      <a:camera prst="orthographicFront">
        <a:rot lat="0" lon="0" rev="0"/>
      </a:camera>
      <a:lightRig rig="contrasting" dir="t">
        <a:rot lat="0" lon="0" rev="1200000"/>
      </a:lightRig>
    </dgm:scene3d>
    <dgm:sp3d z="-300000" prstMaterial="plastic"/>
    <dgm:txPr/>
    <dgm:style>
      <a:lnRef idx="1">
        <a:scrgbClr r="0" g="0" b="0"/>
      </a:lnRef>
      <a:fillRef idx="1">
        <a:scrgbClr r="0" g="0" b="0"/>
      </a:fillRef>
      <a:effectRef idx="0">
        <a:scrgbClr r="0" g="0" b="0"/>
      </a:effectRef>
      <a:fontRef idx="minor"/>
    </dgm:style>
  </dgm:styleLbl>
  <dgm:styleLbl name="dkBgShp">
    <dgm:scene3d>
      <a:camera prst="orthographicFront">
        <a:rot lat="0" lon="0" rev="0"/>
      </a:camera>
      <a:lightRig rig="contrasting" dir="t">
        <a:rot lat="0" lon="0" rev="1200000"/>
      </a:lightRig>
    </dgm:scene3d>
    <dgm:sp3d contourW="12700" prstMaterial="flat">
      <a:bevelT w="100800" h="154000"/>
      <a:bevelB w="152400"/>
    </dgm:sp3d>
    <dgm:txPr/>
    <dgm:style>
      <a:lnRef idx="0">
        <a:scrgbClr r="0" g="0" b="0"/>
      </a:lnRef>
      <a:fillRef idx="1">
        <a:scrgbClr r="0" g="0" b="0"/>
      </a:fillRef>
      <a:effectRef idx="0">
        <a:scrgbClr r="0" g="0" b="0"/>
      </a:effectRef>
      <a:fontRef idx="minor"/>
    </dgm:style>
  </dgm:styleLbl>
  <dgm:styleLbl name="trBgShp">
    <dgm:scene3d>
      <a:camera prst="orthographicFront">
        <a:rot lat="0" lon="0" rev="0"/>
      </a:camera>
      <a:lightRig rig="contrasting" dir="t">
        <a:rot lat="0" lon="0" rev="1200000"/>
      </a:lightRig>
    </dgm:scene3d>
    <dgm:sp3d z="-152400" prstMaterial="matte"/>
    <dgm:txPr/>
    <dgm:style>
      <a:lnRef idx="1">
        <a:scrgbClr r="0" g="0" b="0"/>
      </a:lnRef>
      <a:fillRef idx="1">
        <a:scrgbClr r="0" g="0" b="0"/>
      </a:fillRef>
      <a:effectRef idx="0">
        <a:scrgbClr r="0" g="0" b="0"/>
      </a:effectRef>
      <a:fontRef idx="minor"/>
    </dgm:style>
  </dgm:styleLbl>
  <dgm:styleLbl name="fgShp">
    <dgm:scene3d>
      <a:camera prst="orthographicFront">
        <a:rot lat="0" lon="0" rev="0"/>
      </a:camera>
      <a:lightRig rig="contrasting" dir="t">
        <a:rot lat="0" lon="0" rev="1200000"/>
      </a:lightRig>
    </dgm:scene3d>
    <dgm:sp3d z="300000" contourW="19050" prstMaterial="metal">
      <a:bevelT w="88900" h="203200"/>
      <a:bevelB w="165100" h="254000"/>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1">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3d2">
  <dgm:title val=""/>
  <dgm:desc val=""/>
  <dgm:catLst>
    <dgm:cat type="3D" pri="11200"/>
  </dgm:catLst>
  <dgm:scene3d>
    <a:camera prst="orthographicFront"/>
    <a:lightRig rig="threePt" dir="t"/>
  </dgm:scene3d>
  <dgm:styleLbl name="node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a:rot lat="0" lon="0" rev="7500000"/>
      </a:lightRig>
    </dgm:scene3d>
    <dgm:sp3d prstMaterial="plastic">
      <a:bevelT w="127000" h="25400" prst="relaxedInset"/>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tx1"/>
      </a:fontRef>
    </dgm:style>
  </dgm:styleLbl>
  <dgm:styleLbl name="aling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dgm:style>
  </dgm:styleLbl>
  <dgm:styleLbl name="alignImgPlace1">
    <dgm:scene3d>
      <a:camera prst="orthographicFront"/>
      <a:lightRig rig="threePt" dir="t">
        <a:rot lat="0" lon="0" rev="7500000"/>
      </a:lightRig>
    </dgm:scene3d>
    <dgm:sp3d z="2540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bgImgPlace1">
    <dgm:scene3d>
      <a:camera prst="orthographicFront"/>
      <a:lightRig rig="threePt" dir="t">
        <a:rot lat="0" lon="0" rev="7500000"/>
      </a:lightRig>
    </dgm:scene3d>
    <dgm:sp3d z="-152400" extrusionH="63500" contourW="12700" prstMaterial="matte">
      <a:contourClr>
        <a:schemeClr val="lt1"/>
      </a:contourClr>
    </dgm:sp3d>
    <dgm:txPr/>
    <dgm:style>
      <a:lnRef idx="0">
        <a:scrgbClr r="0" g="0" b="0"/>
      </a:lnRef>
      <a:fillRef idx="1">
        <a:scrgbClr r="0" g="0" b="0"/>
      </a:fillRef>
      <a:effectRef idx="0">
        <a:scrgbClr r="0" g="0" b="0"/>
      </a:effectRef>
      <a:fontRef idx="minor"/>
    </dgm:style>
  </dgm:styleLbl>
  <dgm:styleLbl name="sibTrans2D1">
    <dgm:scene3d>
      <a:camera prst="orthographicFront"/>
      <a:lightRig rig="threePt" dir="t">
        <a:rot lat="0" lon="0" rev="7500000"/>
      </a:lightRig>
    </dgm:scene3d>
    <dgm:sp3d z="-700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f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bgSibTrans2D1">
    <dgm:scene3d>
      <a:camera prst="orthographicFront"/>
      <a:lightRig rig="threePt" dir="t">
        <a:rot lat="0" lon="0" rev="7500000"/>
      </a:lightRig>
    </dgm:scene3d>
    <dgm:sp3d z="-152400" extrusionH="63500" prstMaterial="matte">
      <a:bevelT w="25400" h="63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sibTrans1D1">
    <dgm:scene3d>
      <a:camera prst="orthographicFront"/>
      <a:lightRig rig="threePt" dir="t">
        <a:rot lat="0" lon="0" rev="7500000"/>
      </a:lightRig>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a:rot lat="0" lon="0" rev="7500000"/>
      </a:lightRig>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a:rot lat="0" lon="0" rev="7500000"/>
      </a:lightRig>
    </dgm:scene3d>
    <dgm:sp3d prstMaterial="plastic">
      <a:bevelT w="127000" h="25400" prst="relaxedInset"/>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parChTrans2D2">
    <dgm:scene3d>
      <a:camera prst="orthographicFront"/>
      <a:lightRig rig="threePt" dir="t">
        <a:rot lat="0" lon="0" rev="7500000"/>
      </a:lightRig>
    </dgm:scene3d>
    <dgm:sp3d extrusionH="63500" prstMaterial="matte">
      <a:bevelT w="50800" h="19050" prst="relaxedInset"/>
      <a:contourClr>
        <a:schemeClr val="bg1"/>
      </a:contourClr>
    </dgm:sp3d>
    <dgm:txPr/>
    <dgm:style>
      <a:lnRef idx="0">
        <a:scrgbClr r="0" g="0" b="0"/>
      </a:lnRef>
      <a:fillRef idx="1">
        <a:scrgbClr r="0" g="0" b="0"/>
      </a:fillRef>
      <a:effectRef idx="0">
        <a:scrgbClr r="0" g="0" b="0"/>
      </a:effectRef>
      <a:fontRef idx="minor">
        <a:schemeClr val="lt1"/>
      </a:fontRef>
    </dgm:style>
  </dgm:styleLbl>
  <dgm:styleLbl name="parChTrans2D3">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threePt" dir="t">
        <a:rot lat="0" lon="0" rev="7500000"/>
      </a:lightRig>
    </dgm:scene3d>
    <dgm:sp3d z="60000" prstMaterial="flat">
      <a:bevelT w="120900" h="88900"/>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a:rot lat="0" lon="0" rev="7500000"/>
      </a:lightRig>
    </dgm:scene3d>
    <dgm:sp3d z="-40000" prstMaterial="matte"/>
    <dgm:txPr/>
    <dgm:style>
      <a:lnRef idx="2">
        <a:scrgbClr r="0" g="0" b="0"/>
      </a:lnRef>
      <a:fillRef idx="0">
        <a:scrgbClr r="0" g="0" b="0"/>
      </a:fillRef>
      <a:effectRef idx="0">
        <a:scrgbClr r="0" g="0" b="0"/>
      </a:effectRef>
      <a:fontRef idx="minor"/>
    </dgm:style>
  </dgm:styleLbl>
  <dgm:styleLbl name="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a:rot lat="0" lon="0" rev="7500000"/>
      </a:lightRig>
    </dgm:scene3d>
    <dgm:sp3d z="152400" extrusionH="63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a:rot lat="0" lon="0" rev="7500000"/>
      </a:lightRig>
    </dgm:scene3d>
    <dgm:sp3d extrusionH="190500" prstMaterial="dkEdge">
      <a:bevelT w="135400" h="16350" prst="relaxedInset"/>
      <a:contourClr>
        <a:schemeClr val="bg1"/>
      </a:contourClr>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a:rot lat="0" lon="0" rev="7500000"/>
      </a:lightRig>
    </dgm:scene3d>
    <dgm:sp3d prstMaterial="plastic">
      <a:bevelT w="127000" h="35400"/>
    </dgm:sp3d>
    <dgm:txPr/>
    <dgm:style>
      <a:lnRef idx="1">
        <a:scrgbClr r="0" g="0" b="0"/>
      </a:lnRef>
      <a:fillRef idx="1">
        <a:scrgbClr r="0" g="0" b="0"/>
      </a:fillRef>
      <a:effectRef idx="2">
        <a:scrgbClr r="0" g="0" b="0"/>
      </a:effectRef>
      <a:fontRef idx="minor">
        <a:schemeClr val="lt1"/>
      </a:fontRef>
    </dgm:style>
  </dgm:styleLbl>
  <dgm:styleLbl name="bgAcc1">
    <dgm:scene3d>
      <a:camera prst="orthographicFront"/>
      <a:lightRig rig="threePt" dir="t">
        <a:rot lat="0" lon="0" rev="7500000"/>
      </a:lightRig>
    </dgm:scene3d>
    <dgm:sp3d z="-152400" extrusionH="63500" prstMaterial="dkEdge">
      <a:bevelT w="124450" h="16350" prst="relaxedInset"/>
      <a:contourClr>
        <a:schemeClr val="bg1"/>
      </a:contourClr>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a:rot lat="0" lon="0" rev="7500000"/>
      </a:lightRig>
    </dgm:scene3d>
    <dgm:sp3d z="152400" extrusionH="63500" prstMaterial="dkEdge">
      <a:bevelT w="120800" h="19050" prst="relaxedInset"/>
      <a:contourClr>
        <a:schemeClr val="bg1"/>
      </a:contourClr>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a:rot lat="0" lon="0" rev="7500000"/>
      </a:lightRig>
    </dgm:scene3d>
    <dgm:sp3d extrusionH="190500" prstMaterial="dkEdge">
      <a:bevelT w="120650" h="38100" prst="relaxedInset"/>
      <a:contourClr>
        <a:schemeClr val="bg1"/>
      </a:contourClr>
    </dgm:sp3d>
    <dgm:txPr/>
    <dgm:style>
      <a:lnRef idx="1">
        <a:scrgbClr r="0" g="0" b="0"/>
      </a:lnRef>
      <a:fillRef idx="1">
        <a:scrgbClr r="0" g="0" b="0"/>
      </a:fillRef>
      <a:effectRef idx="2">
        <a:scrgbClr r="0" g="0" b="0"/>
      </a:effectRef>
      <a:fontRef idx="minor"/>
    </dgm:style>
  </dgm:styleLbl>
  <dgm:styleLbl name="solidBgAcc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a:rot lat="0" lon="0" rev="7500000"/>
      </a:lightRig>
    </dgm:scene3d>
    <dgm:sp3d extrusionH="190500" prstMaterial="dkEdge">
      <a:bevelT w="120650" h="38100" prst="relaxedInset"/>
      <a:bevelB w="120650" h="57150" prst="relaxedInset"/>
      <a:contourClr>
        <a:schemeClr val="bg1"/>
      </a:contourClr>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a:rot lat="0" lon="0" rev="7500000"/>
      </a:lightRig>
    </dgm:scene3d>
    <dgm:sp3d z="-152400" extrusionH="63500" prstMaterial="dkEdge">
      <a:bevelT w="144450" h="36350" prst="relaxedInset"/>
      <a:contourClr>
        <a:schemeClr val="bg1"/>
      </a:contourClr>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a:rot lat="0" lon="0" rev="7500000"/>
      </a:lightRig>
    </dgm:scene3d>
    <dgm:sp3d z="152400" extrusionH="63500" prstMaterial="dkEdge">
      <a:bevelT w="125400" h="36350" prst="relaxedInset"/>
      <a:contourClr>
        <a:schemeClr val="bg1"/>
      </a:contourClr>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a:rot lat="0" lon="0" rev="7500000"/>
      </a:lightRig>
    </dgm:scene3d>
    <dgm:sp3d z="-152400" extrusionH="63500" prstMaterial="matte">
      <a:bevelT w="144450" h="6350" prst="relaxedInset"/>
      <a:contourClr>
        <a:schemeClr val="bg1"/>
      </a:contourClr>
    </dgm:sp3d>
    <dgm:txPr/>
    <dgm:style>
      <a:lnRef idx="0">
        <a:scrgbClr r="0" g="0" b="0"/>
      </a:lnRef>
      <a:fillRef idx="3">
        <a:scrgbClr r="0" g="0" b="0"/>
      </a:fillRef>
      <a:effectRef idx="0">
        <a:scrgbClr r="0" g="0" b="0"/>
      </a:effectRef>
      <a:fontRef idx="minor"/>
    </dgm:style>
  </dgm:styleLbl>
  <dgm:styleLbl name="dkBgShp">
    <dgm:scene3d>
      <a:camera prst="orthographicFront"/>
      <a:lightRig rig="threePt" dir="t">
        <a:rot lat="0" lon="0" rev="7500000"/>
      </a:lightRig>
    </dgm:scene3d>
    <dgm:sp3d prstMaterial="plastic">
      <a:bevelT w="127000" h="25400" prst="relaxedInset"/>
      <a:bevelB w="88900" h="121750" prst="angle"/>
    </dgm:sp3d>
    <dgm:txPr/>
    <dgm:style>
      <a:lnRef idx="0">
        <a:scrgbClr r="0" g="0" b="0"/>
      </a:lnRef>
      <a:fillRef idx="1">
        <a:scrgbClr r="0" g="0" b="0"/>
      </a:fillRef>
      <a:effectRef idx="2">
        <a:scrgbClr r="0" g="0" b="0"/>
      </a:effectRef>
      <a:fontRef idx="minor">
        <a:schemeClr val="lt1"/>
      </a:fontRef>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a:rot lat="0" lon="0" rev="7500000"/>
      </a:lightRig>
    </dgm:scene3d>
    <dgm:sp3d z="152400" extrusionH="63500" prstMaterial="matte">
      <a:bevelT w="50800" h="19050" prst="relaxedInset"/>
      <a:contourClr>
        <a:schemeClr val="bg1"/>
      </a:contourClr>
    </dgm:sp3d>
    <dgm:txPr/>
    <dgm:style>
      <a:lnRef idx="0">
        <a:scrgbClr r="0" g="0" b="0"/>
      </a:lnRef>
      <a:fillRef idx="1">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D1D1EADE-8E88-4C7C-8AC5-FB148DE4940E}" type="datetime1">
              <a:rPr lang="en-US" smtClean="0"/>
              <a:t>6/7/26</a:t>
            </a:fld>
            <a:endParaRPr lang="en-US"/>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31513882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691405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91988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6/7/26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8447725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6/7/26</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5495970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6/7/26</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2742136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F5318F62-D251-40E8-A23C-F4CFE9FEAB41}" type="datetime1">
              <a:rPr lang="en-US" smtClean="0"/>
              <a:t>6/7/26</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6705560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6/7/26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05326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6/7/26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218660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6/7/26</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4836740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3722310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3047330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08849541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443538401"/>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10197046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extLst>
      <p:ext uri="{BB962C8B-B14F-4D97-AF65-F5344CB8AC3E}">
        <p14:creationId xmlns:p14="http://schemas.microsoft.com/office/powerpoint/2010/main" val="20074470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6/7/26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2546236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31BA835-12AC-4E8F-955A-EA3F4DE2791F}" type="datetime1">
              <a:rPr lang="en-US" smtClean="0"/>
              <a:t>6/7/26</a:t>
            </a:fld>
            <a:endParaRPr lang="en-US"/>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057709167"/>
      </p:ext>
    </p:extLst>
  </p:cSld>
  <p:clrMap bg1="dk1" tx1="lt1" bg2="dk2" tx2="lt2" accent1="accent1" accent2="accent2" accent3="accent3" accent4="accent4" accent5="accent5" accent6="accent6" hlink="hlink" folHlink="folHlink"/>
  <p:sldLayoutIdLst>
    <p:sldLayoutId id="2147483766" r:id="rId1"/>
    <p:sldLayoutId id="2147483767" r:id="rId2"/>
    <p:sldLayoutId id="2147483768" r:id="rId3"/>
    <p:sldLayoutId id="2147483769" r:id="rId4"/>
    <p:sldLayoutId id="2147483770" r:id="rId5"/>
    <p:sldLayoutId id="2147483771" r:id="rId6"/>
    <p:sldLayoutId id="2147483772" r:id="rId7"/>
    <p:sldLayoutId id="2147483773" r:id="rId8"/>
    <p:sldLayoutId id="2147483774" r:id="rId9"/>
    <p:sldLayoutId id="2147483775" r:id="rId10"/>
    <p:sldLayoutId id="2147483776" r:id="rId11"/>
    <p:sldLayoutId id="2147483777" r:id="rId12"/>
    <p:sldLayoutId id="2147483778" r:id="rId13"/>
    <p:sldLayoutId id="2147483779" r:id="rId14"/>
    <p:sldLayoutId id="2147483780" r:id="rId15"/>
    <p:sldLayoutId id="2147483781" r:id="rId16"/>
    <p:sldLayoutId id="2147483782" r:id="rId17"/>
  </p:sldLayoutIdLst>
  <p:hf sldNum="0" hdr="0" ftr="0" dt="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Data" Target="../diagrams/data2.xml"/><Relationship Id="rId13" Type="http://schemas.openxmlformats.org/officeDocument/2006/relationships/diagramData" Target="../diagrams/data3.xml"/><Relationship Id="rId3" Type="http://schemas.openxmlformats.org/officeDocument/2006/relationships/diagramLayout" Target="../diagrams/layout1.xml"/><Relationship Id="rId7" Type="http://schemas.openxmlformats.org/officeDocument/2006/relationships/image" Target="../media/image5.jpeg"/><Relationship Id="rId12" Type="http://schemas.microsoft.com/office/2007/relationships/diagramDrawing" Target="../diagrams/drawing2.xml"/><Relationship Id="rId17" Type="http://schemas.microsoft.com/office/2007/relationships/diagramDrawing" Target="../diagrams/drawing3.xml"/><Relationship Id="rId2" Type="http://schemas.openxmlformats.org/officeDocument/2006/relationships/diagramData" Target="../diagrams/data1.xml"/><Relationship Id="rId16" Type="http://schemas.openxmlformats.org/officeDocument/2006/relationships/diagramColors" Target="../diagrams/colors3.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diagramColors" Target="../diagrams/colors2.xml"/><Relationship Id="rId5" Type="http://schemas.openxmlformats.org/officeDocument/2006/relationships/diagramColors" Target="../diagrams/colors1.xml"/><Relationship Id="rId15" Type="http://schemas.openxmlformats.org/officeDocument/2006/relationships/diagramQuickStyle" Target="../diagrams/quickStyle3.xml"/><Relationship Id="rId10" Type="http://schemas.openxmlformats.org/officeDocument/2006/relationships/diagramQuickStyle" Target="../diagrams/quickStyle2.xml"/><Relationship Id="rId4" Type="http://schemas.openxmlformats.org/officeDocument/2006/relationships/diagramQuickStyle" Target="../diagrams/quickStyle1.xml"/><Relationship Id="rId9" Type="http://schemas.openxmlformats.org/officeDocument/2006/relationships/diagramLayout" Target="../diagrams/layout2.xml"/><Relationship Id="rId14" Type="http://schemas.openxmlformats.org/officeDocument/2006/relationships/diagramLayout" Target="../diagrams/layout3.xml"/></Relationships>
</file>

<file path=ppt/slides/_rels/slide3.xml.rels><?xml version="1.0" encoding="UTF-8" standalone="yes"?>
<Relationships xmlns="http://schemas.openxmlformats.org/package/2006/relationships"><Relationship Id="rId8" Type="http://schemas.openxmlformats.org/officeDocument/2006/relationships/diagramData" Target="../diagrams/data5.xml"/><Relationship Id="rId3" Type="http://schemas.openxmlformats.org/officeDocument/2006/relationships/diagramLayout" Target="../diagrams/layout4.xml"/><Relationship Id="rId7" Type="http://schemas.openxmlformats.org/officeDocument/2006/relationships/image" Target="../media/image6.jpeg"/><Relationship Id="rId12" Type="http://schemas.microsoft.com/office/2007/relationships/diagramDrawing" Target="../diagrams/drawing5.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11" Type="http://schemas.openxmlformats.org/officeDocument/2006/relationships/diagramColors" Target="../diagrams/colors5.xml"/><Relationship Id="rId5" Type="http://schemas.openxmlformats.org/officeDocument/2006/relationships/diagramColors" Target="../diagrams/colors4.xml"/><Relationship Id="rId10" Type="http://schemas.openxmlformats.org/officeDocument/2006/relationships/diagramQuickStyle" Target="../diagrams/quickStyle5.xml"/><Relationship Id="rId4" Type="http://schemas.openxmlformats.org/officeDocument/2006/relationships/diagramQuickStyle" Target="../diagrams/quickStyle4.xml"/><Relationship Id="rId9" Type="http://schemas.openxmlformats.org/officeDocument/2006/relationships/diagramLayout" Target="../diagrams/layout5.xml"/></Relationships>
</file>

<file path=ppt/slides/_rels/slide4.xml.rels><?xml version="1.0" encoding="UTF-8" standalone="yes"?>
<Relationships xmlns="http://schemas.openxmlformats.org/package/2006/relationships"><Relationship Id="rId8" Type="http://schemas.microsoft.com/office/2007/relationships/diagramDrawing" Target="../diagrams/drawing6.xml"/><Relationship Id="rId13" Type="http://schemas.openxmlformats.org/officeDocument/2006/relationships/diagramColors" Target="../diagrams/colors7.xml"/><Relationship Id="rId3" Type="http://schemas.openxmlformats.org/officeDocument/2006/relationships/image" Target="../media/image3.png"/><Relationship Id="rId7" Type="http://schemas.openxmlformats.org/officeDocument/2006/relationships/diagramColors" Target="../diagrams/colors6.xml"/><Relationship Id="rId12" Type="http://schemas.openxmlformats.org/officeDocument/2006/relationships/diagramQuickStyle" Target="../diagrams/quickStyle7.xml"/><Relationship Id="rId2" Type="http://schemas.openxmlformats.org/officeDocument/2006/relationships/image" Target="../media/image1.jpeg"/><Relationship Id="rId1" Type="http://schemas.openxmlformats.org/officeDocument/2006/relationships/slideLayout" Target="../slideLayouts/slideLayout4.xml"/><Relationship Id="rId6" Type="http://schemas.openxmlformats.org/officeDocument/2006/relationships/diagramQuickStyle" Target="../diagrams/quickStyle6.xml"/><Relationship Id="rId11" Type="http://schemas.openxmlformats.org/officeDocument/2006/relationships/diagramLayout" Target="../diagrams/layout7.xml"/><Relationship Id="rId5" Type="http://schemas.openxmlformats.org/officeDocument/2006/relationships/diagramLayout" Target="../diagrams/layout6.xml"/><Relationship Id="rId10" Type="http://schemas.openxmlformats.org/officeDocument/2006/relationships/diagramData" Target="../diagrams/data7.xml"/><Relationship Id="rId4" Type="http://schemas.openxmlformats.org/officeDocument/2006/relationships/diagramData" Target="../diagrams/data6.xml"/><Relationship Id="rId9" Type="http://schemas.openxmlformats.org/officeDocument/2006/relationships/image" Target="../media/image7.jpeg"/><Relationship Id="rId14" Type="http://schemas.microsoft.com/office/2007/relationships/diagramDrawing" Target="../diagrams/drawing7.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9.xml"/><Relationship Id="rId3" Type="http://schemas.openxmlformats.org/officeDocument/2006/relationships/diagramLayout" Target="../diagrams/layout8.xml"/><Relationship Id="rId7" Type="http://schemas.openxmlformats.org/officeDocument/2006/relationships/diagramData" Target="../diagrams/data9.xml"/><Relationship Id="rId2" Type="http://schemas.openxmlformats.org/officeDocument/2006/relationships/diagramData" Target="../diagrams/data8.xml"/><Relationship Id="rId1" Type="http://schemas.openxmlformats.org/officeDocument/2006/relationships/slideLayout" Target="../slideLayouts/slideLayout2.xml"/><Relationship Id="rId6" Type="http://schemas.microsoft.com/office/2007/relationships/diagramDrawing" Target="../diagrams/drawing8.xml"/><Relationship Id="rId11" Type="http://schemas.microsoft.com/office/2007/relationships/diagramDrawing" Target="../diagrams/drawing9.xml"/><Relationship Id="rId5" Type="http://schemas.openxmlformats.org/officeDocument/2006/relationships/diagramColors" Target="../diagrams/colors8.xml"/><Relationship Id="rId10" Type="http://schemas.openxmlformats.org/officeDocument/2006/relationships/diagramColors" Target="../diagrams/colors9.xml"/><Relationship Id="rId4" Type="http://schemas.openxmlformats.org/officeDocument/2006/relationships/diagramQuickStyle" Target="../diagrams/quickStyle8.xml"/><Relationship Id="rId9" Type="http://schemas.openxmlformats.org/officeDocument/2006/relationships/diagramQuickStyle" Target="../diagrams/quickStyle9.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11.xml"/><Relationship Id="rId3" Type="http://schemas.openxmlformats.org/officeDocument/2006/relationships/diagramLayout" Target="../diagrams/layout10.xml"/><Relationship Id="rId7" Type="http://schemas.openxmlformats.org/officeDocument/2006/relationships/diagramData" Target="../diagrams/data11.xml"/><Relationship Id="rId2" Type="http://schemas.openxmlformats.org/officeDocument/2006/relationships/diagramData" Target="../diagrams/data10.xml"/><Relationship Id="rId1" Type="http://schemas.openxmlformats.org/officeDocument/2006/relationships/slideLayout" Target="../slideLayouts/slideLayout2.xml"/><Relationship Id="rId6" Type="http://schemas.microsoft.com/office/2007/relationships/diagramDrawing" Target="../diagrams/drawing10.xml"/><Relationship Id="rId11" Type="http://schemas.microsoft.com/office/2007/relationships/diagramDrawing" Target="../diagrams/drawing11.xml"/><Relationship Id="rId5" Type="http://schemas.openxmlformats.org/officeDocument/2006/relationships/diagramColors" Target="../diagrams/colors10.xml"/><Relationship Id="rId10" Type="http://schemas.openxmlformats.org/officeDocument/2006/relationships/diagramColors" Target="../diagrams/colors11.xml"/><Relationship Id="rId4" Type="http://schemas.openxmlformats.org/officeDocument/2006/relationships/diagramQuickStyle" Target="../diagrams/quickStyle10.xml"/><Relationship Id="rId9" Type="http://schemas.openxmlformats.org/officeDocument/2006/relationships/diagramQuickStyle" Target="../diagrams/quickStyle11.xml"/></Relationships>
</file>

<file path=ppt/slides/_rels/slide7.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8.svg"/><Relationship Id="rId7" Type="http://schemas.openxmlformats.org/officeDocument/2006/relationships/diagramColors" Target="../diagrams/colors12.xml"/><Relationship Id="rId2" Type="http://schemas.openxmlformats.org/officeDocument/2006/relationships/image" Target="../media/image3.png"/><Relationship Id="rId1" Type="http://schemas.openxmlformats.org/officeDocument/2006/relationships/slideLayout" Target="../slideLayouts/slideLayout7.xml"/><Relationship Id="rId6" Type="http://schemas.openxmlformats.org/officeDocument/2006/relationships/diagramQuickStyle" Target="../diagrams/quickStyle12.xml"/><Relationship Id="rId5" Type="http://schemas.openxmlformats.org/officeDocument/2006/relationships/diagramLayout" Target="../diagrams/layout12.xml"/><Relationship Id="rId4" Type="http://schemas.openxmlformats.org/officeDocument/2006/relationships/diagramData" Target="../diagrams/data12.xml"/></Relationships>
</file>

<file path=ppt/slides/_rels/slide8.xml.rels><?xml version="1.0" encoding="UTF-8" standalone="yes"?>
<Relationships xmlns="http://schemas.openxmlformats.org/package/2006/relationships"><Relationship Id="rId8" Type="http://schemas.openxmlformats.org/officeDocument/2006/relationships/diagramLayout" Target="../diagrams/layout14.xml"/><Relationship Id="rId3" Type="http://schemas.openxmlformats.org/officeDocument/2006/relationships/diagramLayout" Target="../diagrams/layout13.xml"/><Relationship Id="rId7" Type="http://schemas.openxmlformats.org/officeDocument/2006/relationships/diagramData" Target="../diagrams/data14.xml"/><Relationship Id="rId2" Type="http://schemas.openxmlformats.org/officeDocument/2006/relationships/diagramData" Target="../diagrams/data13.xml"/><Relationship Id="rId1" Type="http://schemas.openxmlformats.org/officeDocument/2006/relationships/slideLayout" Target="../slideLayouts/slideLayout2.xml"/><Relationship Id="rId6" Type="http://schemas.microsoft.com/office/2007/relationships/diagramDrawing" Target="../diagrams/drawing13.xml"/><Relationship Id="rId11" Type="http://schemas.microsoft.com/office/2007/relationships/diagramDrawing" Target="../diagrams/drawing14.xml"/><Relationship Id="rId5" Type="http://schemas.openxmlformats.org/officeDocument/2006/relationships/diagramColors" Target="../diagrams/colors13.xml"/><Relationship Id="rId10" Type="http://schemas.openxmlformats.org/officeDocument/2006/relationships/diagramColors" Target="../diagrams/colors14.xml"/><Relationship Id="rId4" Type="http://schemas.openxmlformats.org/officeDocument/2006/relationships/diagramQuickStyle" Target="../diagrams/quickStyle13.xml"/><Relationship Id="rId9" Type="http://schemas.openxmlformats.org/officeDocument/2006/relationships/diagramQuickStyle" Target="../diagrams/quickStyle14.xml"/></Relationships>
</file>

<file path=ppt/slides/_rels/slide9.xml.rels><?xml version="1.0" encoding="UTF-8" standalone="yes"?>
<Relationships xmlns="http://schemas.openxmlformats.org/package/2006/relationships"><Relationship Id="rId8" Type="http://schemas.openxmlformats.org/officeDocument/2006/relationships/diagramLayout" Target="../diagrams/layout16.xml"/><Relationship Id="rId3" Type="http://schemas.openxmlformats.org/officeDocument/2006/relationships/diagramLayout" Target="../diagrams/layout15.xml"/><Relationship Id="rId7" Type="http://schemas.openxmlformats.org/officeDocument/2006/relationships/diagramData" Target="../diagrams/data16.xml"/><Relationship Id="rId2" Type="http://schemas.openxmlformats.org/officeDocument/2006/relationships/diagramData" Target="../diagrams/data15.xml"/><Relationship Id="rId1" Type="http://schemas.openxmlformats.org/officeDocument/2006/relationships/slideLayout" Target="../slideLayouts/slideLayout2.xml"/><Relationship Id="rId6" Type="http://schemas.microsoft.com/office/2007/relationships/diagramDrawing" Target="../diagrams/drawing15.xml"/><Relationship Id="rId11" Type="http://schemas.microsoft.com/office/2007/relationships/diagramDrawing" Target="../diagrams/drawing16.xml"/><Relationship Id="rId5" Type="http://schemas.openxmlformats.org/officeDocument/2006/relationships/diagramColors" Target="../diagrams/colors15.xml"/><Relationship Id="rId10" Type="http://schemas.openxmlformats.org/officeDocument/2006/relationships/diagramColors" Target="../diagrams/colors16.xml"/><Relationship Id="rId4" Type="http://schemas.openxmlformats.org/officeDocument/2006/relationships/diagramQuickStyle" Target="../diagrams/quickStyle15.xml"/><Relationship Id="rId9" Type="http://schemas.openxmlformats.org/officeDocument/2006/relationships/diagramQuickStyle" Target="../diagrams/quickStyle16.xml"/></Relationships>
</file>

<file path=ppt/slides/_rels/slide10.xml.rels><?xml version="1.0" encoding="UTF-8" standalone="yes"?>
<Relationships xmlns="http://schemas.openxmlformats.org/package/2006/relationships"><Relationship Id="rId8" Type="http://schemas.openxmlformats.org/officeDocument/2006/relationships/diagramLayout" Target="../diagrams/layout18.xml"/><Relationship Id="rId13" Type="http://schemas.openxmlformats.org/officeDocument/2006/relationships/diagramLayout" Target="../diagrams/layout19.xml"/><Relationship Id="rId3" Type="http://schemas.openxmlformats.org/officeDocument/2006/relationships/diagramLayout" Target="../diagrams/layout17.xml"/><Relationship Id="rId7" Type="http://schemas.openxmlformats.org/officeDocument/2006/relationships/diagramData" Target="../diagrams/data18.xml"/><Relationship Id="rId12" Type="http://schemas.openxmlformats.org/officeDocument/2006/relationships/diagramData" Target="../diagrams/data19.xml"/><Relationship Id="rId2" Type="http://schemas.openxmlformats.org/officeDocument/2006/relationships/diagramData" Target="../diagrams/data17.xml"/><Relationship Id="rId16" Type="http://schemas.microsoft.com/office/2007/relationships/diagramDrawing" Target="../diagrams/drawing19.xml"/><Relationship Id="rId1" Type="http://schemas.openxmlformats.org/officeDocument/2006/relationships/slideLayout" Target="../slideLayouts/slideLayout2.xml"/><Relationship Id="rId6" Type="http://schemas.microsoft.com/office/2007/relationships/diagramDrawing" Target="../diagrams/drawing17.xml"/><Relationship Id="rId11" Type="http://schemas.microsoft.com/office/2007/relationships/diagramDrawing" Target="../diagrams/drawing18.xml"/><Relationship Id="rId5" Type="http://schemas.openxmlformats.org/officeDocument/2006/relationships/diagramColors" Target="../diagrams/colors17.xml"/><Relationship Id="rId15" Type="http://schemas.openxmlformats.org/officeDocument/2006/relationships/diagramColors" Target="../diagrams/colors19.xml"/><Relationship Id="rId10" Type="http://schemas.openxmlformats.org/officeDocument/2006/relationships/diagramColors" Target="../diagrams/colors18.xml"/><Relationship Id="rId4" Type="http://schemas.openxmlformats.org/officeDocument/2006/relationships/diagramQuickStyle" Target="../diagrams/quickStyle17.xml"/><Relationship Id="rId9" Type="http://schemas.openxmlformats.org/officeDocument/2006/relationships/diagramQuickStyle" Target="../diagrams/quickStyle18.xml"/><Relationship Id="rId14" Type="http://schemas.openxmlformats.org/officeDocument/2006/relationships/diagramQuickStyle" Target="../diagrams/quickStyle19.xml"/></Relationships>
</file>

<file path=ppt/slides/_rels/slide11.xml.rels><?xml version="1.0" encoding="UTF-8" standalone="yes"?>
<Relationships xmlns="http://schemas.openxmlformats.org/package/2006/relationships"><Relationship Id="rId8" Type="http://schemas.openxmlformats.org/officeDocument/2006/relationships/diagramLayout" Target="../diagrams/layout21.xml"/><Relationship Id="rId3" Type="http://schemas.openxmlformats.org/officeDocument/2006/relationships/diagramLayout" Target="../diagrams/layout20.xml"/><Relationship Id="rId7" Type="http://schemas.openxmlformats.org/officeDocument/2006/relationships/diagramData" Target="../diagrams/data21.xml"/><Relationship Id="rId2" Type="http://schemas.openxmlformats.org/officeDocument/2006/relationships/diagramData" Target="../diagrams/data20.xml"/><Relationship Id="rId1" Type="http://schemas.openxmlformats.org/officeDocument/2006/relationships/slideLayout" Target="../slideLayouts/slideLayout2.xml"/><Relationship Id="rId6" Type="http://schemas.microsoft.com/office/2007/relationships/diagramDrawing" Target="../diagrams/drawing20.xml"/><Relationship Id="rId11" Type="http://schemas.microsoft.com/office/2007/relationships/diagramDrawing" Target="../diagrams/drawing21.xml"/><Relationship Id="rId5" Type="http://schemas.openxmlformats.org/officeDocument/2006/relationships/diagramColors" Target="../diagrams/colors20.xml"/><Relationship Id="rId10" Type="http://schemas.openxmlformats.org/officeDocument/2006/relationships/diagramColors" Target="../diagrams/colors21.xml"/><Relationship Id="rId4" Type="http://schemas.openxmlformats.org/officeDocument/2006/relationships/diagramQuickStyle" Target="../diagrams/quickStyle20.xml"/><Relationship Id="rId9" Type="http://schemas.openxmlformats.org/officeDocument/2006/relationships/diagramQuickStyle" Target="../diagrams/quickStyle2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Close-up of illuminated circuit board">
            <a:extLst>
              <a:ext uri="{FF2B5EF4-FFF2-40B4-BE49-F238E27FC236}">
                <a16:creationId xmlns:a16="http://schemas.microsoft.com/office/drawing/2014/main" id="{2DD8D9E9-3A79-16BA-8F23-09246ECBD7E0}"/>
              </a:ext>
            </a:extLst>
          </p:cNvPr>
          <p:cNvPicPr>
            <a:picLocks noChangeAspect="1"/>
          </p:cNvPicPr>
          <p:nvPr/>
        </p:nvPicPr>
        <p:blipFill>
          <a:blip r:embed="rId2"/>
          <a:srcRect b="21329"/>
          <a:stretch>
            <a:fillRect/>
          </a:stretch>
        </p:blipFill>
        <p:spPr>
          <a:xfrm>
            <a:off x="21" y="265186"/>
            <a:ext cx="12191979" cy="6857990"/>
          </a:xfrm>
          <a:prstGeom prst="rect">
            <a:avLst/>
          </a:prstGeom>
        </p:spPr>
      </p:pic>
      <p:sp>
        <p:nvSpPr>
          <p:cNvPr id="2" name="Title 1">
            <a:extLst>
              <a:ext uri="{FF2B5EF4-FFF2-40B4-BE49-F238E27FC236}">
                <a16:creationId xmlns:a16="http://schemas.microsoft.com/office/drawing/2014/main" id="{B7AE2172-1037-BCC1-D59D-05B7994D2064}"/>
              </a:ext>
            </a:extLst>
          </p:cNvPr>
          <p:cNvSpPr>
            <a:spLocks noGrp="1"/>
          </p:cNvSpPr>
          <p:nvPr>
            <p:ph type="ctrTitle"/>
          </p:nvPr>
        </p:nvSpPr>
        <p:spPr>
          <a:xfrm>
            <a:off x="6391656" y="1028393"/>
            <a:ext cx="5508960" cy="3119063"/>
          </a:xfrm>
        </p:spPr>
        <p:txBody>
          <a:bodyPr anchor="t">
            <a:normAutofit/>
          </a:bodyPr>
          <a:lstStyle/>
          <a:p>
            <a:r>
              <a:rPr lang="en-US" sz="6000" dirty="0"/>
              <a:t>The Technology Value Stream</a:t>
            </a:r>
          </a:p>
        </p:txBody>
      </p:sp>
      <p:sp>
        <p:nvSpPr>
          <p:cNvPr id="3" name="Subtitle 2">
            <a:extLst>
              <a:ext uri="{FF2B5EF4-FFF2-40B4-BE49-F238E27FC236}">
                <a16:creationId xmlns:a16="http://schemas.microsoft.com/office/drawing/2014/main" id="{9B0A6FB0-EC21-43A1-4954-5637DDD7002F}"/>
              </a:ext>
            </a:extLst>
          </p:cNvPr>
          <p:cNvSpPr>
            <a:spLocks noGrp="1"/>
          </p:cNvSpPr>
          <p:nvPr>
            <p:ph type="subTitle" idx="1"/>
          </p:nvPr>
        </p:nvSpPr>
        <p:spPr>
          <a:xfrm>
            <a:off x="7145736" y="4408844"/>
            <a:ext cx="4754880" cy="1003638"/>
          </a:xfrm>
        </p:spPr>
        <p:txBody>
          <a:bodyPr anchor="b">
            <a:normAutofit/>
          </a:bodyPr>
          <a:lstStyle/>
          <a:p>
            <a:r>
              <a:rPr lang="en-US" sz="2200" dirty="0"/>
              <a:t>From Business Hypothesis to Working Software in Production</a:t>
            </a:r>
          </a:p>
          <a:p>
            <a:endParaRPr lang="en-US" sz="2200" dirty="0"/>
          </a:p>
        </p:txBody>
      </p:sp>
      <p:sp>
        <p:nvSpPr>
          <p:cNvPr id="5" name="TextBox 4">
            <a:extLst>
              <a:ext uri="{FF2B5EF4-FFF2-40B4-BE49-F238E27FC236}">
                <a16:creationId xmlns:a16="http://schemas.microsoft.com/office/drawing/2014/main" id="{126DF1F7-6B91-515B-4C96-C77C457DAA31}"/>
              </a:ext>
            </a:extLst>
          </p:cNvPr>
          <p:cNvSpPr txBox="1"/>
          <p:nvPr/>
        </p:nvSpPr>
        <p:spPr>
          <a:xfrm>
            <a:off x="6970943" y="5304538"/>
            <a:ext cx="4929673" cy="738664"/>
          </a:xfrm>
          <a:prstGeom prst="rect">
            <a:avLst/>
          </a:prstGeom>
          <a:noFill/>
        </p:spPr>
        <p:txBody>
          <a:bodyPr wrap="square" rtlCol="0">
            <a:spAutoFit/>
          </a:bodyPr>
          <a:lstStyle/>
          <a:p>
            <a:pPr algn="r"/>
            <a:r>
              <a:rPr lang="en-US" sz="1400" dirty="0"/>
              <a:t>Presentation By: Robert Breuztmann</a:t>
            </a:r>
          </a:p>
          <a:p>
            <a:pPr algn="r"/>
            <a:r>
              <a:rPr lang="en-US" sz="1400" dirty="0"/>
              <a:t>For: CSD 380 – Dev Ops</a:t>
            </a:r>
          </a:p>
          <a:p>
            <a:pPr algn="r"/>
            <a:r>
              <a:rPr lang="en-US" sz="1400" dirty="0"/>
              <a:t>Assignment 1.2: Due June 7</a:t>
            </a:r>
            <a:r>
              <a:rPr lang="en-US" sz="1400" baseline="30000" dirty="0"/>
              <a:t>th</a:t>
            </a:r>
            <a:r>
              <a:rPr lang="en-US" sz="1400" dirty="0"/>
              <a:t>, 2026</a:t>
            </a:r>
          </a:p>
        </p:txBody>
      </p:sp>
    </p:spTree>
    <p:extLst>
      <p:ext uri="{BB962C8B-B14F-4D97-AF65-F5344CB8AC3E}">
        <p14:creationId xmlns:p14="http://schemas.microsoft.com/office/powerpoint/2010/main" val="282519227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077EB94E-186D-98EE-4C33-C066E7957699}"/>
              </a:ext>
            </a:extLst>
          </p:cNvPr>
          <p:cNvGraphicFramePr/>
          <p:nvPr>
            <p:extLst>
              <p:ext uri="{D42A27DB-BD31-4B8C-83A1-F6EECF244321}">
                <p14:modId xmlns:p14="http://schemas.microsoft.com/office/powerpoint/2010/main" val="141025443"/>
              </p:ext>
            </p:extLst>
          </p:nvPr>
        </p:nvGraphicFramePr>
        <p:xfrm>
          <a:off x="4453717" y="642258"/>
          <a:ext cx="7454425" cy="138248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descr="Stock numbers on a digital display">
            <a:extLst>
              <a:ext uri="{FF2B5EF4-FFF2-40B4-BE49-F238E27FC236}">
                <a16:creationId xmlns:a16="http://schemas.microsoft.com/office/drawing/2014/main" id="{09C39C3E-40A1-A800-C41E-D39F538A07C6}"/>
              </a:ext>
            </a:extLst>
          </p:cNvPr>
          <p:cNvPicPr>
            <a:picLocks noChangeAspect="1"/>
          </p:cNvPicPr>
          <p:nvPr/>
        </p:nvPicPr>
        <p:blipFill>
          <a:blip r:embed="rId7"/>
          <a:srcRect l="43959" r="20407" b="-1"/>
          <a:stretch>
            <a:fillRect/>
          </a:stretch>
        </p:blipFill>
        <p:spPr>
          <a:xfrm>
            <a:off x="20" y="-17929"/>
            <a:ext cx="4206220" cy="6875929"/>
          </a:xfrm>
          <a:prstGeom prst="rect">
            <a:avLst/>
          </a:prstGeom>
        </p:spPr>
      </p:pic>
      <p:graphicFrame>
        <p:nvGraphicFramePr>
          <p:cNvPr id="8" name="Diagram 7">
            <a:extLst>
              <a:ext uri="{FF2B5EF4-FFF2-40B4-BE49-F238E27FC236}">
                <a16:creationId xmlns:a16="http://schemas.microsoft.com/office/drawing/2014/main" id="{D9FE98A9-B22A-A5BC-C0C0-A7ABFF235E7B}"/>
              </a:ext>
            </a:extLst>
          </p:cNvPr>
          <p:cNvGraphicFramePr/>
          <p:nvPr>
            <p:extLst>
              <p:ext uri="{D42A27DB-BD31-4B8C-83A1-F6EECF244321}">
                <p14:modId xmlns:p14="http://schemas.microsoft.com/office/powerpoint/2010/main" val="3054562215"/>
              </p:ext>
            </p:extLst>
          </p:nvPr>
        </p:nvGraphicFramePr>
        <p:xfrm>
          <a:off x="4453717" y="2706932"/>
          <a:ext cx="7454425" cy="115740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9" name="Diagram 8">
            <a:extLst>
              <a:ext uri="{FF2B5EF4-FFF2-40B4-BE49-F238E27FC236}">
                <a16:creationId xmlns:a16="http://schemas.microsoft.com/office/drawing/2014/main" id="{FB34758B-3695-4636-E874-92D7F9499CFC}"/>
              </a:ext>
            </a:extLst>
          </p:cNvPr>
          <p:cNvGraphicFramePr/>
          <p:nvPr>
            <p:extLst>
              <p:ext uri="{D42A27DB-BD31-4B8C-83A1-F6EECF244321}">
                <p14:modId xmlns:p14="http://schemas.microsoft.com/office/powerpoint/2010/main" val="2641316100"/>
              </p:ext>
            </p:extLst>
          </p:nvPr>
        </p:nvGraphicFramePr>
        <p:xfrm>
          <a:off x="4812328" y="4349279"/>
          <a:ext cx="6737202" cy="3270465"/>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spTree>
    <p:extLst>
      <p:ext uri="{BB962C8B-B14F-4D97-AF65-F5344CB8AC3E}">
        <p14:creationId xmlns:p14="http://schemas.microsoft.com/office/powerpoint/2010/main" val="24889178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047829C3-B2BC-6149-12C0-150502297BDE}"/>
              </a:ext>
            </a:extLst>
          </p:cNvPr>
          <p:cNvGraphicFramePr/>
          <p:nvPr>
            <p:extLst>
              <p:ext uri="{D42A27DB-BD31-4B8C-83A1-F6EECF244321}">
                <p14:modId xmlns:p14="http://schemas.microsoft.com/office/powerpoint/2010/main" val="159988611"/>
              </p:ext>
            </p:extLst>
          </p:nvPr>
        </p:nvGraphicFramePr>
        <p:xfrm>
          <a:off x="6421374" y="2220684"/>
          <a:ext cx="3921252" cy="241662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A person reaching for a paper on a table full of paper and sticky notes">
            <a:extLst>
              <a:ext uri="{FF2B5EF4-FFF2-40B4-BE49-F238E27FC236}">
                <a16:creationId xmlns:a16="http://schemas.microsoft.com/office/drawing/2014/main" id="{7A3520E0-1F54-3F9E-B8FB-EDA6194EC964}"/>
              </a:ext>
            </a:extLst>
          </p:cNvPr>
          <p:cNvPicPr>
            <a:picLocks noChangeAspect="1"/>
          </p:cNvPicPr>
          <p:nvPr/>
        </p:nvPicPr>
        <p:blipFill>
          <a:blip r:embed="rId7"/>
          <a:srcRect l="26809" r="27801" b="-2"/>
          <a:stretch>
            <a:fillRect/>
          </a:stretch>
        </p:blipFill>
        <p:spPr>
          <a:xfrm>
            <a:off x="0" y="-1"/>
            <a:ext cx="4663420" cy="6858001"/>
          </a:xfrm>
          <a:prstGeom prst="rect">
            <a:avLst/>
          </a:prstGeom>
        </p:spPr>
      </p:pic>
      <p:graphicFrame>
        <p:nvGraphicFramePr>
          <p:cNvPr id="7" name="Content Placeholder 6">
            <a:extLst>
              <a:ext uri="{FF2B5EF4-FFF2-40B4-BE49-F238E27FC236}">
                <a16:creationId xmlns:a16="http://schemas.microsoft.com/office/drawing/2014/main" id="{6CB316F1-6CDB-F54C-4966-BFB7740AB634}"/>
              </a:ext>
            </a:extLst>
          </p:cNvPr>
          <p:cNvGraphicFramePr>
            <a:graphicFrameLocks noGrp="1"/>
          </p:cNvGraphicFramePr>
          <p:nvPr>
            <p:ph idx="1"/>
            <p:extLst>
              <p:ext uri="{D42A27DB-BD31-4B8C-83A1-F6EECF244321}">
                <p14:modId xmlns:p14="http://schemas.microsoft.com/office/powerpoint/2010/main" val="3611490609"/>
              </p:ext>
            </p:extLst>
          </p:nvPr>
        </p:nvGraphicFramePr>
        <p:xfrm>
          <a:off x="4158343" y="-1"/>
          <a:ext cx="8447314" cy="708660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991702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DF6A9299-1D12-47E2-9DD4-03342553C4A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graphicFrame>
        <p:nvGraphicFramePr>
          <p:cNvPr id="3" name="Diagram 2">
            <a:extLst>
              <a:ext uri="{FF2B5EF4-FFF2-40B4-BE49-F238E27FC236}">
                <a16:creationId xmlns:a16="http://schemas.microsoft.com/office/drawing/2014/main" id="{3256B526-8853-BC88-DD9E-185B6F915E60}"/>
              </a:ext>
            </a:extLst>
          </p:cNvPr>
          <p:cNvGraphicFramePr/>
          <p:nvPr>
            <p:extLst>
              <p:ext uri="{D42A27DB-BD31-4B8C-83A1-F6EECF244321}">
                <p14:modId xmlns:p14="http://schemas.microsoft.com/office/powerpoint/2010/main" val="2171486514"/>
              </p:ext>
            </p:extLst>
          </p:nvPr>
        </p:nvGraphicFramePr>
        <p:xfrm>
          <a:off x="5065528" y="256313"/>
          <a:ext cx="6593075" cy="16124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descr="Different types of clocks">
            <a:extLst>
              <a:ext uri="{FF2B5EF4-FFF2-40B4-BE49-F238E27FC236}">
                <a16:creationId xmlns:a16="http://schemas.microsoft.com/office/drawing/2014/main" id="{4747D18E-4D08-6C01-50BC-8439AA2F3300}"/>
              </a:ext>
            </a:extLst>
          </p:cNvPr>
          <p:cNvPicPr>
            <a:picLocks noChangeAspect="1"/>
          </p:cNvPicPr>
          <p:nvPr/>
        </p:nvPicPr>
        <p:blipFill>
          <a:blip r:embed="rId9"/>
          <a:srcRect l="24894" r="37081"/>
          <a:stretch>
            <a:fillRect/>
          </a:stretch>
        </p:blipFill>
        <p:spPr>
          <a:xfrm>
            <a:off x="20" y="975"/>
            <a:ext cx="4635988" cy="6858000"/>
          </a:xfrm>
          <a:prstGeom prst="rect">
            <a:avLst/>
          </a:prstGeom>
        </p:spPr>
      </p:pic>
      <p:graphicFrame>
        <p:nvGraphicFramePr>
          <p:cNvPr id="6" name="Content Placeholder 5">
            <a:extLst>
              <a:ext uri="{FF2B5EF4-FFF2-40B4-BE49-F238E27FC236}">
                <a16:creationId xmlns:a16="http://schemas.microsoft.com/office/drawing/2014/main" id="{E4008506-5C85-97EC-99D5-919BABA1482D}"/>
              </a:ext>
            </a:extLst>
          </p:cNvPr>
          <p:cNvGraphicFramePr>
            <a:graphicFrameLocks noGrp="1"/>
          </p:cNvGraphicFramePr>
          <p:nvPr>
            <p:ph sz="half" idx="1"/>
            <p:extLst>
              <p:ext uri="{D42A27DB-BD31-4B8C-83A1-F6EECF244321}">
                <p14:modId xmlns:p14="http://schemas.microsoft.com/office/powerpoint/2010/main" val="174914414"/>
              </p:ext>
            </p:extLst>
          </p:nvPr>
        </p:nvGraphicFramePr>
        <p:xfrm>
          <a:off x="5065528" y="1871564"/>
          <a:ext cx="6693777" cy="4857976"/>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37083060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92BA18A0-C68A-36BA-81F8-F32B8DF1276E}"/>
              </a:ext>
            </a:extLst>
          </p:cNvPr>
          <p:cNvGraphicFramePr/>
          <p:nvPr>
            <p:extLst>
              <p:ext uri="{D42A27DB-BD31-4B8C-83A1-F6EECF244321}">
                <p14:modId xmlns:p14="http://schemas.microsoft.com/office/powerpoint/2010/main" val="3217618331"/>
              </p:ext>
            </p:extLst>
          </p:nvPr>
        </p:nvGraphicFramePr>
        <p:xfrm>
          <a:off x="685801" y="609600"/>
          <a:ext cx="10131425" cy="14562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2">
            <a:extLst>
              <a:ext uri="{FF2B5EF4-FFF2-40B4-BE49-F238E27FC236}">
                <a16:creationId xmlns:a16="http://schemas.microsoft.com/office/drawing/2014/main" id="{DFD17640-B00D-1E20-5EEA-DEA782203056}"/>
              </a:ext>
            </a:extLst>
          </p:cNvPr>
          <p:cNvGraphicFramePr>
            <a:graphicFrameLocks noGrp="1"/>
          </p:cNvGraphicFramePr>
          <p:nvPr>
            <p:ph idx="1"/>
            <p:extLst>
              <p:ext uri="{D42A27DB-BD31-4B8C-83A1-F6EECF244321}">
                <p14:modId xmlns:p14="http://schemas.microsoft.com/office/powerpoint/2010/main" val="938313187"/>
              </p:ext>
            </p:extLst>
          </p:nvPr>
        </p:nvGraphicFramePr>
        <p:xfrm>
          <a:off x="685801" y="2142067"/>
          <a:ext cx="11022105" cy="43483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0018832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AA50EF-67BF-925A-CE55-08313A0CC68E}"/>
            </a:ext>
          </a:extLst>
        </p:cNvPr>
        <p:cNvGrpSpPr/>
        <p:nvPr/>
      </p:nvGrpSpPr>
      <p:grpSpPr>
        <a:xfrm>
          <a:off x="0" y="0"/>
          <a:ext cx="0" cy="0"/>
          <a:chOff x="0" y="0"/>
          <a:chExt cx="0" cy="0"/>
        </a:xfrm>
      </p:grpSpPr>
      <p:graphicFrame>
        <p:nvGraphicFramePr>
          <p:cNvPr id="3" name="Diagram 2">
            <a:extLst>
              <a:ext uri="{FF2B5EF4-FFF2-40B4-BE49-F238E27FC236}">
                <a16:creationId xmlns:a16="http://schemas.microsoft.com/office/drawing/2014/main" id="{190C1104-E0F7-4FA2-E430-897F6F32FD6B}"/>
              </a:ext>
            </a:extLst>
          </p:cNvPr>
          <p:cNvGraphicFramePr/>
          <p:nvPr>
            <p:extLst>
              <p:ext uri="{D42A27DB-BD31-4B8C-83A1-F6EECF244321}">
                <p14:modId xmlns:p14="http://schemas.microsoft.com/office/powerpoint/2010/main" val="3529926447"/>
              </p:ext>
            </p:extLst>
          </p:nvPr>
        </p:nvGraphicFramePr>
        <p:xfrm>
          <a:off x="685801" y="609600"/>
          <a:ext cx="10131425" cy="14562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2">
            <a:extLst>
              <a:ext uri="{FF2B5EF4-FFF2-40B4-BE49-F238E27FC236}">
                <a16:creationId xmlns:a16="http://schemas.microsoft.com/office/drawing/2014/main" id="{113D4EC0-8736-1708-AE24-823D1310FB7D}"/>
              </a:ext>
            </a:extLst>
          </p:cNvPr>
          <p:cNvGraphicFramePr>
            <a:graphicFrameLocks noGrp="1"/>
          </p:cNvGraphicFramePr>
          <p:nvPr>
            <p:ph idx="1"/>
            <p:extLst>
              <p:ext uri="{D42A27DB-BD31-4B8C-83A1-F6EECF244321}">
                <p14:modId xmlns:p14="http://schemas.microsoft.com/office/powerpoint/2010/main" val="3273788097"/>
              </p:ext>
            </p:extLst>
          </p:nvPr>
        </p:nvGraphicFramePr>
        <p:xfrm>
          <a:off x="685801" y="2142067"/>
          <a:ext cx="11022105" cy="4348380"/>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6327372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8C668FA-2417-47B5-B454-2D55FC17F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97FEBA57-8992-46BB-BCF0-5A83FE8E01E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Rectangle 11">
            <a:extLst>
              <a:ext uri="{FF2B5EF4-FFF2-40B4-BE49-F238E27FC236}">
                <a16:creationId xmlns:a16="http://schemas.microsoft.com/office/drawing/2014/main" id="{2B4CDDF6-55C3-415A-8D8B-7E03C3D61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7012" y="480060"/>
            <a:ext cx="11237976" cy="58978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8BD89A62-3061-D7C9-55B3-0B538A42E1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75" y="-1182"/>
            <a:ext cx="12191999" cy="6858000"/>
          </a:xfrm>
          <a:prstGeom prst="rect">
            <a:avLst/>
          </a:prstGeom>
        </p:spPr>
      </p:pic>
      <p:graphicFrame>
        <p:nvGraphicFramePr>
          <p:cNvPr id="4" name="Diagram 3">
            <a:extLst>
              <a:ext uri="{FF2B5EF4-FFF2-40B4-BE49-F238E27FC236}">
                <a16:creationId xmlns:a16="http://schemas.microsoft.com/office/drawing/2014/main" id="{D2DF01FD-D15B-09C3-BB04-A10ED84552F5}"/>
              </a:ext>
            </a:extLst>
          </p:cNvPr>
          <p:cNvGraphicFramePr/>
          <p:nvPr>
            <p:extLst>
              <p:ext uri="{D42A27DB-BD31-4B8C-83A1-F6EECF244321}">
                <p14:modId xmlns:p14="http://schemas.microsoft.com/office/powerpoint/2010/main" val="3155543116"/>
              </p:ext>
            </p:extLst>
          </p:nvPr>
        </p:nvGraphicFramePr>
        <p:xfrm>
          <a:off x="8033658" y="6377940"/>
          <a:ext cx="3472544" cy="381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42899576"/>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5EB04417-FBA4-F579-0B5F-426100501A61}"/>
              </a:ext>
            </a:extLst>
          </p:cNvPr>
          <p:cNvGraphicFramePr/>
          <p:nvPr>
            <p:extLst>
              <p:ext uri="{D42A27DB-BD31-4B8C-83A1-F6EECF244321}">
                <p14:modId xmlns:p14="http://schemas.microsoft.com/office/powerpoint/2010/main" val="1916951031"/>
              </p:ext>
            </p:extLst>
          </p:nvPr>
        </p:nvGraphicFramePr>
        <p:xfrm>
          <a:off x="685801" y="609600"/>
          <a:ext cx="10131425" cy="14562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2">
            <a:extLst>
              <a:ext uri="{FF2B5EF4-FFF2-40B4-BE49-F238E27FC236}">
                <a16:creationId xmlns:a16="http://schemas.microsoft.com/office/drawing/2014/main" id="{63FD1E94-8C91-DB4D-5557-6423EFE07D40}"/>
              </a:ext>
            </a:extLst>
          </p:cNvPr>
          <p:cNvGraphicFramePr>
            <a:graphicFrameLocks noGrp="1"/>
          </p:cNvGraphicFramePr>
          <p:nvPr>
            <p:ph idx="1"/>
            <p:extLst>
              <p:ext uri="{D42A27DB-BD31-4B8C-83A1-F6EECF244321}">
                <p14:modId xmlns:p14="http://schemas.microsoft.com/office/powerpoint/2010/main" val="1446731745"/>
              </p:ext>
            </p:extLst>
          </p:nvPr>
        </p:nvGraphicFramePr>
        <p:xfrm>
          <a:off x="685801" y="2142067"/>
          <a:ext cx="10131425" cy="4345819"/>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2583148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DA1C7CF6-890D-AD00-7B29-50DAC0560FEF}"/>
              </a:ext>
            </a:extLst>
          </p:cNvPr>
          <p:cNvGraphicFramePr/>
          <p:nvPr>
            <p:extLst>
              <p:ext uri="{D42A27DB-BD31-4B8C-83A1-F6EECF244321}">
                <p14:modId xmlns:p14="http://schemas.microsoft.com/office/powerpoint/2010/main" val="2836259249"/>
              </p:ext>
            </p:extLst>
          </p:nvPr>
        </p:nvGraphicFramePr>
        <p:xfrm>
          <a:off x="685801" y="609600"/>
          <a:ext cx="10131425" cy="14562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2">
            <a:extLst>
              <a:ext uri="{FF2B5EF4-FFF2-40B4-BE49-F238E27FC236}">
                <a16:creationId xmlns:a16="http://schemas.microsoft.com/office/drawing/2014/main" id="{8141758C-5C06-C2EF-D62B-86584BA5E28C}"/>
              </a:ext>
            </a:extLst>
          </p:cNvPr>
          <p:cNvGraphicFramePr>
            <a:graphicFrameLocks noGrp="1"/>
          </p:cNvGraphicFramePr>
          <p:nvPr>
            <p:ph idx="1"/>
            <p:extLst>
              <p:ext uri="{D42A27DB-BD31-4B8C-83A1-F6EECF244321}">
                <p14:modId xmlns:p14="http://schemas.microsoft.com/office/powerpoint/2010/main" val="2546380612"/>
              </p:ext>
            </p:extLst>
          </p:nvPr>
        </p:nvGraphicFramePr>
        <p:xfrm>
          <a:off x="685801" y="2142067"/>
          <a:ext cx="10131425" cy="440024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458448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Diagram 5">
            <a:extLst>
              <a:ext uri="{FF2B5EF4-FFF2-40B4-BE49-F238E27FC236}">
                <a16:creationId xmlns:a16="http://schemas.microsoft.com/office/drawing/2014/main" id="{0E604931-AFE9-D561-31EA-3DE4556105DE}"/>
              </a:ext>
            </a:extLst>
          </p:cNvPr>
          <p:cNvGraphicFramePr/>
          <p:nvPr>
            <p:extLst>
              <p:ext uri="{D42A27DB-BD31-4B8C-83A1-F6EECF244321}">
                <p14:modId xmlns:p14="http://schemas.microsoft.com/office/powerpoint/2010/main" val="517299821"/>
              </p:ext>
            </p:extLst>
          </p:nvPr>
        </p:nvGraphicFramePr>
        <p:xfrm>
          <a:off x="685801" y="609600"/>
          <a:ext cx="10131425" cy="14562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5" name="Content Placeholder 2">
            <a:extLst>
              <a:ext uri="{FF2B5EF4-FFF2-40B4-BE49-F238E27FC236}">
                <a16:creationId xmlns:a16="http://schemas.microsoft.com/office/drawing/2014/main" id="{4349DB72-5EBE-076D-2E03-236DDEF193FA}"/>
              </a:ext>
            </a:extLst>
          </p:cNvPr>
          <p:cNvGraphicFramePr>
            <a:graphicFrameLocks noGrp="1"/>
          </p:cNvGraphicFramePr>
          <p:nvPr>
            <p:ph idx="1"/>
            <p:extLst>
              <p:ext uri="{D42A27DB-BD31-4B8C-83A1-F6EECF244321}">
                <p14:modId xmlns:p14="http://schemas.microsoft.com/office/powerpoint/2010/main" val="2074120022"/>
              </p:ext>
            </p:extLst>
          </p:nvPr>
        </p:nvGraphicFramePr>
        <p:xfrm>
          <a:off x="1030285" y="3208867"/>
          <a:ext cx="10131425"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graphicFrame>
        <p:nvGraphicFramePr>
          <p:cNvPr id="9" name="Diagram 8">
            <a:extLst>
              <a:ext uri="{FF2B5EF4-FFF2-40B4-BE49-F238E27FC236}">
                <a16:creationId xmlns:a16="http://schemas.microsoft.com/office/drawing/2014/main" id="{EEFC9BE3-2DE7-F29A-64C7-CCCB22CAD882}"/>
              </a:ext>
            </a:extLst>
          </p:cNvPr>
          <p:cNvGraphicFramePr/>
          <p:nvPr>
            <p:extLst>
              <p:ext uri="{D42A27DB-BD31-4B8C-83A1-F6EECF244321}">
                <p14:modId xmlns:p14="http://schemas.microsoft.com/office/powerpoint/2010/main" val="1615141568"/>
              </p:ext>
            </p:extLst>
          </p:nvPr>
        </p:nvGraphicFramePr>
        <p:xfrm>
          <a:off x="4473265" y="2562803"/>
          <a:ext cx="3245467" cy="685800"/>
        </p:xfrm>
        <a:graphic>
          <a:graphicData uri="http://schemas.openxmlformats.org/drawingml/2006/diagram">
            <dgm:relIds xmlns:dgm="http://schemas.openxmlformats.org/drawingml/2006/diagram" xmlns:r="http://schemas.openxmlformats.org/officeDocument/2006/relationships" r:dm="rId12" r:lo="rId13" r:qs="rId14" r:cs="rId15"/>
          </a:graphicData>
        </a:graphic>
      </p:graphicFrame>
    </p:spTree>
    <p:extLst>
      <p:ext uri="{BB962C8B-B14F-4D97-AF65-F5344CB8AC3E}">
        <p14:creationId xmlns:p14="http://schemas.microsoft.com/office/powerpoint/2010/main" val="38958355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CA2A70A0-46D6-80BF-C4C5-18E94FE4B9A2}"/>
              </a:ext>
            </a:extLst>
          </p:cNvPr>
          <p:cNvGraphicFramePr/>
          <p:nvPr>
            <p:extLst>
              <p:ext uri="{D42A27DB-BD31-4B8C-83A1-F6EECF244321}">
                <p14:modId xmlns:p14="http://schemas.microsoft.com/office/powerpoint/2010/main" val="983712624"/>
              </p:ext>
            </p:extLst>
          </p:nvPr>
        </p:nvGraphicFramePr>
        <p:xfrm>
          <a:off x="685801" y="609600"/>
          <a:ext cx="10131425" cy="14562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graphicFrame>
        <p:nvGraphicFramePr>
          <p:cNvPr id="10" name="Content Placeholder 9">
            <a:extLst>
              <a:ext uri="{FF2B5EF4-FFF2-40B4-BE49-F238E27FC236}">
                <a16:creationId xmlns:a16="http://schemas.microsoft.com/office/drawing/2014/main" id="{142B6F50-8EC4-5F3E-B81C-5DF9080C8EB4}"/>
              </a:ext>
            </a:extLst>
          </p:cNvPr>
          <p:cNvGraphicFramePr>
            <a:graphicFrameLocks noGrp="1"/>
          </p:cNvGraphicFramePr>
          <p:nvPr>
            <p:ph idx="1"/>
            <p:extLst>
              <p:ext uri="{D42A27DB-BD31-4B8C-83A1-F6EECF244321}">
                <p14:modId xmlns:p14="http://schemas.microsoft.com/office/powerpoint/2010/main" val="1914348510"/>
              </p:ext>
            </p:extLst>
          </p:nvPr>
        </p:nvGraphicFramePr>
        <p:xfrm>
          <a:off x="685801" y="2435981"/>
          <a:ext cx="10131425" cy="3649133"/>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15634913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3751</TotalTime>
  <Words>770</Words>
  <Application>Microsoft Macintosh PowerPoint</Application>
  <PresentationFormat>Widescreen</PresentationFormat>
  <Paragraphs>63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Calibri Light</vt:lpstr>
      <vt:lpstr>Celestial</vt:lpstr>
      <vt:lpstr>The Technology Value Stream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Robert breutzmann</dc:creator>
  <cp:lastModifiedBy>Robert breutzmann</cp:lastModifiedBy>
  <cp:revision>5</cp:revision>
  <dcterms:created xsi:type="dcterms:W3CDTF">2026-06-02T14:06:22Z</dcterms:created>
  <dcterms:modified xsi:type="dcterms:W3CDTF">2026-06-07T12:25:29Z</dcterms:modified>
</cp:coreProperties>
</file>