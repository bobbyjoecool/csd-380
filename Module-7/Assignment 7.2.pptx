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5"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73"/>
    <p:restoredTop sz="94665"/>
  </p:normalViewPr>
  <p:slideViewPr>
    <p:cSldViewPr snapToGrid="0">
      <p:cViewPr varScale="1">
        <p:scale>
          <a:sx n="120" d="100"/>
          <a:sy n="120" d="100"/>
        </p:scale>
        <p:origin x="29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717F09-94C8-8E45-A208-82F013BD7310}" type="doc">
      <dgm:prSet loTypeId="urn:microsoft.com/office/officeart/2005/8/layout/list1" loCatId="" qsTypeId="urn:microsoft.com/office/officeart/2005/8/quickstyle/3d2" qsCatId="3D" csTypeId="urn:microsoft.com/office/officeart/2005/8/colors/accent1_2" csCatId="accent1" phldr="1"/>
      <dgm:spPr/>
      <dgm:t>
        <a:bodyPr/>
        <a:lstStyle/>
        <a:p>
          <a:endParaRPr lang="en-US"/>
        </a:p>
      </dgm:t>
    </dgm:pt>
    <dgm:pt modelId="{F62D1142-48EF-2F41-BD2A-60E2DD59EA33}">
      <dgm:prSet phldrT="[Text]"/>
      <dgm:spPr/>
      <dgm:t>
        <a:bodyPr/>
        <a:lstStyle/>
        <a:p>
          <a:r>
            <a:rPr lang="en-US" dirty="0"/>
            <a:t>Pager Rotation	</a:t>
          </a:r>
        </a:p>
      </dgm:t>
    </dgm:pt>
    <dgm:pt modelId="{6B4FB0CF-51F2-6440-963A-8DA0CF08D0D8}" type="parTrans" cxnId="{E4A70D8E-D4CC-014C-862B-942B733EC754}">
      <dgm:prSet/>
      <dgm:spPr/>
      <dgm:t>
        <a:bodyPr/>
        <a:lstStyle/>
        <a:p>
          <a:endParaRPr lang="en-US"/>
        </a:p>
      </dgm:t>
    </dgm:pt>
    <dgm:pt modelId="{BCB6A194-D4E3-2B4A-AAF3-E66FB38BAE0F}" type="sibTrans" cxnId="{E4A70D8E-D4CC-014C-862B-942B733EC754}">
      <dgm:prSet/>
      <dgm:spPr/>
      <dgm:t>
        <a:bodyPr/>
        <a:lstStyle/>
        <a:p>
          <a:endParaRPr lang="en-US"/>
        </a:p>
      </dgm:t>
    </dgm:pt>
    <dgm:pt modelId="{942D44A0-985A-6C46-A796-A9C9D5C4AA5B}">
      <dgm:prSet/>
      <dgm:spPr>
        <a:solidFill>
          <a:schemeClr val="accent2">
            <a:lumMod val="75000"/>
            <a:alpha val="90000"/>
          </a:schemeClr>
        </a:solidFill>
      </dgm:spPr>
      <dgm:t>
        <a:bodyPr/>
        <a:lstStyle/>
        <a:p>
          <a:pPr>
            <a:buNone/>
          </a:pPr>
          <a:r>
            <a:rPr lang="en-US" dirty="0">
              <a:solidFill>
                <a:schemeClr val="tx1"/>
              </a:solidFill>
            </a:rPr>
            <a:t>Pager rotation (sometimes called on-call rotation) is a schedule that assigns the responsibility for responding to incidents to a specific person (or group) for a window of time.  Much like a doctor or a nurse (or team of them) is “on call” for emergencies, a developer (or team) is on call for emergencies.</a:t>
          </a:r>
        </a:p>
      </dgm:t>
    </dgm:pt>
    <dgm:pt modelId="{5401F886-CA34-0E49-82A7-C0DACCA5FD8A}" type="parTrans" cxnId="{5F2F1013-177C-0348-87AE-197AFBF07814}">
      <dgm:prSet/>
      <dgm:spPr/>
      <dgm:t>
        <a:bodyPr/>
        <a:lstStyle/>
        <a:p>
          <a:endParaRPr lang="en-US"/>
        </a:p>
      </dgm:t>
    </dgm:pt>
    <dgm:pt modelId="{345A1E43-39C7-A24C-ACBE-7F1F36459AD1}" type="sibTrans" cxnId="{5F2F1013-177C-0348-87AE-197AFBF07814}">
      <dgm:prSet/>
      <dgm:spPr/>
      <dgm:t>
        <a:bodyPr/>
        <a:lstStyle/>
        <a:p>
          <a:endParaRPr lang="en-US"/>
        </a:p>
      </dgm:t>
    </dgm:pt>
    <dgm:pt modelId="{58CE79B8-D42A-C545-BB83-04EED26E5199}" type="pres">
      <dgm:prSet presAssocID="{C3717F09-94C8-8E45-A208-82F013BD7310}" presName="linear" presStyleCnt="0">
        <dgm:presLayoutVars>
          <dgm:dir/>
          <dgm:animLvl val="lvl"/>
          <dgm:resizeHandles val="exact"/>
        </dgm:presLayoutVars>
      </dgm:prSet>
      <dgm:spPr/>
    </dgm:pt>
    <dgm:pt modelId="{8108D79C-1494-564A-9C67-5C1AF6CF0C4F}" type="pres">
      <dgm:prSet presAssocID="{F62D1142-48EF-2F41-BD2A-60E2DD59EA33}" presName="parentLin" presStyleCnt="0"/>
      <dgm:spPr/>
    </dgm:pt>
    <dgm:pt modelId="{87F6B95F-B53D-4946-B409-A3A188C325D5}" type="pres">
      <dgm:prSet presAssocID="{F62D1142-48EF-2F41-BD2A-60E2DD59EA33}" presName="parentLeftMargin" presStyleLbl="node1" presStyleIdx="0" presStyleCnt="1"/>
      <dgm:spPr/>
    </dgm:pt>
    <dgm:pt modelId="{F7E9F9E9-C3F2-3A4E-AE91-258C0C6B418D}" type="pres">
      <dgm:prSet presAssocID="{F62D1142-48EF-2F41-BD2A-60E2DD59EA33}" presName="parentText" presStyleLbl="node1" presStyleIdx="0" presStyleCnt="1" custScaleX="62705" custScaleY="74807">
        <dgm:presLayoutVars>
          <dgm:chMax val="0"/>
          <dgm:bulletEnabled val="1"/>
        </dgm:presLayoutVars>
      </dgm:prSet>
      <dgm:spPr/>
    </dgm:pt>
    <dgm:pt modelId="{EBEE0E4E-73CF-7E45-A0C3-4DFE28FE97FA}" type="pres">
      <dgm:prSet presAssocID="{F62D1142-48EF-2F41-BD2A-60E2DD59EA33}" presName="negativeSpace" presStyleCnt="0"/>
      <dgm:spPr/>
    </dgm:pt>
    <dgm:pt modelId="{1BA89FBB-0D68-8F40-864C-DA7E43FE22DA}" type="pres">
      <dgm:prSet presAssocID="{F62D1142-48EF-2F41-BD2A-60E2DD59EA33}" presName="childText" presStyleLbl="conFgAcc1" presStyleIdx="0" presStyleCnt="1" custLinFactY="8641" custLinFactNeighborX="-15882" custLinFactNeighborY="100000">
        <dgm:presLayoutVars>
          <dgm:bulletEnabled val="1"/>
        </dgm:presLayoutVars>
      </dgm:prSet>
      <dgm:spPr>
        <a:prstGeom prst="roundRect">
          <a:avLst/>
        </a:prstGeom>
      </dgm:spPr>
    </dgm:pt>
  </dgm:ptLst>
  <dgm:cxnLst>
    <dgm:cxn modelId="{0A3EE410-2D2A-F74E-9A32-568B00FD9768}" type="presOf" srcId="{F62D1142-48EF-2F41-BD2A-60E2DD59EA33}" destId="{87F6B95F-B53D-4946-B409-A3A188C325D5}" srcOrd="0" destOrd="0" presId="urn:microsoft.com/office/officeart/2005/8/layout/list1"/>
    <dgm:cxn modelId="{5F2F1013-177C-0348-87AE-197AFBF07814}" srcId="{F62D1142-48EF-2F41-BD2A-60E2DD59EA33}" destId="{942D44A0-985A-6C46-A796-A9C9D5C4AA5B}" srcOrd="0" destOrd="0" parTransId="{5401F886-CA34-0E49-82A7-C0DACCA5FD8A}" sibTransId="{345A1E43-39C7-A24C-ACBE-7F1F36459AD1}"/>
    <dgm:cxn modelId="{35E12047-1444-624D-84E7-12DE4117F6FC}" type="presOf" srcId="{C3717F09-94C8-8E45-A208-82F013BD7310}" destId="{58CE79B8-D42A-C545-BB83-04EED26E5199}" srcOrd="0" destOrd="0" presId="urn:microsoft.com/office/officeart/2005/8/layout/list1"/>
    <dgm:cxn modelId="{1B1FEB88-1BD0-6049-8E85-618FBA384335}" type="presOf" srcId="{942D44A0-985A-6C46-A796-A9C9D5C4AA5B}" destId="{1BA89FBB-0D68-8F40-864C-DA7E43FE22DA}" srcOrd="0" destOrd="0" presId="urn:microsoft.com/office/officeart/2005/8/layout/list1"/>
    <dgm:cxn modelId="{E4A70D8E-D4CC-014C-862B-942B733EC754}" srcId="{C3717F09-94C8-8E45-A208-82F013BD7310}" destId="{F62D1142-48EF-2F41-BD2A-60E2DD59EA33}" srcOrd="0" destOrd="0" parTransId="{6B4FB0CF-51F2-6440-963A-8DA0CF08D0D8}" sibTransId="{BCB6A194-D4E3-2B4A-AAF3-E66FB38BAE0F}"/>
    <dgm:cxn modelId="{B40FA5B3-8EA6-FD42-B77C-9FF21D502D69}" type="presOf" srcId="{F62D1142-48EF-2F41-BD2A-60E2DD59EA33}" destId="{F7E9F9E9-C3F2-3A4E-AE91-258C0C6B418D}" srcOrd="1" destOrd="0" presId="urn:microsoft.com/office/officeart/2005/8/layout/list1"/>
    <dgm:cxn modelId="{F833FF06-93B0-6C49-AEDF-28736F67535E}" type="presParOf" srcId="{58CE79B8-D42A-C545-BB83-04EED26E5199}" destId="{8108D79C-1494-564A-9C67-5C1AF6CF0C4F}" srcOrd="0" destOrd="0" presId="urn:microsoft.com/office/officeart/2005/8/layout/list1"/>
    <dgm:cxn modelId="{C647FE1D-FF16-CF4C-B8FF-87A4E59AA784}" type="presParOf" srcId="{8108D79C-1494-564A-9C67-5C1AF6CF0C4F}" destId="{87F6B95F-B53D-4946-B409-A3A188C325D5}" srcOrd="0" destOrd="0" presId="urn:microsoft.com/office/officeart/2005/8/layout/list1"/>
    <dgm:cxn modelId="{9B145A6B-8D07-9142-9A84-3E58D90EB5F3}" type="presParOf" srcId="{8108D79C-1494-564A-9C67-5C1AF6CF0C4F}" destId="{F7E9F9E9-C3F2-3A4E-AE91-258C0C6B418D}" srcOrd="1" destOrd="0" presId="urn:microsoft.com/office/officeart/2005/8/layout/list1"/>
    <dgm:cxn modelId="{15F562CC-8466-7B42-ACE3-F74643E38DE5}" type="presParOf" srcId="{58CE79B8-D42A-C545-BB83-04EED26E5199}" destId="{EBEE0E4E-73CF-7E45-A0C3-4DFE28FE97FA}" srcOrd="1" destOrd="0" presId="urn:microsoft.com/office/officeart/2005/8/layout/list1"/>
    <dgm:cxn modelId="{FAEE6EEB-C99A-6941-861A-98B6BC9DC402}" type="presParOf" srcId="{58CE79B8-D42A-C545-BB83-04EED26E5199}" destId="{1BA89FBB-0D68-8F40-864C-DA7E43FE22DA}"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B77174D0-6909-1D43-BB1F-E834A9510ED4}" type="doc">
      <dgm:prSet loTypeId="urn:microsoft.com/office/officeart/2005/8/layout/default" loCatId="" qsTypeId="urn:microsoft.com/office/officeart/2005/8/quickstyle/3d3" qsCatId="3D" csTypeId="urn:microsoft.com/office/officeart/2005/8/colors/accent1_2" csCatId="accent1" phldr="1"/>
      <dgm:spPr/>
      <dgm:t>
        <a:bodyPr/>
        <a:lstStyle/>
        <a:p>
          <a:endParaRPr lang="en-US"/>
        </a:p>
      </dgm:t>
    </dgm:pt>
    <dgm:pt modelId="{55F5457A-56E5-4C45-BF69-93CE564CC17B}">
      <dgm:prSet phldrT="[Text]"/>
      <dgm:spPr/>
      <dgm:t>
        <a:bodyPr/>
        <a:lstStyle/>
        <a:p>
          <a:r>
            <a:rPr lang="en-US" dirty="0"/>
            <a:t>What is Pager Rotation?</a:t>
          </a:r>
        </a:p>
      </dgm:t>
    </dgm:pt>
    <dgm:pt modelId="{202AE098-6369-8A44-98C2-38899FF09876}" type="parTrans" cxnId="{253A1B3A-6203-6645-8A40-A341A12054FF}">
      <dgm:prSet/>
      <dgm:spPr/>
      <dgm:t>
        <a:bodyPr/>
        <a:lstStyle/>
        <a:p>
          <a:endParaRPr lang="en-US"/>
        </a:p>
      </dgm:t>
    </dgm:pt>
    <dgm:pt modelId="{E21B07E7-E9DF-964B-B617-5507D6DDCDB2}" type="sibTrans" cxnId="{253A1B3A-6203-6645-8A40-A341A12054FF}">
      <dgm:prSet/>
      <dgm:spPr/>
      <dgm:t>
        <a:bodyPr/>
        <a:lstStyle/>
        <a:p>
          <a:endParaRPr lang="en-US"/>
        </a:p>
      </dgm:t>
    </dgm:pt>
    <dgm:pt modelId="{ED870EAE-2746-4149-93DE-FBEC47566B72}" type="pres">
      <dgm:prSet presAssocID="{B77174D0-6909-1D43-BB1F-E834A9510ED4}" presName="diagram" presStyleCnt="0">
        <dgm:presLayoutVars>
          <dgm:dir/>
          <dgm:resizeHandles val="exact"/>
        </dgm:presLayoutVars>
      </dgm:prSet>
      <dgm:spPr/>
    </dgm:pt>
    <dgm:pt modelId="{BFF1AAD4-3092-2649-87C8-2A4ABCE6C901}" type="pres">
      <dgm:prSet presAssocID="{55F5457A-56E5-4C45-BF69-93CE564CC17B}" presName="node" presStyleLbl="node1" presStyleIdx="0" presStyleCnt="1" custScaleX="722734" custLinFactNeighborX="5642" custLinFactNeighborY="28">
        <dgm:presLayoutVars>
          <dgm:bulletEnabled val="1"/>
        </dgm:presLayoutVars>
      </dgm:prSet>
      <dgm:spPr/>
    </dgm:pt>
  </dgm:ptLst>
  <dgm:cxnLst>
    <dgm:cxn modelId="{D6F20209-7CD2-E64E-9A9F-D67CF6CF4BB2}" type="presOf" srcId="{55F5457A-56E5-4C45-BF69-93CE564CC17B}" destId="{BFF1AAD4-3092-2649-87C8-2A4ABCE6C901}" srcOrd="0" destOrd="0" presId="urn:microsoft.com/office/officeart/2005/8/layout/default"/>
    <dgm:cxn modelId="{253A1B3A-6203-6645-8A40-A341A12054FF}" srcId="{B77174D0-6909-1D43-BB1F-E834A9510ED4}" destId="{55F5457A-56E5-4C45-BF69-93CE564CC17B}" srcOrd="0" destOrd="0" parTransId="{202AE098-6369-8A44-98C2-38899FF09876}" sibTransId="{E21B07E7-E9DF-964B-B617-5507D6DDCDB2}"/>
    <dgm:cxn modelId="{E6CE8790-26A9-434E-9BF1-7CAD82D20A0D}" type="presOf" srcId="{B77174D0-6909-1D43-BB1F-E834A9510ED4}" destId="{ED870EAE-2746-4149-93DE-FBEC47566B72}" srcOrd="0" destOrd="0" presId="urn:microsoft.com/office/officeart/2005/8/layout/default"/>
    <dgm:cxn modelId="{91D7901C-E793-DF4D-A0D4-A3AC8964FD03}" type="presParOf" srcId="{ED870EAE-2746-4149-93DE-FBEC47566B72}" destId="{BFF1AAD4-3092-2649-87C8-2A4ABCE6C901}" srcOrd="0" destOrd="0" presId="urn:microsoft.com/office/officeart/2005/8/layout/default"/>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7174D0-6909-1D43-BB1F-E834A9510ED4}" type="doc">
      <dgm:prSet loTypeId="urn:microsoft.com/office/officeart/2005/8/layout/default" loCatId="" qsTypeId="urn:microsoft.com/office/officeart/2005/8/quickstyle/3d3" qsCatId="3D" csTypeId="urn:microsoft.com/office/officeart/2005/8/colors/accent1_2" csCatId="accent1" phldr="1"/>
      <dgm:spPr/>
      <dgm:t>
        <a:bodyPr/>
        <a:lstStyle/>
        <a:p>
          <a:endParaRPr lang="en-US"/>
        </a:p>
      </dgm:t>
    </dgm:pt>
    <dgm:pt modelId="{55F5457A-56E5-4C45-BF69-93CE564CC17B}">
      <dgm:prSet phldrT="[Text]"/>
      <dgm:spPr/>
      <dgm:t>
        <a:bodyPr/>
        <a:lstStyle/>
        <a:p>
          <a:r>
            <a:rPr lang="en-US" dirty="0"/>
            <a:t>The DevOps Shift</a:t>
          </a:r>
        </a:p>
      </dgm:t>
    </dgm:pt>
    <dgm:pt modelId="{202AE098-6369-8A44-98C2-38899FF09876}" type="parTrans" cxnId="{253A1B3A-6203-6645-8A40-A341A12054FF}">
      <dgm:prSet/>
      <dgm:spPr/>
      <dgm:t>
        <a:bodyPr/>
        <a:lstStyle/>
        <a:p>
          <a:endParaRPr lang="en-US"/>
        </a:p>
      </dgm:t>
    </dgm:pt>
    <dgm:pt modelId="{E21B07E7-E9DF-964B-B617-5507D6DDCDB2}" type="sibTrans" cxnId="{253A1B3A-6203-6645-8A40-A341A12054FF}">
      <dgm:prSet/>
      <dgm:spPr/>
      <dgm:t>
        <a:bodyPr/>
        <a:lstStyle/>
        <a:p>
          <a:endParaRPr lang="en-US"/>
        </a:p>
      </dgm:t>
    </dgm:pt>
    <dgm:pt modelId="{ED870EAE-2746-4149-93DE-FBEC47566B72}" type="pres">
      <dgm:prSet presAssocID="{B77174D0-6909-1D43-BB1F-E834A9510ED4}" presName="diagram" presStyleCnt="0">
        <dgm:presLayoutVars>
          <dgm:dir/>
          <dgm:resizeHandles val="exact"/>
        </dgm:presLayoutVars>
      </dgm:prSet>
      <dgm:spPr/>
    </dgm:pt>
    <dgm:pt modelId="{BFF1AAD4-3092-2649-87C8-2A4ABCE6C901}" type="pres">
      <dgm:prSet presAssocID="{55F5457A-56E5-4C45-BF69-93CE564CC17B}" presName="node" presStyleLbl="node1" presStyleIdx="0" presStyleCnt="1" custScaleX="716801" custLinFactNeighborX="5642" custLinFactNeighborY="28">
        <dgm:presLayoutVars>
          <dgm:bulletEnabled val="1"/>
        </dgm:presLayoutVars>
      </dgm:prSet>
      <dgm:spPr/>
    </dgm:pt>
  </dgm:ptLst>
  <dgm:cxnLst>
    <dgm:cxn modelId="{D6F20209-7CD2-E64E-9A9F-D67CF6CF4BB2}" type="presOf" srcId="{55F5457A-56E5-4C45-BF69-93CE564CC17B}" destId="{BFF1AAD4-3092-2649-87C8-2A4ABCE6C901}" srcOrd="0" destOrd="0" presId="urn:microsoft.com/office/officeart/2005/8/layout/default"/>
    <dgm:cxn modelId="{253A1B3A-6203-6645-8A40-A341A12054FF}" srcId="{B77174D0-6909-1D43-BB1F-E834A9510ED4}" destId="{55F5457A-56E5-4C45-BF69-93CE564CC17B}" srcOrd="0" destOrd="0" parTransId="{202AE098-6369-8A44-98C2-38899FF09876}" sibTransId="{E21B07E7-E9DF-964B-B617-5507D6DDCDB2}"/>
    <dgm:cxn modelId="{E6CE8790-26A9-434E-9BF1-7CAD82D20A0D}" type="presOf" srcId="{B77174D0-6909-1D43-BB1F-E834A9510ED4}" destId="{ED870EAE-2746-4149-93DE-FBEC47566B72}" srcOrd="0" destOrd="0" presId="urn:microsoft.com/office/officeart/2005/8/layout/default"/>
    <dgm:cxn modelId="{91D7901C-E793-DF4D-A0D4-A3AC8964FD03}" type="presParOf" srcId="{ED870EAE-2746-4149-93DE-FBEC47566B72}" destId="{BFF1AAD4-3092-2649-87C8-2A4ABCE6C901}"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EDE029-3294-2A4D-BAF8-E8CBFE4DF516}" type="doc">
      <dgm:prSet loTypeId="urn:microsoft.com/office/officeart/2005/8/layout/vList5" loCatId="" qsTypeId="urn:microsoft.com/office/officeart/2005/8/quickstyle/3d2" qsCatId="3D" csTypeId="urn:microsoft.com/office/officeart/2005/8/colors/accent1_2" csCatId="accent1" phldr="1"/>
      <dgm:spPr/>
      <dgm:t>
        <a:bodyPr/>
        <a:lstStyle/>
        <a:p>
          <a:endParaRPr lang="en-US"/>
        </a:p>
      </dgm:t>
    </dgm:pt>
    <dgm:pt modelId="{06075534-2FAC-304B-91C4-116D4628D96A}">
      <dgm:prSet phldrT="[Text]"/>
      <dgm:spPr/>
      <dgm:t>
        <a:bodyPr/>
        <a:lstStyle/>
        <a:p>
          <a:r>
            <a:rPr lang="en-US" dirty="0"/>
            <a:t>Ops </a:t>
          </a:r>
        </a:p>
        <a:p>
          <a:r>
            <a:rPr lang="en-US" dirty="0"/>
            <a:t>“Pager”</a:t>
          </a:r>
        </a:p>
      </dgm:t>
    </dgm:pt>
    <dgm:pt modelId="{AB765C32-E3AE-9649-AE76-428AE33E8698}" type="parTrans" cxnId="{4D3CCDD2-DD95-3F4F-B134-959EADF0C76C}">
      <dgm:prSet/>
      <dgm:spPr/>
      <dgm:t>
        <a:bodyPr/>
        <a:lstStyle/>
        <a:p>
          <a:endParaRPr lang="en-US"/>
        </a:p>
      </dgm:t>
    </dgm:pt>
    <dgm:pt modelId="{67CC0D8D-6D4F-5342-8D11-FDDC17A005D8}" type="sibTrans" cxnId="{4D3CCDD2-DD95-3F4F-B134-959EADF0C76C}">
      <dgm:prSet/>
      <dgm:spPr/>
      <dgm:t>
        <a:bodyPr/>
        <a:lstStyle/>
        <a:p>
          <a:endParaRPr lang="en-US"/>
        </a:p>
      </dgm:t>
    </dgm:pt>
    <dgm:pt modelId="{6D933B5C-4B63-E84E-8E7D-719069C2CE4B}">
      <dgm:prSet phldrT="[Text]" custT="1"/>
      <dgm:spPr/>
      <dgm:t>
        <a:bodyPr/>
        <a:lstStyle/>
        <a:p>
          <a:r>
            <a:rPr lang="en-US" sz="1400" dirty="0"/>
            <a:t>Operations side only carries the “pager.”</a:t>
          </a:r>
        </a:p>
      </dgm:t>
    </dgm:pt>
    <dgm:pt modelId="{40466C40-088C-7541-99AE-F4A4F1CF7018}" type="parTrans" cxnId="{4E0EBAF2-BE3E-FC47-BC5B-0926B1A408C9}">
      <dgm:prSet/>
      <dgm:spPr/>
      <dgm:t>
        <a:bodyPr/>
        <a:lstStyle/>
        <a:p>
          <a:endParaRPr lang="en-US"/>
        </a:p>
      </dgm:t>
    </dgm:pt>
    <dgm:pt modelId="{E03BBA46-980C-D449-AB24-51103A9544A4}" type="sibTrans" cxnId="{4E0EBAF2-BE3E-FC47-BC5B-0926B1A408C9}">
      <dgm:prSet/>
      <dgm:spPr/>
      <dgm:t>
        <a:bodyPr/>
        <a:lstStyle/>
        <a:p>
          <a:endParaRPr lang="en-US"/>
        </a:p>
      </dgm:t>
    </dgm:pt>
    <dgm:pt modelId="{B99FB074-B1A6-8C45-B9A6-BD76EF48029E}">
      <dgm:prSet phldrT="[Text]"/>
      <dgm:spPr/>
      <dgm:t>
        <a:bodyPr/>
        <a:lstStyle/>
        <a:p>
          <a:r>
            <a:rPr lang="en-US" dirty="0"/>
            <a:t>The Friction</a:t>
          </a:r>
        </a:p>
      </dgm:t>
    </dgm:pt>
    <dgm:pt modelId="{9D6DEE8D-5901-9747-AB54-530768EFE6A8}" type="parTrans" cxnId="{82AF20F6-1E7E-6848-9149-176AE5A06CD5}">
      <dgm:prSet/>
      <dgm:spPr/>
      <dgm:t>
        <a:bodyPr/>
        <a:lstStyle/>
        <a:p>
          <a:endParaRPr lang="en-US"/>
        </a:p>
      </dgm:t>
    </dgm:pt>
    <dgm:pt modelId="{1F413E88-E9CA-1B40-9091-7CC11F0ADEDE}" type="sibTrans" cxnId="{82AF20F6-1E7E-6848-9149-176AE5A06CD5}">
      <dgm:prSet/>
      <dgm:spPr/>
      <dgm:t>
        <a:bodyPr/>
        <a:lstStyle/>
        <a:p>
          <a:endParaRPr lang="en-US"/>
        </a:p>
      </dgm:t>
    </dgm:pt>
    <dgm:pt modelId="{F2FAA561-1C1C-B54F-9AF6-36D1F385F69B}">
      <dgm:prSet phldrT="[Text]"/>
      <dgm:spPr/>
      <dgm:t>
        <a:bodyPr/>
        <a:lstStyle/>
        <a:p>
          <a:r>
            <a:rPr lang="en-US" dirty="0"/>
            <a:t>Speed of delivery is a core value</a:t>
          </a:r>
        </a:p>
      </dgm:t>
    </dgm:pt>
    <dgm:pt modelId="{03C69278-60A5-AE49-86D7-E4069F68D929}" type="parTrans" cxnId="{E3165A3A-01E2-BE4E-B7C6-F4BF3240AD9F}">
      <dgm:prSet/>
      <dgm:spPr/>
      <dgm:t>
        <a:bodyPr/>
        <a:lstStyle/>
        <a:p>
          <a:endParaRPr lang="en-US"/>
        </a:p>
      </dgm:t>
    </dgm:pt>
    <dgm:pt modelId="{91CA8D14-AB00-7F4D-AC29-FE8FAFBEBC97}" type="sibTrans" cxnId="{E3165A3A-01E2-BE4E-B7C6-F4BF3240AD9F}">
      <dgm:prSet/>
      <dgm:spPr/>
      <dgm:t>
        <a:bodyPr/>
        <a:lstStyle/>
        <a:p>
          <a:endParaRPr lang="en-US"/>
        </a:p>
      </dgm:t>
    </dgm:pt>
    <dgm:pt modelId="{06716D0E-D471-2E40-984F-DABA326FAD53}">
      <dgm:prSet phldrT="[Text]"/>
      <dgm:spPr/>
      <dgm:t>
        <a:bodyPr/>
        <a:lstStyle/>
        <a:p>
          <a:r>
            <a:rPr lang="en-US" dirty="0"/>
            <a:t>DevOps </a:t>
          </a:r>
        </a:p>
        <a:p>
          <a:r>
            <a:rPr lang="en-US" dirty="0"/>
            <a:t>“Pager”</a:t>
          </a:r>
        </a:p>
      </dgm:t>
    </dgm:pt>
    <dgm:pt modelId="{D3AF3DEF-A44C-314E-96E2-628222BC87EF}" type="parTrans" cxnId="{F31DF3BB-39F3-804A-AD21-9F395C57C333}">
      <dgm:prSet/>
      <dgm:spPr/>
      <dgm:t>
        <a:bodyPr/>
        <a:lstStyle/>
        <a:p>
          <a:endParaRPr lang="en-US"/>
        </a:p>
      </dgm:t>
    </dgm:pt>
    <dgm:pt modelId="{7B12E8E8-2AA6-394F-98C3-9406549D0B16}" type="sibTrans" cxnId="{F31DF3BB-39F3-804A-AD21-9F395C57C333}">
      <dgm:prSet/>
      <dgm:spPr/>
      <dgm:t>
        <a:bodyPr/>
        <a:lstStyle/>
        <a:p>
          <a:endParaRPr lang="en-US"/>
        </a:p>
      </dgm:t>
    </dgm:pt>
    <dgm:pt modelId="{D1CD568F-4051-404F-835C-9234E77434D5}">
      <dgm:prSet phldrT="[Text]"/>
      <dgm:spPr/>
      <dgm:t>
        <a:bodyPr/>
        <a:lstStyle/>
        <a:p>
          <a:r>
            <a:rPr lang="en-US" dirty="0"/>
            <a:t>Developers AND Operations </a:t>
          </a:r>
          <a:r>
            <a:rPr lang="en-US" i="1" dirty="0"/>
            <a:t>both</a:t>
          </a:r>
          <a:r>
            <a:rPr lang="en-US" i="0" dirty="0"/>
            <a:t> have pagers.</a:t>
          </a:r>
          <a:endParaRPr lang="en-US" dirty="0"/>
        </a:p>
      </dgm:t>
    </dgm:pt>
    <dgm:pt modelId="{B305335F-34E8-C048-BB5B-388FF9668380}" type="parTrans" cxnId="{3442E183-9CAF-B240-9DE0-559FE43814B3}">
      <dgm:prSet/>
      <dgm:spPr/>
      <dgm:t>
        <a:bodyPr/>
        <a:lstStyle/>
        <a:p>
          <a:endParaRPr lang="en-US"/>
        </a:p>
      </dgm:t>
    </dgm:pt>
    <dgm:pt modelId="{ED81764A-65F2-0B46-9C55-7464F7FB0B03}" type="sibTrans" cxnId="{3442E183-9CAF-B240-9DE0-559FE43814B3}">
      <dgm:prSet/>
      <dgm:spPr/>
      <dgm:t>
        <a:bodyPr/>
        <a:lstStyle/>
        <a:p>
          <a:endParaRPr lang="en-US"/>
        </a:p>
      </dgm:t>
    </dgm:pt>
    <dgm:pt modelId="{5B279B88-0EE9-4349-9E99-F55FDC113FC4}">
      <dgm:prSet phldrT="[Text]" custT="1"/>
      <dgm:spPr/>
      <dgm:t>
        <a:bodyPr/>
        <a:lstStyle/>
        <a:p>
          <a:r>
            <a:rPr lang="en-US" sz="1400" dirty="0"/>
            <a:t>If a system went down, the operations manager would take it offline until a developer could fix it.</a:t>
          </a:r>
        </a:p>
      </dgm:t>
    </dgm:pt>
    <dgm:pt modelId="{0CE14937-DE1D-EA43-BED6-4D66B5967FB0}" type="parTrans" cxnId="{C73EA0C7-D8EF-BC49-B191-2D4A7327EC5C}">
      <dgm:prSet/>
      <dgm:spPr/>
      <dgm:t>
        <a:bodyPr/>
        <a:lstStyle/>
        <a:p>
          <a:endParaRPr lang="en-US"/>
        </a:p>
      </dgm:t>
    </dgm:pt>
    <dgm:pt modelId="{78FC8672-01A0-7D42-978A-21341189E8CA}" type="sibTrans" cxnId="{C73EA0C7-D8EF-BC49-B191-2D4A7327EC5C}">
      <dgm:prSet/>
      <dgm:spPr/>
      <dgm:t>
        <a:bodyPr/>
        <a:lstStyle/>
        <a:p>
          <a:endParaRPr lang="en-US"/>
        </a:p>
      </dgm:t>
    </dgm:pt>
    <dgm:pt modelId="{D2AB2EAB-53E8-4342-8B0A-A09A00494914}">
      <dgm:prSet phldrT="[Text]"/>
      <dgm:spPr/>
      <dgm:t>
        <a:bodyPr/>
        <a:lstStyle/>
        <a:p>
          <a:r>
            <a:rPr lang="en-US" dirty="0"/>
            <a:t>Waiting for a developer downtown might be unacceptable, especially in systems that </a:t>
          </a:r>
          <a:r>
            <a:rPr lang="en-US" i="1" dirty="0"/>
            <a:t>need</a:t>
          </a:r>
          <a:r>
            <a:rPr lang="en-US" dirty="0"/>
            <a:t> to be up and running.  </a:t>
          </a:r>
        </a:p>
      </dgm:t>
    </dgm:pt>
    <dgm:pt modelId="{802053CE-930C-8148-8FAA-55B54144D251}" type="parTrans" cxnId="{CAE0161C-528D-9348-B2DC-39C62FAB77AB}">
      <dgm:prSet/>
      <dgm:spPr/>
      <dgm:t>
        <a:bodyPr/>
        <a:lstStyle/>
        <a:p>
          <a:endParaRPr lang="en-US"/>
        </a:p>
      </dgm:t>
    </dgm:pt>
    <dgm:pt modelId="{F7401847-5B2B-5141-B32A-0D9FAFD314D7}" type="sibTrans" cxnId="{CAE0161C-528D-9348-B2DC-39C62FAB77AB}">
      <dgm:prSet/>
      <dgm:spPr/>
      <dgm:t>
        <a:bodyPr/>
        <a:lstStyle/>
        <a:p>
          <a:endParaRPr lang="en-US"/>
        </a:p>
      </dgm:t>
    </dgm:pt>
    <dgm:pt modelId="{C851326F-DD72-4F42-9429-4F470ADE365B}">
      <dgm:prSet phldrT="[Text]"/>
      <dgm:spPr/>
      <dgm:t>
        <a:bodyPr/>
        <a:lstStyle/>
        <a:p>
          <a:r>
            <a:rPr lang="en-US" dirty="0"/>
            <a:t>Imagine a 911 dispatch system going down on a Friday night and having to wait until Business Hours on Monday before even starting on a fix?  HARD PASS.</a:t>
          </a:r>
        </a:p>
      </dgm:t>
    </dgm:pt>
    <dgm:pt modelId="{2911AB45-F0F9-C346-9869-5310AC672E60}" type="parTrans" cxnId="{581B5C34-3E5E-E442-A95C-E85F544AFEE1}">
      <dgm:prSet/>
      <dgm:spPr/>
      <dgm:t>
        <a:bodyPr/>
        <a:lstStyle/>
        <a:p>
          <a:endParaRPr lang="en-US"/>
        </a:p>
      </dgm:t>
    </dgm:pt>
    <dgm:pt modelId="{5C7AE92E-DFD3-E945-828A-802D5485CD77}" type="sibTrans" cxnId="{581B5C34-3E5E-E442-A95C-E85F544AFEE1}">
      <dgm:prSet/>
      <dgm:spPr/>
      <dgm:t>
        <a:bodyPr/>
        <a:lstStyle/>
        <a:p>
          <a:endParaRPr lang="en-US"/>
        </a:p>
      </dgm:t>
    </dgm:pt>
    <dgm:pt modelId="{963741FC-F4DC-524B-A42A-1B0721906078}">
      <dgm:prSet phldrT="[Text]"/>
      <dgm:spPr/>
      <dgm:t>
        <a:bodyPr/>
        <a:lstStyle/>
        <a:p>
          <a:r>
            <a:rPr lang="en-US" dirty="0"/>
            <a:t>When a System goes down, a developer is notified WITH operations.</a:t>
          </a:r>
        </a:p>
      </dgm:t>
    </dgm:pt>
    <dgm:pt modelId="{C53B8E3B-F043-1C48-A429-DE9DD2044EB6}" type="parTrans" cxnId="{AEECDEF4-5D78-3246-9F17-4DC399695D6C}">
      <dgm:prSet/>
      <dgm:spPr/>
      <dgm:t>
        <a:bodyPr/>
        <a:lstStyle/>
        <a:p>
          <a:endParaRPr lang="en-US"/>
        </a:p>
      </dgm:t>
    </dgm:pt>
    <dgm:pt modelId="{45DE2AA5-7CCF-904F-B7D2-C84AF6CF0562}" type="sibTrans" cxnId="{AEECDEF4-5D78-3246-9F17-4DC399695D6C}">
      <dgm:prSet/>
      <dgm:spPr/>
      <dgm:t>
        <a:bodyPr/>
        <a:lstStyle/>
        <a:p>
          <a:endParaRPr lang="en-US"/>
        </a:p>
      </dgm:t>
    </dgm:pt>
    <dgm:pt modelId="{D16E6B9E-6A5B-FC40-B2AD-AD659C74D375}">
      <dgm:prSet phldrT="[Text]"/>
      <dgm:spPr/>
      <dgm:t>
        <a:bodyPr/>
        <a:lstStyle/>
        <a:p>
          <a:r>
            <a:rPr lang="en-US" dirty="0"/>
            <a:t>The developer can already be working on the problem, and work with operations on what the best course of action is (is it a 5-minute fix, or does it need the full team?)</a:t>
          </a:r>
        </a:p>
      </dgm:t>
    </dgm:pt>
    <dgm:pt modelId="{34BD4F84-532B-2549-BEDE-4B4C0BCCD0E5}" type="parTrans" cxnId="{22877AAA-E0C5-8546-B18A-D962518E7C5F}">
      <dgm:prSet/>
      <dgm:spPr/>
      <dgm:t>
        <a:bodyPr/>
        <a:lstStyle/>
        <a:p>
          <a:endParaRPr lang="en-US"/>
        </a:p>
      </dgm:t>
    </dgm:pt>
    <dgm:pt modelId="{6C164333-6FB8-F547-93A7-E067AD4082C5}" type="sibTrans" cxnId="{22877AAA-E0C5-8546-B18A-D962518E7C5F}">
      <dgm:prSet/>
      <dgm:spPr/>
      <dgm:t>
        <a:bodyPr/>
        <a:lstStyle/>
        <a:p>
          <a:endParaRPr lang="en-US"/>
        </a:p>
      </dgm:t>
    </dgm:pt>
    <dgm:pt modelId="{C687F0C3-0125-7D40-B5E8-1B467F75B3DB}" type="pres">
      <dgm:prSet presAssocID="{DCEDE029-3294-2A4D-BAF8-E8CBFE4DF516}" presName="Name0" presStyleCnt="0">
        <dgm:presLayoutVars>
          <dgm:dir/>
          <dgm:animLvl val="lvl"/>
          <dgm:resizeHandles val="exact"/>
        </dgm:presLayoutVars>
      </dgm:prSet>
      <dgm:spPr/>
    </dgm:pt>
    <dgm:pt modelId="{B05E7D86-1983-424C-B903-366BAA863EA8}" type="pres">
      <dgm:prSet presAssocID="{06075534-2FAC-304B-91C4-116D4628D96A}" presName="linNode" presStyleCnt="0"/>
      <dgm:spPr/>
    </dgm:pt>
    <dgm:pt modelId="{15103D62-4C23-A948-9AE7-DCAE2AFAEF7B}" type="pres">
      <dgm:prSet presAssocID="{06075534-2FAC-304B-91C4-116D4628D96A}" presName="parentText" presStyleLbl="node1" presStyleIdx="0" presStyleCnt="3">
        <dgm:presLayoutVars>
          <dgm:chMax val="1"/>
          <dgm:bulletEnabled val="1"/>
        </dgm:presLayoutVars>
      </dgm:prSet>
      <dgm:spPr/>
    </dgm:pt>
    <dgm:pt modelId="{2D9177DD-ED9D-F44B-A7DC-95D082095501}" type="pres">
      <dgm:prSet presAssocID="{06075534-2FAC-304B-91C4-116D4628D96A}" presName="descendantText" presStyleLbl="alignAccFollowNode1" presStyleIdx="0" presStyleCnt="3" custScaleX="164990">
        <dgm:presLayoutVars>
          <dgm:bulletEnabled val="1"/>
        </dgm:presLayoutVars>
      </dgm:prSet>
      <dgm:spPr/>
    </dgm:pt>
    <dgm:pt modelId="{303A002C-2840-B040-B77B-E3294282768A}" type="pres">
      <dgm:prSet presAssocID="{67CC0D8D-6D4F-5342-8D11-FDDC17A005D8}" presName="sp" presStyleCnt="0"/>
      <dgm:spPr/>
    </dgm:pt>
    <dgm:pt modelId="{5BF5124F-E40B-3D42-B97F-AC1169D31397}" type="pres">
      <dgm:prSet presAssocID="{B99FB074-B1A6-8C45-B9A6-BD76EF48029E}" presName="linNode" presStyleCnt="0"/>
      <dgm:spPr/>
    </dgm:pt>
    <dgm:pt modelId="{7B74F4DC-6B77-8348-876B-DA03A98E702D}" type="pres">
      <dgm:prSet presAssocID="{B99FB074-B1A6-8C45-B9A6-BD76EF48029E}" presName="parentText" presStyleLbl="node1" presStyleIdx="1" presStyleCnt="3">
        <dgm:presLayoutVars>
          <dgm:chMax val="1"/>
          <dgm:bulletEnabled val="1"/>
        </dgm:presLayoutVars>
      </dgm:prSet>
      <dgm:spPr/>
    </dgm:pt>
    <dgm:pt modelId="{E04CA268-54D1-7242-A235-205BEB04A6A0}" type="pres">
      <dgm:prSet presAssocID="{B99FB074-B1A6-8C45-B9A6-BD76EF48029E}" presName="descendantText" presStyleLbl="alignAccFollowNode1" presStyleIdx="1" presStyleCnt="3" custScaleX="164990">
        <dgm:presLayoutVars>
          <dgm:bulletEnabled val="1"/>
        </dgm:presLayoutVars>
      </dgm:prSet>
      <dgm:spPr/>
    </dgm:pt>
    <dgm:pt modelId="{AAF62500-F934-7F48-88B3-AC08C5EEB24F}" type="pres">
      <dgm:prSet presAssocID="{1F413E88-E9CA-1B40-9091-7CC11F0ADEDE}" presName="sp" presStyleCnt="0"/>
      <dgm:spPr/>
    </dgm:pt>
    <dgm:pt modelId="{CED5344C-366B-014C-88E1-ABF5983478C7}" type="pres">
      <dgm:prSet presAssocID="{06716D0E-D471-2E40-984F-DABA326FAD53}" presName="linNode" presStyleCnt="0"/>
      <dgm:spPr/>
    </dgm:pt>
    <dgm:pt modelId="{D42CD546-9ABF-C740-A2BA-14701B81AE32}" type="pres">
      <dgm:prSet presAssocID="{06716D0E-D471-2E40-984F-DABA326FAD53}" presName="parentText" presStyleLbl="node1" presStyleIdx="2" presStyleCnt="3">
        <dgm:presLayoutVars>
          <dgm:chMax val="1"/>
          <dgm:bulletEnabled val="1"/>
        </dgm:presLayoutVars>
      </dgm:prSet>
      <dgm:spPr/>
    </dgm:pt>
    <dgm:pt modelId="{CA81E7AA-E0BF-DB42-8F75-F9B4384EB052}" type="pres">
      <dgm:prSet presAssocID="{06716D0E-D471-2E40-984F-DABA326FAD53}" presName="descendantText" presStyleLbl="alignAccFollowNode1" presStyleIdx="2" presStyleCnt="3" custScaleX="164990">
        <dgm:presLayoutVars>
          <dgm:bulletEnabled val="1"/>
        </dgm:presLayoutVars>
      </dgm:prSet>
      <dgm:spPr/>
    </dgm:pt>
  </dgm:ptLst>
  <dgm:cxnLst>
    <dgm:cxn modelId="{7430440E-2137-2940-9822-CFF2328FF540}" type="presOf" srcId="{D1CD568F-4051-404F-835C-9234E77434D5}" destId="{CA81E7AA-E0BF-DB42-8F75-F9B4384EB052}" srcOrd="0" destOrd="0" presId="urn:microsoft.com/office/officeart/2005/8/layout/vList5"/>
    <dgm:cxn modelId="{1C64F416-C219-7649-AC4D-3324026DEEF6}" type="presOf" srcId="{D2AB2EAB-53E8-4342-8B0A-A09A00494914}" destId="{E04CA268-54D1-7242-A235-205BEB04A6A0}" srcOrd="0" destOrd="1" presId="urn:microsoft.com/office/officeart/2005/8/layout/vList5"/>
    <dgm:cxn modelId="{91807F1B-C4BB-CA43-B0A8-5AC12C468DE9}" type="presOf" srcId="{5B279B88-0EE9-4349-9E99-F55FDC113FC4}" destId="{2D9177DD-ED9D-F44B-A7DC-95D082095501}" srcOrd="0" destOrd="1" presId="urn:microsoft.com/office/officeart/2005/8/layout/vList5"/>
    <dgm:cxn modelId="{CAE0161C-528D-9348-B2DC-39C62FAB77AB}" srcId="{B99FB074-B1A6-8C45-B9A6-BD76EF48029E}" destId="{D2AB2EAB-53E8-4342-8B0A-A09A00494914}" srcOrd="1" destOrd="0" parTransId="{802053CE-930C-8148-8FAA-55B54144D251}" sibTransId="{F7401847-5B2B-5141-B32A-0D9FAFD314D7}"/>
    <dgm:cxn modelId="{D6A66E2E-874E-8C45-B66E-C39B1093BA12}" type="presOf" srcId="{C851326F-DD72-4F42-9429-4F470ADE365B}" destId="{E04CA268-54D1-7242-A235-205BEB04A6A0}" srcOrd="0" destOrd="2" presId="urn:microsoft.com/office/officeart/2005/8/layout/vList5"/>
    <dgm:cxn modelId="{581B5C34-3E5E-E442-A95C-E85F544AFEE1}" srcId="{B99FB074-B1A6-8C45-B9A6-BD76EF48029E}" destId="{C851326F-DD72-4F42-9429-4F470ADE365B}" srcOrd="2" destOrd="0" parTransId="{2911AB45-F0F9-C346-9869-5310AC672E60}" sibTransId="{5C7AE92E-DFD3-E945-828A-802D5485CD77}"/>
    <dgm:cxn modelId="{E3165A3A-01E2-BE4E-B7C6-F4BF3240AD9F}" srcId="{B99FB074-B1A6-8C45-B9A6-BD76EF48029E}" destId="{F2FAA561-1C1C-B54F-9AF6-36D1F385F69B}" srcOrd="0" destOrd="0" parTransId="{03C69278-60A5-AE49-86D7-E4069F68D929}" sibTransId="{91CA8D14-AB00-7F4D-AC29-FE8FAFBEBC97}"/>
    <dgm:cxn modelId="{961F624C-01E4-3647-8F4D-7F8BC087F979}" type="presOf" srcId="{963741FC-F4DC-524B-A42A-1B0721906078}" destId="{CA81E7AA-E0BF-DB42-8F75-F9B4384EB052}" srcOrd="0" destOrd="1" presId="urn:microsoft.com/office/officeart/2005/8/layout/vList5"/>
    <dgm:cxn modelId="{50C1E463-F60B-1744-8633-88B0D4357423}" type="presOf" srcId="{06716D0E-D471-2E40-984F-DABA326FAD53}" destId="{D42CD546-9ABF-C740-A2BA-14701B81AE32}" srcOrd="0" destOrd="0" presId="urn:microsoft.com/office/officeart/2005/8/layout/vList5"/>
    <dgm:cxn modelId="{0E81567F-561D-BB45-82E3-98F7F23DC51B}" type="presOf" srcId="{D16E6B9E-6A5B-FC40-B2AD-AD659C74D375}" destId="{CA81E7AA-E0BF-DB42-8F75-F9B4384EB052}" srcOrd="0" destOrd="2" presId="urn:microsoft.com/office/officeart/2005/8/layout/vList5"/>
    <dgm:cxn modelId="{8F243881-A5E3-2145-8E9D-255094BA6721}" type="presOf" srcId="{B99FB074-B1A6-8C45-B9A6-BD76EF48029E}" destId="{7B74F4DC-6B77-8348-876B-DA03A98E702D}" srcOrd="0" destOrd="0" presId="urn:microsoft.com/office/officeart/2005/8/layout/vList5"/>
    <dgm:cxn modelId="{3442E183-9CAF-B240-9DE0-559FE43814B3}" srcId="{06716D0E-D471-2E40-984F-DABA326FAD53}" destId="{D1CD568F-4051-404F-835C-9234E77434D5}" srcOrd="0" destOrd="0" parTransId="{B305335F-34E8-C048-BB5B-388FF9668380}" sibTransId="{ED81764A-65F2-0B46-9C55-7464F7FB0B03}"/>
    <dgm:cxn modelId="{3D5D5DA8-50ED-404F-9B8A-F81D3FE0E24D}" type="presOf" srcId="{06075534-2FAC-304B-91C4-116D4628D96A}" destId="{15103D62-4C23-A948-9AE7-DCAE2AFAEF7B}" srcOrd="0" destOrd="0" presId="urn:microsoft.com/office/officeart/2005/8/layout/vList5"/>
    <dgm:cxn modelId="{22877AAA-E0C5-8546-B18A-D962518E7C5F}" srcId="{06716D0E-D471-2E40-984F-DABA326FAD53}" destId="{D16E6B9E-6A5B-FC40-B2AD-AD659C74D375}" srcOrd="2" destOrd="0" parTransId="{34BD4F84-532B-2549-BEDE-4B4C0BCCD0E5}" sibTransId="{6C164333-6FB8-F547-93A7-E067AD4082C5}"/>
    <dgm:cxn modelId="{8ACA77AB-5295-1143-9DAE-37301848B20F}" type="presOf" srcId="{F2FAA561-1C1C-B54F-9AF6-36D1F385F69B}" destId="{E04CA268-54D1-7242-A235-205BEB04A6A0}" srcOrd="0" destOrd="0" presId="urn:microsoft.com/office/officeart/2005/8/layout/vList5"/>
    <dgm:cxn modelId="{F31DF3BB-39F3-804A-AD21-9F395C57C333}" srcId="{DCEDE029-3294-2A4D-BAF8-E8CBFE4DF516}" destId="{06716D0E-D471-2E40-984F-DABA326FAD53}" srcOrd="2" destOrd="0" parTransId="{D3AF3DEF-A44C-314E-96E2-628222BC87EF}" sibTransId="{7B12E8E8-2AA6-394F-98C3-9406549D0B16}"/>
    <dgm:cxn modelId="{C73EA0C7-D8EF-BC49-B191-2D4A7327EC5C}" srcId="{06075534-2FAC-304B-91C4-116D4628D96A}" destId="{5B279B88-0EE9-4349-9E99-F55FDC113FC4}" srcOrd="1" destOrd="0" parTransId="{0CE14937-DE1D-EA43-BED6-4D66B5967FB0}" sibTransId="{78FC8672-01A0-7D42-978A-21341189E8CA}"/>
    <dgm:cxn modelId="{4D3CCDD2-DD95-3F4F-B134-959EADF0C76C}" srcId="{DCEDE029-3294-2A4D-BAF8-E8CBFE4DF516}" destId="{06075534-2FAC-304B-91C4-116D4628D96A}" srcOrd="0" destOrd="0" parTransId="{AB765C32-E3AE-9649-AE76-428AE33E8698}" sibTransId="{67CC0D8D-6D4F-5342-8D11-FDDC17A005D8}"/>
    <dgm:cxn modelId="{F6AA89DB-4DBE-4D4D-8E74-4B70953801F8}" type="presOf" srcId="{DCEDE029-3294-2A4D-BAF8-E8CBFE4DF516}" destId="{C687F0C3-0125-7D40-B5E8-1B467F75B3DB}" srcOrd="0" destOrd="0" presId="urn:microsoft.com/office/officeart/2005/8/layout/vList5"/>
    <dgm:cxn modelId="{AB11D7DD-B810-2C4B-9DC2-9B11E50C828C}" type="presOf" srcId="{6D933B5C-4B63-E84E-8E7D-719069C2CE4B}" destId="{2D9177DD-ED9D-F44B-A7DC-95D082095501}" srcOrd="0" destOrd="0" presId="urn:microsoft.com/office/officeart/2005/8/layout/vList5"/>
    <dgm:cxn modelId="{4E0EBAF2-BE3E-FC47-BC5B-0926B1A408C9}" srcId="{06075534-2FAC-304B-91C4-116D4628D96A}" destId="{6D933B5C-4B63-E84E-8E7D-719069C2CE4B}" srcOrd="0" destOrd="0" parTransId="{40466C40-088C-7541-99AE-F4A4F1CF7018}" sibTransId="{E03BBA46-980C-D449-AB24-51103A9544A4}"/>
    <dgm:cxn modelId="{AEECDEF4-5D78-3246-9F17-4DC399695D6C}" srcId="{06716D0E-D471-2E40-984F-DABA326FAD53}" destId="{963741FC-F4DC-524B-A42A-1B0721906078}" srcOrd="1" destOrd="0" parTransId="{C53B8E3B-F043-1C48-A429-DE9DD2044EB6}" sibTransId="{45DE2AA5-7CCF-904F-B7D2-C84AF6CF0562}"/>
    <dgm:cxn modelId="{82AF20F6-1E7E-6848-9149-176AE5A06CD5}" srcId="{DCEDE029-3294-2A4D-BAF8-E8CBFE4DF516}" destId="{B99FB074-B1A6-8C45-B9A6-BD76EF48029E}" srcOrd="1" destOrd="0" parTransId="{9D6DEE8D-5901-9747-AB54-530768EFE6A8}" sibTransId="{1F413E88-E9CA-1B40-9091-7CC11F0ADEDE}"/>
    <dgm:cxn modelId="{08EDAB89-8821-9C44-890E-D92034DBFE22}" type="presParOf" srcId="{C687F0C3-0125-7D40-B5E8-1B467F75B3DB}" destId="{B05E7D86-1983-424C-B903-366BAA863EA8}" srcOrd="0" destOrd="0" presId="urn:microsoft.com/office/officeart/2005/8/layout/vList5"/>
    <dgm:cxn modelId="{622C5232-DCE8-7848-AEB7-0382C60D66A0}" type="presParOf" srcId="{B05E7D86-1983-424C-B903-366BAA863EA8}" destId="{15103D62-4C23-A948-9AE7-DCAE2AFAEF7B}" srcOrd="0" destOrd="0" presId="urn:microsoft.com/office/officeart/2005/8/layout/vList5"/>
    <dgm:cxn modelId="{C7ADFD89-203C-004E-A65A-A5764890DF5A}" type="presParOf" srcId="{B05E7D86-1983-424C-B903-366BAA863EA8}" destId="{2D9177DD-ED9D-F44B-A7DC-95D082095501}" srcOrd="1" destOrd="0" presId="urn:microsoft.com/office/officeart/2005/8/layout/vList5"/>
    <dgm:cxn modelId="{A9F0EF65-08CD-9449-A423-C5F40A295920}" type="presParOf" srcId="{C687F0C3-0125-7D40-B5E8-1B467F75B3DB}" destId="{303A002C-2840-B040-B77B-E3294282768A}" srcOrd="1" destOrd="0" presId="urn:microsoft.com/office/officeart/2005/8/layout/vList5"/>
    <dgm:cxn modelId="{A72D9355-2359-9649-A4D1-CF96A17D0F3A}" type="presParOf" srcId="{C687F0C3-0125-7D40-B5E8-1B467F75B3DB}" destId="{5BF5124F-E40B-3D42-B97F-AC1169D31397}" srcOrd="2" destOrd="0" presId="urn:microsoft.com/office/officeart/2005/8/layout/vList5"/>
    <dgm:cxn modelId="{17F7EFBD-BB61-AE43-AF74-A768CC7C8E3C}" type="presParOf" srcId="{5BF5124F-E40B-3D42-B97F-AC1169D31397}" destId="{7B74F4DC-6B77-8348-876B-DA03A98E702D}" srcOrd="0" destOrd="0" presId="urn:microsoft.com/office/officeart/2005/8/layout/vList5"/>
    <dgm:cxn modelId="{E7A5BC0E-838C-324C-8A97-426418F74D62}" type="presParOf" srcId="{5BF5124F-E40B-3D42-B97F-AC1169D31397}" destId="{E04CA268-54D1-7242-A235-205BEB04A6A0}" srcOrd="1" destOrd="0" presId="urn:microsoft.com/office/officeart/2005/8/layout/vList5"/>
    <dgm:cxn modelId="{1728F5A9-AFF5-F444-951E-297A9B4C5C26}" type="presParOf" srcId="{C687F0C3-0125-7D40-B5E8-1B467F75B3DB}" destId="{AAF62500-F934-7F48-88B3-AC08C5EEB24F}" srcOrd="3" destOrd="0" presId="urn:microsoft.com/office/officeart/2005/8/layout/vList5"/>
    <dgm:cxn modelId="{15CBF18A-C99E-9940-B6C8-B46FB792385E}" type="presParOf" srcId="{C687F0C3-0125-7D40-B5E8-1B467F75B3DB}" destId="{CED5344C-366B-014C-88E1-ABF5983478C7}" srcOrd="4" destOrd="0" presId="urn:microsoft.com/office/officeart/2005/8/layout/vList5"/>
    <dgm:cxn modelId="{E0558152-EFC3-D94F-B819-6A041482F7CF}" type="presParOf" srcId="{CED5344C-366B-014C-88E1-ABF5983478C7}" destId="{D42CD546-9ABF-C740-A2BA-14701B81AE32}" srcOrd="0" destOrd="0" presId="urn:microsoft.com/office/officeart/2005/8/layout/vList5"/>
    <dgm:cxn modelId="{2908D12A-97F5-354E-AB82-9D57845A5FCF}" type="presParOf" srcId="{CED5344C-366B-014C-88E1-ABF5983478C7}" destId="{CA81E7AA-E0BF-DB42-8F75-F9B4384EB052}"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77174D0-6909-1D43-BB1F-E834A9510ED4}" type="doc">
      <dgm:prSet loTypeId="urn:microsoft.com/office/officeart/2005/8/layout/default" loCatId="" qsTypeId="urn:microsoft.com/office/officeart/2005/8/quickstyle/3d3" qsCatId="3D" csTypeId="urn:microsoft.com/office/officeart/2005/8/colors/accent1_2" csCatId="accent1" phldr="1"/>
      <dgm:spPr/>
      <dgm:t>
        <a:bodyPr/>
        <a:lstStyle/>
        <a:p>
          <a:endParaRPr lang="en-US"/>
        </a:p>
      </dgm:t>
    </dgm:pt>
    <dgm:pt modelId="{55F5457A-56E5-4C45-BF69-93CE564CC17B}">
      <dgm:prSet phldrT="[Text]"/>
      <dgm:spPr/>
      <dgm:t>
        <a:bodyPr/>
        <a:lstStyle/>
        <a:p>
          <a:r>
            <a:rPr lang="en-US" dirty="0"/>
            <a:t>Why it Works</a:t>
          </a:r>
        </a:p>
      </dgm:t>
    </dgm:pt>
    <dgm:pt modelId="{202AE098-6369-8A44-98C2-38899FF09876}" type="parTrans" cxnId="{253A1B3A-6203-6645-8A40-A341A12054FF}">
      <dgm:prSet/>
      <dgm:spPr/>
      <dgm:t>
        <a:bodyPr/>
        <a:lstStyle/>
        <a:p>
          <a:endParaRPr lang="en-US"/>
        </a:p>
      </dgm:t>
    </dgm:pt>
    <dgm:pt modelId="{E21B07E7-E9DF-964B-B617-5507D6DDCDB2}" type="sibTrans" cxnId="{253A1B3A-6203-6645-8A40-A341A12054FF}">
      <dgm:prSet/>
      <dgm:spPr/>
      <dgm:t>
        <a:bodyPr/>
        <a:lstStyle/>
        <a:p>
          <a:endParaRPr lang="en-US"/>
        </a:p>
      </dgm:t>
    </dgm:pt>
    <dgm:pt modelId="{ED870EAE-2746-4149-93DE-FBEC47566B72}" type="pres">
      <dgm:prSet presAssocID="{B77174D0-6909-1D43-BB1F-E834A9510ED4}" presName="diagram" presStyleCnt="0">
        <dgm:presLayoutVars>
          <dgm:dir/>
          <dgm:resizeHandles val="exact"/>
        </dgm:presLayoutVars>
      </dgm:prSet>
      <dgm:spPr/>
    </dgm:pt>
    <dgm:pt modelId="{BFF1AAD4-3092-2649-87C8-2A4ABCE6C901}" type="pres">
      <dgm:prSet presAssocID="{55F5457A-56E5-4C45-BF69-93CE564CC17B}" presName="node" presStyleLbl="node1" presStyleIdx="0" presStyleCnt="1" custScaleX="716801" custLinFactNeighborX="5642" custLinFactNeighborY="28">
        <dgm:presLayoutVars>
          <dgm:bulletEnabled val="1"/>
        </dgm:presLayoutVars>
      </dgm:prSet>
      <dgm:spPr/>
    </dgm:pt>
  </dgm:ptLst>
  <dgm:cxnLst>
    <dgm:cxn modelId="{D6F20209-7CD2-E64E-9A9F-D67CF6CF4BB2}" type="presOf" srcId="{55F5457A-56E5-4C45-BF69-93CE564CC17B}" destId="{BFF1AAD4-3092-2649-87C8-2A4ABCE6C901}" srcOrd="0" destOrd="0" presId="urn:microsoft.com/office/officeart/2005/8/layout/default"/>
    <dgm:cxn modelId="{253A1B3A-6203-6645-8A40-A341A12054FF}" srcId="{B77174D0-6909-1D43-BB1F-E834A9510ED4}" destId="{55F5457A-56E5-4C45-BF69-93CE564CC17B}" srcOrd="0" destOrd="0" parTransId="{202AE098-6369-8A44-98C2-38899FF09876}" sibTransId="{E21B07E7-E9DF-964B-B617-5507D6DDCDB2}"/>
    <dgm:cxn modelId="{E6CE8790-26A9-434E-9BF1-7CAD82D20A0D}" type="presOf" srcId="{B77174D0-6909-1D43-BB1F-E834A9510ED4}" destId="{ED870EAE-2746-4149-93DE-FBEC47566B72}" srcOrd="0" destOrd="0" presId="urn:microsoft.com/office/officeart/2005/8/layout/default"/>
    <dgm:cxn modelId="{91D7901C-E793-DF4D-A0D4-A3AC8964FD03}" type="presParOf" srcId="{ED870EAE-2746-4149-93DE-FBEC47566B72}" destId="{BFF1AAD4-3092-2649-87C8-2A4ABCE6C901}"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377F53F-7471-444D-BA78-1D4B3DF94970}" type="doc">
      <dgm:prSet loTypeId="urn:microsoft.com/office/officeart/2005/8/layout/hList1" loCatId="" qsTypeId="urn:microsoft.com/office/officeart/2005/8/quickstyle/3d2" qsCatId="3D" csTypeId="urn:microsoft.com/office/officeart/2005/8/colors/accent1_2" csCatId="accent1" phldr="1"/>
      <dgm:spPr/>
      <dgm:t>
        <a:bodyPr/>
        <a:lstStyle/>
        <a:p>
          <a:endParaRPr lang="en-US"/>
        </a:p>
      </dgm:t>
    </dgm:pt>
    <dgm:pt modelId="{EFE99BAD-155A-1542-8B38-8C2B8A70AB4C}">
      <dgm:prSet phldrT="[Text]"/>
      <dgm:spPr/>
      <dgm:t>
        <a:bodyPr/>
        <a:lstStyle/>
        <a:p>
          <a:r>
            <a:rPr lang="en-US" dirty="0"/>
            <a:t>Visceral Feedback</a:t>
          </a:r>
        </a:p>
      </dgm:t>
    </dgm:pt>
    <dgm:pt modelId="{EB755559-06E6-484E-80F1-5841A501D5E2}" type="parTrans" cxnId="{0F0DE4D0-6C66-C646-BBB5-91EDE9EA41AF}">
      <dgm:prSet/>
      <dgm:spPr/>
      <dgm:t>
        <a:bodyPr/>
        <a:lstStyle/>
        <a:p>
          <a:endParaRPr lang="en-US"/>
        </a:p>
      </dgm:t>
    </dgm:pt>
    <dgm:pt modelId="{BC979E6E-8B11-E64A-85B5-955AA4A49700}" type="sibTrans" cxnId="{0F0DE4D0-6C66-C646-BBB5-91EDE9EA41AF}">
      <dgm:prSet/>
      <dgm:spPr/>
      <dgm:t>
        <a:bodyPr/>
        <a:lstStyle/>
        <a:p>
          <a:endParaRPr lang="en-US"/>
        </a:p>
      </dgm:t>
    </dgm:pt>
    <dgm:pt modelId="{84D007F8-FFD7-B148-83AD-9BB6FA65E7C0}">
      <dgm:prSet phldrT="[Text]"/>
      <dgm:spPr/>
      <dgm:t>
        <a:bodyPr/>
        <a:lstStyle/>
        <a:p>
          <a:r>
            <a:rPr lang="en-US" dirty="0"/>
            <a:t>More Developer Buy In</a:t>
          </a:r>
        </a:p>
      </dgm:t>
    </dgm:pt>
    <dgm:pt modelId="{E822F8B4-0ABC-8C4D-B8CF-12079358146D}" type="parTrans" cxnId="{F30E5FCE-3F69-AF4D-ADA0-08DEF4FD4326}">
      <dgm:prSet/>
      <dgm:spPr/>
      <dgm:t>
        <a:bodyPr/>
        <a:lstStyle/>
        <a:p>
          <a:endParaRPr lang="en-US"/>
        </a:p>
      </dgm:t>
    </dgm:pt>
    <dgm:pt modelId="{19884096-4E02-4D49-90CA-7BE1B0AD535E}" type="sibTrans" cxnId="{F30E5FCE-3F69-AF4D-ADA0-08DEF4FD4326}">
      <dgm:prSet/>
      <dgm:spPr/>
      <dgm:t>
        <a:bodyPr/>
        <a:lstStyle/>
        <a:p>
          <a:endParaRPr lang="en-US"/>
        </a:p>
      </dgm:t>
    </dgm:pt>
    <dgm:pt modelId="{E5A3E217-6756-2142-9CEF-ABC2C143074D}">
      <dgm:prSet phldrT="[Text]"/>
      <dgm:spPr/>
      <dgm:t>
        <a:bodyPr/>
        <a:lstStyle/>
        <a:p>
          <a:r>
            <a:rPr lang="en-US" dirty="0"/>
            <a:t>If a developer is “on the hook” for a 2AM phone call, they tend to care more about the quality of their commits.</a:t>
          </a:r>
        </a:p>
      </dgm:t>
    </dgm:pt>
    <dgm:pt modelId="{3A4D9C3F-9889-7843-A7F4-B8A00AD24BAC}" type="parTrans" cxnId="{221F61A0-9094-AA46-8E82-83AFC74A85FB}">
      <dgm:prSet/>
      <dgm:spPr/>
      <dgm:t>
        <a:bodyPr/>
        <a:lstStyle/>
        <a:p>
          <a:endParaRPr lang="en-US"/>
        </a:p>
      </dgm:t>
    </dgm:pt>
    <dgm:pt modelId="{5AA1BBDD-9633-0F46-87A7-61042087A9BC}" type="sibTrans" cxnId="{221F61A0-9094-AA46-8E82-83AFC74A85FB}">
      <dgm:prSet/>
      <dgm:spPr/>
      <dgm:t>
        <a:bodyPr/>
        <a:lstStyle/>
        <a:p>
          <a:endParaRPr lang="en-US"/>
        </a:p>
      </dgm:t>
    </dgm:pt>
    <dgm:pt modelId="{B3DCB2E2-2A1F-2046-934F-7BC0732ECA8B}">
      <dgm:prSet phldrT="[Text]"/>
      <dgm:spPr/>
      <dgm:t>
        <a:bodyPr/>
        <a:lstStyle/>
        <a:p>
          <a:r>
            <a:rPr lang="en-US" dirty="0"/>
            <a:t>Faster Fixing</a:t>
          </a:r>
        </a:p>
      </dgm:t>
    </dgm:pt>
    <dgm:pt modelId="{D0C6348F-82D1-584C-9802-DB1A2B057F5D}" type="parTrans" cxnId="{CF3BAB47-6F3E-EA44-B18E-999CD2BB15C5}">
      <dgm:prSet/>
      <dgm:spPr/>
      <dgm:t>
        <a:bodyPr/>
        <a:lstStyle/>
        <a:p>
          <a:endParaRPr lang="en-US"/>
        </a:p>
      </dgm:t>
    </dgm:pt>
    <dgm:pt modelId="{FF62B0DA-A7D9-C54D-9DE1-2EF086F394CF}" type="sibTrans" cxnId="{CF3BAB47-6F3E-EA44-B18E-999CD2BB15C5}">
      <dgm:prSet/>
      <dgm:spPr/>
      <dgm:t>
        <a:bodyPr/>
        <a:lstStyle/>
        <a:p>
          <a:endParaRPr lang="en-US"/>
        </a:p>
      </dgm:t>
    </dgm:pt>
    <dgm:pt modelId="{814418D3-C527-4649-A834-D26B4D453381}">
      <dgm:prSet phldrT="[Text]"/>
      <dgm:spPr/>
      <dgm:t>
        <a:bodyPr/>
        <a:lstStyle/>
        <a:p>
          <a:r>
            <a:rPr lang="en-US" dirty="0"/>
            <a:t>Ops doesn’t need to “wake up the dev” at 2AM for a critical fix (like 911 going down).  They’re already on it.</a:t>
          </a:r>
        </a:p>
      </dgm:t>
    </dgm:pt>
    <dgm:pt modelId="{5469CCC0-1642-204B-9D5F-CFA02F404DD0}" type="parTrans" cxnId="{C0787EA8-680B-9846-A525-62840A46E23C}">
      <dgm:prSet/>
      <dgm:spPr/>
      <dgm:t>
        <a:bodyPr/>
        <a:lstStyle/>
        <a:p>
          <a:endParaRPr lang="en-US"/>
        </a:p>
      </dgm:t>
    </dgm:pt>
    <dgm:pt modelId="{18F7FE42-79EE-A149-82EE-6E4E37652616}" type="sibTrans" cxnId="{C0787EA8-680B-9846-A525-62840A46E23C}">
      <dgm:prSet/>
      <dgm:spPr/>
      <dgm:t>
        <a:bodyPr/>
        <a:lstStyle/>
        <a:p>
          <a:endParaRPr lang="en-US"/>
        </a:p>
      </dgm:t>
    </dgm:pt>
    <dgm:pt modelId="{97B906A9-F199-9F44-BE64-7A2281D63639}">
      <dgm:prSet phldrT="[Text]"/>
      <dgm:spPr/>
      <dgm:t>
        <a:bodyPr/>
        <a:lstStyle/>
        <a:p>
          <a:r>
            <a:rPr lang="en-US" dirty="0"/>
            <a:t>Developers get more direct feedback about the issue, making it easier to get to the root cause.</a:t>
          </a:r>
        </a:p>
      </dgm:t>
    </dgm:pt>
    <dgm:pt modelId="{AD5D0F26-1BFA-5E43-8CDB-8924B99F0AAA}" type="parTrans" cxnId="{5402075B-4E25-8D4C-999A-22E4F825153A}">
      <dgm:prSet/>
      <dgm:spPr/>
      <dgm:t>
        <a:bodyPr/>
        <a:lstStyle/>
        <a:p>
          <a:endParaRPr lang="en-US"/>
        </a:p>
      </dgm:t>
    </dgm:pt>
    <dgm:pt modelId="{390BAF36-C48B-F047-8238-4E77E807530C}" type="sibTrans" cxnId="{5402075B-4E25-8D4C-999A-22E4F825153A}">
      <dgm:prSet/>
      <dgm:spPr/>
      <dgm:t>
        <a:bodyPr/>
        <a:lstStyle/>
        <a:p>
          <a:endParaRPr lang="en-US"/>
        </a:p>
      </dgm:t>
    </dgm:pt>
    <dgm:pt modelId="{535345E5-52E3-DC47-AFB0-99BBDF8B17EA}" type="pres">
      <dgm:prSet presAssocID="{8377F53F-7471-444D-BA78-1D4B3DF94970}" presName="Name0" presStyleCnt="0">
        <dgm:presLayoutVars>
          <dgm:dir/>
          <dgm:animLvl val="lvl"/>
          <dgm:resizeHandles val="exact"/>
        </dgm:presLayoutVars>
      </dgm:prSet>
      <dgm:spPr/>
    </dgm:pt>
    <dgm:pt modelId="{8B7FCD46-F7B8-8047-9105-30E9A933F172}" type="pres">
      <dgm:prSet presAssocID="{EFE99BAD-155A-1542-8B38-8C2B8A70AB4C}" presName="composite" presStyleCnt="0"/>
      <dgm:spPr/>
    </dgm:pt>
    <dgm:pt modelId="{5F68618A-0227-8144-AE5C-5728458494D8}" type="pres">
      <dgm:prSet presAssocID="{EFE99BAD-155A-1542-8B38-8C2B8A70AB4C}" presName="parTx" presStyleLbl="alignNode1" presStyleIdx="0" presStyleCnt="3">
        <dgm:presLayoutVars>
          <dgm:chMax val="0"/>
          <dgm:chPref val="0"/>
          <dgm:bulletEnabled val="1"/>
        </dgm:presLayoutVars>
      </dgm:prSet>
      <dgm:spPr/>
    </dgm:pt>
    <dgm:pt modelId="{560F072D-399E-7145-A1CE-AB98D11DFEA0}" type="pres">
      <dgm:prSet presAssocID="{EFE99BAD-155A-1542-8B38-8C2B8A70AB4C}" presName="desTx" presStyleLbl="alignAccFollowNode1" presStyleIdx="0" presStyleCnt="3">
        <dgm:presLayoutVars>
          <dgm:bulletEnabled val="1"/>
        </dgm:presLayoutVars>
      </dgm:prSet>
      <dgm:spPr/>
    </dgm:pt>
    <dgm:pt modelId="{5988DA93-FDA4-6144-A189-A0520B75B33A}" type="pres">
      <dgm:prSet presAssocID="{BC979E6E-8B11-E64A-85B5-955AA4A49700}" presName="space" presStyleCnt="0"/>
      <dgm:spPr/>
    </dgm:pt>
    <dgm:pt modelId="{2BFAECB8-7BDA-104A-9B84-1C72F24AA174}" type="pres">
      <dgm:prSet presAssocID="{84D007F8-FFD7-B148-83AD-9BB6FA65E7C0}" presName="composite" presStyleCnt="0"/>
      <dgm:spPr/>
    </dgm:pt>
    <dgm:pt modelId="{51C6602E-2486-5643-8956-24EBE543C284}" type="pres">
      <dgm:prSet presAssocID="{84D007F8-FFD7-B148-83AD-9BB6FA65E7C0}" presName="parTx" presStyleLbl="alignNode1" presStyleIdx="1" presStyleCnt="3">
        <dgm:presLayoutVars>
          <dgm:chMax val="0"/>
          <dgm:chPref val="0"/>
          <dgm:bulletEnabled val="1"/>
        </dgm:presLayoutVars>
      </dgm:prSet>
      <dgm:spPr/>
    </dgm:pt>
    <dgm:pt modelId="{85674E27-3FD8-4145-90E7-AE7A2DCB54DC}" type="pres">
      <dgm:prSet presAssocID="{84D007F8-FFD7-B148-83AD-9BB6FA65E7C0}" presName="desTx" presStyleLbl="alignAccFollowNode1" presStyleIdx="1" presStyleCnt="3">
        <dgm:presLayoutVars>
          <dgm:bulletEnabled val="1"/>
        </dgm:presLayoutVars>
      </dgm:prSet>
      <dgm:spPr/>
    </dgm:pt>
    <dgm:pt modelId="{3FF6AADA-4C66-E542-AD0A-DDB6DB52D4B7}" type="pres">
      <dgm:prSet presAssocID="{19884096-4E02-4D49-90CA-7BE1B0AD535E}" presName="space" presStyleCnt="0"/>
      <dgm:spPr/>
    </dgm:pt>
    <dgm:pt modelId="{5079E26C-1665-BB47-B9B8-31B3C8DF9583}" type="pres">
      <dgm:prSet presAssocID="{B3DCB2E2-2A1F-2046-934F-7BC0732ECA8B}" presName="composite" presStyleCnt="0"/>
      <dgm:spPr/>
    </dgm:pt>
    <dgm:pt modelId="{BF92AE71-8F35-7946-ACB9-E43840E94A58}" type="pres">
      <dgm:prSet presAssocID="{B3DCB2E2-2A1F-2046-934F-7BC0732ECA8B}" presName="parTx" presStyleLbl="alignNode1" presStyleIdx="2" presStyleCnt="3">
        <dgm:presLayoutVars>
          <dgm:chMax val="0"/>
          <dgm:chPref val="0"/>
          <dgm:bulletEnabled val="1"/>
        </dgm:presLayoutVars>
      </dgm:prSet>
      <dgm:spPr/>
    </dgm:pt>
    <dgm:pt modelId="{B8F89BCE-2C8F-DF4B-B8A7-20594577CE59}" type="pres">
      <dgm:prSet presAssocID="{B3DCB2E2-2A1F-2046-934F-7BC0732ECA8B}" presName="desTx" presStyleLbl="alignAccFollowNode1" presStyleIdx="2" presStyleCnt="3">
        <dgm:presLayoutVars>
          <dgm:bulletEnabled val="1"/>
        </dgm:presLayoutVars>
      </dgm:prSet>
      <dgm:spPr/>
    </dgm:pt>
  </dgm:ptLst>
  <dgm:cxnLst>
    <dgm:cxn modelId="{BBA54114-8FF7-8140-9828-815A7538853A}" type="presOf" srcId="{8377F53F-7471-444D-BA78-1D4B3DF94970}" destId="{535345E5-52E3-DC47-AFB0-99BBDF8B17EA}" srcOrd="0" destOrd="0" presId="urn:microsoft.com/office/officeart/2005/8/layout/hList1"/>
    <dgm:cxn modelId="{DA0D5114-175D-2B44-9DC2-F38FD2122592}" type="presOf" srcId="{E5A3E217-6756-2142-9CEF-ABC2C143074D}" destId="{85674E27-3FD8-4145-90E7-AE7A2DCB54DC}" srcOrd="0" destOrd="0" presId="urn:microsoft.com/office/officeart/2005/8/layout/hList1"/>
    <dgm:cxn modelId="{0A8C9637-5C59-794D-874C-2C16D8925E31}" type="presOf" srcId="{EFE99BAD-155A-1542-8B38-8C2B8A70AB4C}" destId="{5F68618A-0227-8144-AE5C-5728458494D8}" srcOrd="0" destOrd="0" presId="urn:microsoft.com/office/officeart/2005/8/layout/hList1"/>
    <dgm:cxn modelId="{C82A763B-5C99-6F4F-8564-10A3CDC327E5}" type="presOf" srcId="{814418D3-C527-4649-A834-D26B4D453381}" destId="{B8F89BCE-2C8F-DF4B-B8A7-20594577CE59}" srcOrd="0" destOrd="0" presId="urn:microsoft.com/office/officeart/2005/8/layout/hList1"/>
    <dgm:cxn modelId="{CF3BAB47-6F3E-EA44-B18E-999CD2BB15C5}" srcId="{8377F53F-7471-444D-BA78-1D4B3DF94970}" destId="{B3DCB2E2-2A1F-2046-934F-7BC0732ECA8B}" srcOrd="2" destOrd="0" parTransId="{D0C6348F-82D1-584C-9802-DB1A2B057F5D}" sibTransId="{FF62B0DA-A7D9-C54D-9DE1-2EF086F394CF}"/>
    <dgm:cxn modelId="{5402075B-4E25-8D4C-999A-22E4F825153A}" srcId="{EFE99BAD-155A-1542-8B38-8C2B8A70AB4C}" destId="{97B906A9-F199-9F44-BE64-7A2281D63639}" srcOrd="0" destOrd="0" parTransId="{AD5D0F26-1BFA-5E43-8CDB-8924B99F0AAA}" sibTransId="{390BAF36-C48B-F047-8238-4E77E807530C}"/>
    <dgm:cxn modelId="{221F61A0-9094-AA46-8E82-83AFC74A85FB}" srcId="{84D007F8-FFD7-B148-83AD-9BB6FA65E7C0}" destId="{E5A3E217-6756-2142-9CEF-ABC2C143074D}" srcOrd="0" destOrd="0" parTransId="{3A4D9C3F-9889-7843-A7F4-B8A00AD24BAC}" sibTransId="{5AA1BBDD-9633-0F46-87A7-61042087A9BC}"/>
    <dgm:cxn modelId="{C0787EA8-680B-9846-A525-62840A46E23C}" srcId="{B3DCB2E2-2A1F-2046-934F-7BC0732ECA8B}" destId="{814418D3-C527-4649-A834-D26B4D453381}" srcOrd="0" destOrd="0" parTransId="{5469CCC0-1642-204B-9D5F-CFA02F404DD0}" sibTransId="{18F7FE42-79EE-A149-82EE-6E4E37652616}"/>
    <dgm:cxn modelId="{4F657FB8-4105-A34D-9203-F331BC4B9007}" type="presOf" srcId="{B3DCB2E2-2A1F-2046-934F-7BC0732ECA8B}" destId="{BF92AE71-8F35-7946-ACB9-E43840E94A58}" srcOrd="0" destOrd="0" presId="urn:microsoft.com/office/officeart/2005/8/layout/hList1"/>
    <dgm:cxn modelId="{0A5347BB-4D0B-4F49-98BE-3064F7E21728}" type="presOf" srcId="{84D007F8-FFD7-B148-83AD-9BB6FA65E7C0}" destId="{51C6602E-2486-5643-8956-24EBE543C284}" srcOrd="0" destOrd="0" presId="urn:microsoft.com/office/officeart/2005/8/layout/hList1"/>
    <dgm:cxn modelId="{692938CB-55DB-B945-A263-FABDD6BCDC33}" type="presOf" srcId="{97B906A9-F199-9F44-BE64-7A2281D63639}" destId="{560F072D-399E-7145-A1CE-AB98D11DFEA0}" srcOrd="0" destOrd="0" presId="urn:microsoft.com/office/officeart/2005/8/layout/hList1"/>
    <dgm:cxn modelId="{F30E5FCE-3F69-AF4D-ADA0-08DEF4FD4326}" srcId="{8377F53F-7471-444D-BA78-1D4B3DF94970}" destId="{84D007F8-FFD7-B148-83AD-9BB6FA65E7C0}" srcOrd="1" destOrd="0" parTransId="{E822F8B4-0ABC-8C4D-B8CF-12079358146D}" sibTransId="{19884096-4E02-4D49-90CA-7BE1B0AD535E}"/>
    <dgm:cxn modelId="{0F0DE4D0-6C66-C646-BBB5-91EDE9EA41AF}" srcId="{8377F53F-7471-444D-BA78-1D4B3DF94970}" destId="{EFE99BAD-155A-1542-8B38-8C2B8A70AB4C}" srcOrd="0" destOrd="0" parTransId="{EB755559-06E6-484E-80F1-5841A501D5E2}" sibTransId="{BC979E6E-8B11-E64A-85B5-955AA4A49700}"/>
    <dgm:cxn modelId="{6ACBB61E-7F99-3540-8BB2-FD162699F91E}" type="presParOf" srcId="{535345E5-52E3-DC47-AFB0-99BBDF8B17EA}" destId="{8B7FCD46-F7B8-8047-9105-30E9A933F172}" srcOrd="0" destOrd="0" presId="urn:microsoft.com/office/officeart/2005/8/layout/hList1"/>
    <dgm:cxn modelId="{75BD793F-B397-D24F-BA29-D2601A9467DD}" type="presParOf" srcId="{8B7FCD46-F7B8-8047-9105-30E9A933F172}" destId="{5F68618A-0227-8144-AE5C-5728458494D8}" srcOrd="0" destOrd="0" presId="urn:microsoft.com/office/officeart/2005/8/layout/hList1"/>
    <dgm:cxn modelId="{BD043511-9C9B-A743-85FD-0C2B1CE80BB5}" type="presParOf" srcId="{8B7FCD46-F7B8-8047-9105-30E9A933F172}" destId="{560F072D-399E-7145-A1CE-AB98D11DFEA0}" srcOrd="1" destOrd="0" presId="urn:microsoft.com/office/officeart/2005/8/layout/hList1"/>
    <dgm:cxn modelId="{B55D1641-4637-E949-86DA-66871C0ED1A3}" type="presParOf" srcId="{535345E5-52E3-DC47-AFB0-99BBDF8B17EA}" destId="{5988DA93-FDA4-6144-A189-A0520B75B33A}" srcOrd="1" destOrd="0" presId="urn:microsoft.com/office/officeart/2005/8/layout/hList1"/>
    <dgm:cxn modelId="{B6A20DDD-E86A-EA42-97E0-2BAC36F95497}" type="presParOf" srcId="{535345E5-52E3-DC47-AFB0-99BBDF8B17EA}" destId="{2BFAECB8-7BDA-104A-9B84-1C72F24AA174}" srcOrd="2" destOrd="0" presId="urn:microsoft.com/office/officeart/2005/8/layout/hList1"/>
    <dgm:cxn modelId="{E979CD1C-5845-2340-9CC6-C67F38838EED}" type="presParOf" srcId="{2BFAECB8-7BDA-104A-9B84-1C72F24AA174}" destId="{51C6602E-2486-5643-8956-24EBE543C284}" srcOrd="0" destOrd="0" presId="urn:microsoft.com/office/officeart/2005/8/layout/hList1"/>
    <dgm:cxn modelId="{E1687CBF-CDDC-FE40-9024-655F9E2A4121}" type="presParOf" srcId="{2BFAECB8-7BDA-104A-9B84-1C72F24AA174}" destId="{85674E27-3FD8-4145-90E7-AE7A2DCB54DC}" srcOrd="1" destOrd="0" presId="urn:microsoft.com/office/officeart/2005/8/layout/hList1"/>
    <dgm:cxn modelId="{D5A46A9E-941A-B94D-A37B-CFD2B4B9B01F}" type="presParOf" srcId="{535345E5-52E3-DC47-AFB0-99BBDF8B17EA}" destId="{3FF6AADA-4C66-E542-AD0A-DDB6DB52D4B7}" srcOrd="3" destOrd="0" presId="urn:microsoft.com/office/officeart/2005/8/layout/hList1"/>
    <dgm:cxn modelId="{C98588E8-8B26-E94D-B660-E4BA23D53544}" type="presParOf" srcId="{535345E5-52E3-DC47-AFB0-99BBDF8B17EA}" destId="{5079E26C-1665-BB47-B9B8-31B3C8DF9583}" srcOrd="4" destOrd="0" presId="urn:microsoft.com/office/officeart/2005/8/layout/hList1"/>
    <dgm:cxn modelId="{6D20546C-55A2-F446-B0B8-C8231D95D4CA}" type="presParOf" srcId="{5079E26C-1665-BB47-B9B8-31B3C8DF9583}" destId="{BF92AE71-8F35-7946-ACB9-E43840E94A58}" srcOrd="0" destOrd="0" presId="urn:microsoft.com/office/officeart/2005/8/layout/hList1"/>
    <dgm:cxn modelId="{7DC370D2-D839-B644-B23A-77F912A651F6}" type="presParOf" srcId="{5079E26C-1665-BB47-B9B8-31B3C8DF9583}" destId="{B8F89BCE-2C8F-DF4B-B8A7-20594577CE59}" srcOrd="1" destOrd="0" presId="urn:microsoft.com/office/officeart/2005/8/layout/h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77174D0-6909-1D43-BB1F-E834A9510ED4}" type="doc">
      <dgm:prSet loTypeId="urn:microsoft.com/office/officeart/2005/8/layout/default" loCatId="" qsTypeId="urn:microsoft.com/office/officeart/2005/8/quickstyle/3d3" qsCatId="3D" csTypeId="urn:microsoft.com/office/officeart/2005/8/colors/accent1_2" csCatId="accent1" phldr="1"/>
      <dgm:spPr/>
      <dgm:t>
        <a:bodyPr/>
        <a:lstStyle/>
        <a:p>
          <a:endParaRPr lang="en-US"/>
        </a:p>
      </dgm:t>
    </dgm:pt>
    <dgm:pt modelId="{55F5457A-56E5-4C45-BF69-93CE564CC17B}">
      <dgm:prSet phldrT="[Text]"/>
      <dgm:spPr/>
      <dgm:t>
        <a:bodyPr/>
        <a:lstStyle/>
        <a:p>
          <a:r>
            <a:rPr lang="en-US" dirty="0"/>
            <a:t>Structuring a Rotation</a:t>
          </a:r>
        </a:p>
      </dgm:t>
    </dgm:pt>
    <dgm:pt modelId="{202AE098-6369-8A44-98C2-38899FF09876}" type="parTrans" cxnId="{253A1B3A-6203-6645-8A40-A341A12054FF}">
      <dgm:prSet/>
      <dgm:spPr/>
      <dgm:t>
        <a:bodyPr/>
        <a:lstStyle/>
        <a:p>
          <a:endParaRPr lang="en-US"/>
        </a:p>
      </dgm:t>
    </dgm:pt>
    <dgm:pt modelId="{E21B07E7-E9DF-964B-B617-5507D6DDCDB2}" type="sibTrans" cxnId="{253A1B3A-6203-6645-8A40-A341A12054FF}">
      <dgm:prSet/>
      <dgm:spPr/>
      <dgm:t>
        <a:bodyPr/>
        <a:lstStyle/>
        <a:p>
          <a:endParaRPr lang="en-US"/>
        </a:p>
      </dgm:t>
    </dgm:pt>
    <dgm:pt modelId="{ED870EAE-2746-4149-93DE-FBEC47566B72}" type="pres">
      <dgm:prSet presAssocID="{B77174D0-6909-1D43-BB1F-E834A9510ED4}" presName="diagram" presStyleCnt="0">
        <dgm:presLayoutVars>
          <dgm:dir/>
          <dgm:resizeHandles val="exact"/>
        </dgm:presLayoutVars>
      </dgm:prSet>
      <dgm:spPr/>
    </dgm:pt>
    <dgm:pt modelId="{BFF1AAD4-3092-2649-87C8-2A4ABCE6C901}" type="pres">
      <dgm:prSet presAssocID="{55F5457A-56E5-4C45-BF69-93CE564CC17B}" presName="node" presStyleLbl="node1" presStyleIdx="0" presStyleCnt="1" custScaleX="716801" custLinFactNeighborX="5642" custLinFactNeighborY="28">
        <dgm:presLayoutVars>
          <dgm:bulletEnabled val="1"/>
        </dgm:presLayoutVars>
      </dgm:prSet>
      <dgm:spPr/>
    </dgm:pt>
  </dgm:ptLst>
  <dgm:cxnLst>
    <dgm:cxn modelId="{D6F20209-7CD2-E64E-9A9F-D67CF6CF4BB2}" type="presOf" srcId="{55F5457A-56E5-4C45-BF69-93CE564CC17B}" destId="{BFF1AAD4-3092-2649-87C8-2A4ABCE6C901}" srcOrd="0" destOrd="0" presId="urn:microsoft.com/office/officeart/2005/8/layout/default"/>
    <dgm:cxn modelId="{253A1B3A-6203-6645-8A40-A341A12054FF}" srcId="{B77174D0-6909-1D43-BB1F-E834A9510ED4}" destId="{55F5457A-56E5-4C45-BF69-93CE564CC17B}" srcOrd="0" destOrd="0" parTransId="{202AE098-6369-8A44-98C2-38899FF09876}" sibTransId="{E21B07E7-E9DF-964B-B617-5507D6DDCDB2}"/>
    <dgm:cxn modelId="{E6CE8790-26A9-434E-9BF1-7CAD82D20A0D}" type="presOf" srcId="{B77174D0-6909-1D43-BB1F-E834A9510ED4}" destId="{ED870EAE-2746-4149-93DE-FBEC47566B72}" srcOrd="0" destOrd="0" presId="urn:microsoft.com/office/officeart/2005/8/layout/default"/>
    <dgm:cxn modelId="{91D7901C-E793-DF4D-A0D4-A3AC8964FD03}" type="presParOf" srcId="{ED870EAE-2746-4149-93DE-FBEC47566B72}" destId="{BFF1AAD4-3092-2649-87C8-2A4ABCE6C901}"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B8D87C0-9F20-ED4B-AEB1-479BA2164B8A}" type="doc">
      <dgm:prSet loTypeId="urn:microsoft.com/office/officeart/2005/8/layout/StepDownProcess" loCatId="" qsTypeId="urn:microsoft.com/office/officeart/2005/8/quickstyle/3d1" qsCatId="3D" csTypeId="urn:microsoft.com/office/officeart/2005/8/colors/accent1_2" csCatId="accent1" phldr="1"/>
      <dgm:spPr/>
      <dgm:t>
        <a:bodyPr/>
        <a:lstStyle/>
        <a:p>
          <a:endParaRPr lang="en-US"/>
        </a:p>
      </dgm:t>
    </dgm:pt>
    <dgm:pt modelId="{8E1278B1-21C0-2949-AAAC-D3C54EDC40F0}">
      <dgm:prSet phldrT="[Text]"/>
      <dgm:spPr/>
      <dgm:t>
        <a:bodyPr/>
        <a:lstStyle/>
        <a:p>
          <a:r>
            <a:rPr lang="en-US" dirty="0"/>
            <a:t>First Call</a:t>
          </a:r>
        </a:p>
      </dgm:t>
    </dgm:pt>
    <dgm:pt modelId="{1CCEE20D-806A-A443-A146-2CDB5A77FB93}" type="parTrans" cxnId="{9F03ABFE-9A5F-F64B-83BC-C51573F588EE}">
      <dgm:prSet/>
      <dgm:spPr/>
      <dgm:t>
        <a:bodyPr/>
        <a:lstStyle/>
        <a:p>
          <a:endParaRPr lang="en-US"/>
        </a:p>
      </dgm:t>
    </dgm:pt>
    <dgm:pt modelId="{0F62D464-A9C5-8549-A13F-000C843877CF}" type="sibTrans" cxnId="{9F03ABFE-9A5F-F64B-83BC-C51573F588EE}">
      <dgm:prSet/>
      <dgm:spPr/>
      <dgm:t>
        <a:bodyPr/>
        <a:lstStyle/>
        <a:p>
          <a:endParaRPr lang="en-US"/>
        </a:p>
      </dgm:t>
    </dgm:pt>
    <dgm:pt modelId="{FFAAABB1-55A7-2947-B642-A661192FBC79}">
      <dgm:prSet phldrT="[Text]" custT="1"/>
      <dgm:spPr/>
      <dgm:t>
        <a:bodyPr/>
        <a:lstStyle/>
        <a:p>
          <a:r>
            <a:rPr lang="en-US" sz="1800" dirty="0"/>
            <a:t>“Primary Page” Developer</a:t>
          </a:r>
        </a:p>
      </dgm:t>
    </dgm:pt>
    <dgm:pt modelId="{EF85D35B-DCCE-5745-BC69-48FF070CB284}" type="parTrans" cxnId="{6EB13A54-39B7-784E-97CC-0AB36C875FF0}">
      <dgm:prSet/>
      <dgm:spPr/>
      <dgm:t>
        <a:bodyPr/>
        <a:lstStyle/>
        <a:p>
          <a:endParaRPr lang="en-US"/>
        </a:p>
      </dgm:t>
    </dgm:pt>
    <dgm:pt modelId="{3732E62D-04F9-6C42-BE37-9BA56064FF9D}" type="sibTrans" cxnId="{6EB13A54-39B7-784E-97CC-0AB36C875FF0}">
      <dgm:prSet/>
      <dgm:spPr/>
      <dgm:t>
        <a:bodyPr/>
        <a:lstStyle/>
        <a:p>
          <a:endParaRPr lang="en-US"/>
        </a:p>
      </dgm:t>
    </dgm:pt>
    <dgm:pt modelId="{4B81224D-30AB-8C4F-A1CC-120D9F6ED282}">
      <dgm:prSet phldrT="[Text]"/>
      <dgm:spPr/>
      <dgm:t>
        <a:bodyPr/>
        <a:lstStyle/>
        <a:p>
          <a:r>
            <a:rPr lang="en-US" dirty="0"/>
            <a:t>Second Call</a:t>
          </a:r>
        </a:p>
      </dgm:t>
    </dgm:pt>
    <dgm:pt modelId="{CF96F0F4-B86B-DD40-99D9-2A8766D550CA}" type="parTrans" cxnId="{DC7A33F5-A952-FB41-8720-2287E8A842AD}">
      <dgm:prSet/>
      <dgm:spPr/>
      <dgm:t>
        <a:bodyPr/>
        <a:lstStyle/>
        <a:p>
          <a:endParaRPr lang="en-US"/>
        </a:p>
      </dgm:t>
    </dgm:pt>
    <dgm:pt modelId="{027F681A-7A1F-CA4C-A80E-A117B6D1C558}" type="sibTrans" cxnId="{DC7A33F5-A952-FB41-8720-2287E8A842AD}">
      <dgm:prSet/>
      <dgm:spPr/>
      <dgm:t>
        <a:bodyPr/>
        <a:lstStyle/>
        <a:p>
          <a:endParaRPr lang="en-US"/>
        </a:p>
      </dgm:t>
    </dgm:pt>
    <dgm:pt modelId="{3C940D15-25EB-1C41-9786-FF70BAD313D6}">
      <dgm:prSet phldrT="[Text]"/>
      <dgm:spPr/>
      <dgm:t>
        <a:bodyPr/>
        <a:lstStyle/>
        <a:p>
          <a:r>
            <a:rPr lang="en-US" dirty="0"/>
            <a:t>First Caller can’t or doesn’t answer.</a:t>
          </a:r>
        </a:p>
      </dgm:t>
    </dgm:pt>
    <dgm:pt modelId="{739EACF4-D8F2-3745-B51E-0DF44856DADB}" type="parTrans" cxnId="{CFC1649C-0AA2-6F4A-84D2-1FF72C638BC1}">
      <dgm:prSet/>
      <dgm:spPr/>
      <dgm:t>
        <a:bodyPr/>
        <a:lstStyle/>
        <a:p>
          <a:endParaRPr lang="en-US"/>
        </a:p>
      </dgm:t>
    </dgm:pt>
    <dgm:pt modelId="{F49A3BD4-6BF7-4B48-9D2E-5279B4E63EA3}" type="sibTrans" cxnId="{CFC1649C-0AA2-6F4A-84D2-1FF72C638BC1}">
      <dgm:prSet/>
      <dgm:spPr/>
      <dgm:t>
        <a:bodyPr/>
        <a:lstStyle/>
        <a:p>
          <a:endParaRPr lang="en-US"/>
        </a:p>
      </dgm:t>
    </dgm:pt>
    <dgm:pt modelId="{23DD7C28-42F2-9E4F-A872-5ECFBD43C48D}">
      <dgm:prSet phldrT="[Text]"/>
      <dgm:spPr/>
      <dgm:t>
        <a:bodyPr/>
        <a:lstStyle/>
        <a:p>
          <a:r>
            <a:rPr lang="en-US" dirty="0"/>
            <a:t>Third Call</a:t>
          </a:r>
        </a:p>
      </dgm:t>
    </dgm:pt>
    <dgm:pt modelId="{CDC1ED6F-D897-1E40-89F1-5DF8F5659F39}" type="parTrans" cxnId="{58FFC46E-6C1C-AB4A-AEEF-E9356404BE84}">
      <dgm:prSet/>
      <dgm:spPr/>
      <dgm:t>
        <a:bodyPr/>
        <a:lstStyle/>
        <a:p>
          <a:endParaRPr lang="en-US"/>
        </a:p>
      </dgm:t>
    </dgm:pt>
    <dgm:pt modelId="{E0158BED-70FC-FA48-8A3E-C23E3A54E467}" type="sibTrans" cxnId="{58FFC46E-6C1C-AB4A-AEEF-E9356404BE84}">
      <dgm:prSet/>
      <dgm:spPr/>
      <dgm:t>
        <a:bodyPr/>
        <a:lstStyle/>
        <a:p>
          <a:endParaRPr lang="en-US"/>
        </a:p>
      </dgm:t>
    </dgm:pt>
    <dgm:pt modelId="{9CA848A8-C2DF-7B42-AACA-25287FB9CAB5}">
      <dgm:prSet phldrT="[Text]"/>
      <dgm:spPr/>
      <dgm:t>
        <a:bodyPr/>
        <a:lstStyle/>
        <a:p>
          <a:r>
            <a:rPr lang="en-US" dirty="0"/>
            <a:t>Depending on the system.</a:t>
          </a:r>
        </a:p>
      </dgm:t>
    </dgm:pt>
    <dgm:pt modelId="{6137E5CC-0393-DA4C-A926-32D2032A4BA2}" type="parTrans" cxnId="{94925746-C632-A84F-A177-97F3044970FD}">
      <dgm:prSet/>
      <dgm:spPr/>
      <dgm:t>
        <a:bodyPr/>
        <a:lstStyle/>
        <a:p>
          <a:endParaRPr lang="en-US"/>
        </a:p>
      </dgm:t>
    </dgm:pt>
    <dgm:pt modelId="{D577EED5-22DE-4E4D-9CFC-19557FE5D722}" type="sibTrans" cxnId="{94925746-C632-A84F-A177-97F3044970FD}">
      <dgm:prSet/>
      <dgm:spPr/>
      <dgm:t>
        <a:bodyPr/>
        <a:lstStyle/>
        <a:p>
          <a:endParaRPr lang="en-US"/>
        </a:p>
      </dgm:t>
    </dgm:pt>
    <dgm:pt modelId="{CC8A6E1B-83CC-1C46-A716-CBCCE6869B9F}">
      <dgm:prSet phldrT="[Text]" custT="1"/>
      <dgm:spPr/>
      <dgm:t>
        <a:bodyPr/>
        <a:lstStyle/>
        <a:p>
          <a:r>
            <a:rPr lang="en-US" sz="1800" dirty="0"/>
            <a:t>Time limit to respond</a:t>
          </a:r>
        </a:p>
      </dgm:t>
    </dgm:pt>
    <dgm:pt modelId="{93C67354-1E6D-0245-89C2-A77AF0A654F1}" type="parTrans" cxnId="{B58D3AD4-EA80-3343-8BEB-1CEDF28071ED}">
      <dgm:prSet/>
      <dgm:spPr/>
      <dgm:t>
        <a:bodyPr/>
        <a:lstStyle/>
        <a:p>
          <a:endParaRPr lang="en-US"/>
        </a:p>
      </dgm:t>
    </dgm:pt>
    <dgm:pt modelId="{49AF86B8-5A37-BD44-95AD-558DFFB04753}" type="sibTrans" cxnId="{B58D3AD4-EA80-3343-8BEB-1CEDF28071ED}">
      <dgm:prSet/>
      <dgm:spPr/>
      <dgm:t>
        <a:bodyPr/>
        <a:lstStyle/>
        <a:p>
          <a:endParaRPr lang="en-US"/>
        </a:p>
      </dgm:t>
    </dgm:pt>
    <dgm:pt modelId="{A608A5FE-83B7-464B-8649-F47C1313C54B}">
      <dgm:prSet phldrT="[Text]"/>
      <dgm:spPr/>
      <dgm:t>
        <a:bodyPr/>
        <a:lstStyle/>
        <a:p>
          <a:r>
            <a:rPr lang="en-US" dirty="0"/>
            <a:t>Call the “Backup Page”</a:t>
          </a:r>
        </a:p>
      </dgm:t>
    </dgm:pt>
    <dgm:pt modelId="{D63803D7-BEEF-5745-829D-AB52C83428B1}" type="parTrans" cxnId="{2F7D196A-9A90-BD4F-AEF1-7ED7B6B48A75}">
      <dgm:prSet/>
      <dgm:spPr/>
      <dgm:t>
        <a:bodyPr/>
        <a:lstStyle/>
        <a:p>
          <a:endParaRPr lang="en-US"/>
        </a:p>
      </dgm:t>
    </dgm:pt>
    <dgm:pt modelId="{AED484E4-70B9-134C-ACFF-4C37906972A1}" type="sibTrans" cxnId="{2F7D196A-9A90-BD4F-AEF1-7ED7B6B48A75}">
      <dgm:prSet/>
      <dgm:spPr/>
      <dgm:t>
        <a:bodyPr/>
        <a:lstStyle/>
        <a:p>
          <a:endParaRPr lang="en-US"/>
        </a:p>
      </dgm:t>
    </dgm:pt>
    <dgm:pt modelId="{93C2D785-24CA-ED40-B33B-A759936D58E1}">
      <dgm:prSet phldrT="[Text]"/>
      <dgm:spPr/>
      <dgm:t>
        <a:bodyPr/>
        <a:lstStyle/>
        <a:p>
          <a:r>
            <a:rPr lang="en-US" dirty="0"/>
            <a:t>Could be Development Manager or Operations.</a:t>
          </a:r>
        </a:p>
      </dgm:t>
    </dgm:pt>
    <dgm:pt modelId="{D3D7DBE6-DBAC-5541-BB6D-65F404E44B1C}" type="parTrans" cxnId="{FA9E42E2-4BCC-AB46-A65A-304CDDC80E76}">
      <dgm:prSet/>
      <dgm:spPr/>
      <dgm:t>
        <a:bodyPr/>
        <a:lstStyle/>
        <a:p>
          <a:endParaRPr lang="en-US"/>
        </a:p>
      </dgm:t>
    </dgm:pt>
    <dgm:pt modelId="{408C79E6-FE76-1942-AE52-D91B9BF61E5A}" type="sibTrans" cxnId="{FA9E42E2-4BCC-AB46-A65A-304CDDC80E76}">
      <dgm:prSet/>
      <dgm:spPr/>
      <dgm:t>
        <a:bodyPr/>
        <a:lstStyle/>
        <a:p>
          <a:endParaRPr lang="en-US"/>
        </a:p>
      </dgm:t>
    </dgm:pt>
    <dgm:pt modelId="{2E7B17EF-E665-9540-AA8B-068B18E7B3B0}">
      <dgm:prSet phldrT="[Text]"/>
      <dgm:spPr/>
      <dgm:t>
        <a:bodyPr/>
        <a:lstStyle/>
        <a:p>
          <a:r>
            <a:rPr lang="en-US" dirty="0"/>
            <a:t>Sometimes the first caller is already on a call.</a:t>
          </a:r>
        </a:p>
      </dgm:t>
    </dgm:pt>
    <dgm:pt modelId="{1C8D3C78-60C8-AD47-B4FE-F951BC569EDA}" type="parTrans" cxnId="{684895B0-F609-3C45-B33C-5146F8FB49E9}">
      <dgm:prSet/>
      <dgm:spPr/>
      <dgm:t>
        <a:bodyPr/>
        <a:lstStyle/>
        <a:p>
          <a:endParaRPr lang="en-US"/>
        </a:p>
      </dgm:t>
    </dgm:pt>
    <dgm:pt modelId="{20E854F9-5B97-C14F-B016-804B65E9045D}" type="sibTrans" cxnId="{684895B0-F609-3C45-B33C-5146F8FB49E9}">
      <dgm:prSet/>
      <dgm:spPr/>
      <dgm:t>
        <a:bodyPr/>
        <a:lstStyle/>
        <a:p>
          <a:endParaRPr lang="en-US"/>
        </a:p>
      </dgm:t>
    </dgm:pt>
    <dgm:pt modelId="{DD8665D4-EBF0-F44D-9F44-F167C46D81E5}" type="pres">
      <dgm:prSet presAssocID="{3B8D87C0-9F20-ED4B-AEB1-479BA2164B8A}" presName="rootnode" presStyleCnt="0">
        <dgm:presLayoutVars>
          <dgm:chMax/>
          <dgm:chPref/>
          <dgm:dir/>
          <dgm:animLvl val="lvl"/>
        </dgm:presLayoutVars>
      </dgm:prSet>
      <dgm:spPr/>
    </dgm:pt>
    <dgm:pt modelId="{6F8EC40C-7A9F-0946-9E20-BDF111AECB50}" type="pres">
      <dgm:prSet presAssocID="{8E1278B1-21C0-2949-AAAC-D3C54EDC40F0}" presName="composite" presStyleCnt="0"/>
      <dgm:spPr/>
    </dgm:pt>
    <dgm:pt modelId="{A4FE6160-DBE7-5446-A1E3-6069A1430889}" type="pres">
      <dgm:prSet presAssocID="{8E1278B1-21C0-2949-AAAC-D3C54EDC40F0}" presName="bentUpArrow1" presStyleLbl="alignImgPlace1" presStyleIdx="0" presStyleCnt="2"/>
      <dgm:spPr/>
    </dgm:pt>
    <dgm:pt modelId="{1B9C3BF2-798B-984A-A722-0D50A2159DE2}" type="pres">
      <dgm:prSet presAssocID="{8E1278B1-21C0-2949-AAAC-D3C54EDC40F0}" presName="ParentText" presStyleLbl="node1" presStyleIdx="0" presStyleCnt="3">
        <dgm:presLayoutVars>
          <dgm:chMax val="1"/>
          <dgm:chPref val="1"/>
          <dgm:bulletEnabled val="1"/>
        </dgm:presLayoutVars>
      </dgm:prSet>
      <dgm:spPr/>
    </dgm:pt>
    <dgm:pt modelId="{FF2CDC32-13EF-3241-B274-A658014F714C}" type="pres">
      <dgm:prSet presAssocID="{8E1278B1-21C0-2949-AAAC-D3C54EDC40F0}" presName="ChildText" presStyleLbl="revTx" presStyleIdx="0" presStyleCnt="3" custScaleX="246900" custLinFactNeighborX="72488" custLinFactNeighborY="-3744">
        <dgm:presLayoutVars>
          <dgm:chMax val="0"/>
          <dgm:chPref val="0"/>
          <dgm:bulletEnabled val="1"/>
        </dgm:presLayoutVars>
      </dgm:prSet>
      <dgm:spPr/>
    </dgm:pt>
    <dgm:pt modelId="{54661B83-6BB4-EB4A-8815-CD01C4512C34}" type="pres">
      <dgm:prSet presAssocID="{0F62D464-A9C5-8549-A13F-000C843877CF}" presName="sibTrans" presStyleCnt="0"/>
      <dgm:spPr/>
    </dgm:pt>
    <dgm:pt modelId="{690F6A1C-6770-5148-8126-C45B4153165E}" type="pres">
      <dgm:prSet presAssocID="{4B81224D-30AB-8C4F-A1CC-120D9F6ED282}" presName="composite" presStyleCnt="0"/>
      <dgm:spPr/>
    </dgm:pt>
    <dgm:pt modelId="{2EE956B3-0B40-F04D-B305-76E8AAF8DE22}" type="pres">
      <dgm:prSet presAssocID="{4B81224D-30AB-8C4F-A1CC-120D9F6ED282}" presName="bentUpArrow1" presStyleLbl="alignImgPlace1" presStyleIdx="1" presStyleCnt="2" custLinFactNeighborX="-25927" custLinFactNeighborY="1189"/>
      <dgm:spPr/>
    </dgm:pt>
    <dgm:pt modelId="{FBB21F08-F401-9441-BFCD-841886A74663}" type="pres">
      <dgm:prSet presAssocID="{4B81224D-30AB-8C4F-A1CC-120D9F6ED282}" presName="ParentText" presStyleLbl="node1" presStyleIdx="1" presStyleCnt="3" custLinFactNeighborX="-29653" custLinFactNeighborY="2089">
        <dgm:presLayoutVars>
          <dgm:chMax val="1"/>
          <dgm:chPref val="1"/>
          <dgm:bulletEnabled val="1"/>
        </dgm:presLayoutVars>
      </dgm:prSet>
      <dgm:spPr/>
    </dgm:pt>
    <dgm:pt modelId="{4F33634B-578A-C641-A971-7FC4DCA3C573}" type="pres">
      <dgm:prSet presAssocID="{4B81224D-30AB-8C4F-A1CC-120D9F6ED282}" presName="ChildText" presStyleLbl="revTx" presStyleIdx="1" presStyleCnt="3" custScaleX="242204" custLinFactNeighborX="33006" custLinFactNeighborY="4992">
        <dgm:presLayoutVars>
          <dgm:chMax val="0"/>
          <dgm:chPref val="0"/>
          <dgm:bulletEnabled val="1"/>
        </dgm:presLayoutVars>
      </dgm:prSet>
      <dgm:spPr/>
    </dgm:pt>
    <dgm:pt modelId="{F4B2663F-A97E-B041-B662-0C5D749150DC}" type="pres">
      <dgm:prSet presAssocID="{027F681A-7A1F-CA4C-A80E-A117B6D1C558}" presName="sibTrans" presStyleCnt="0"/>
      <dgm:spPr/>
    </dgm:pt>
    <dgm:pt modelId="{B968B373-736C-D840-8674-49D8F413AECA}" type="pres">
      <dgm:prSet presAssocID="{23DD7C28-42F2-9E4F-A872-5ECFBD43C48D}" presName="composite" presStyleCnt="0"/>
      <dgm:spPr/>
    </dgm:pt>
    <dgm:pt modelId="{39503365-A133-0140-89FF-904E65DD2A08}" type="pres">
      <dgm:prSet presAssocID="{23DD7C28-42F2-9E4F-A872-5ECFBD43C48D}" presName="ParentText" presStyleLbl="node1" presStyleIdx="2" presStyleCnt="3" custLinFactNeighborX="-47304" custLinFactNeighborY="4941">
        <dgm:presLayoutVars>
          <dgm:chMax val="1"/>
          <dgm:chPref val="1"/>
          <dgm:bulletEnabled val="1"/>
        </dgm:presLayoutVars>
      </dgm:prSet>
      <dgm:spPr/>
    </dgm:pt>
    <dgm:pt modelId="{E0FB41A9-E5A9-6945-A1D6-A50521DAEA3D}" type="pres">
      <dgm:prSet presAssocID="{23DD7C28-42F2-9E4F-A872-5ECFBD43C48D}" presName="FinalChildText" presStyleLbl="revTx" presStyleIdx="2" presStyleCnt="3" custScaleX="227154">
        <dgm:presLayoutVars>
          <dgm:chMax val="0"/>
          <dgm:chPref val="0"/>
          <dgm:bulletEnabled val="1"/>
        </dgm:presLayoutVars>
      </dgm:prSet>
      <dgm:spPr/>
    </dgm:pt>
  </dgm:ptLst>
  <dgm:cxnLst>
    <dgm:cxn modelId="{10DDF224-9C85-6040-91A5-627E38AB1D14}" type="presOf" srcId="{2E7B17EF-E665-9540-AA8B-068B18E7B3B0}" destId="{4F33634B-578A-C641-A971-7FC4DCA3C573}" srcOrd="0" destOrd="1" presId="urn:microsoft.com/office/officeart/2005/8/layout/StepDownProcess"/>
    <dgm:cxn modelId="{78869531-883F-8A43-8BEB-86E40F5BD090}" type="presOf" srcId="{9CA848A8-C2DF-7B42-AACA-25287FB9CAB5}" destId="{E0FB41A9-E5A9-6945-A1D6-A50521DAEA3D}" srcOrd="0" destOrd="0" presId="urn:microsoft.com/office/officeart/2005/8/layout/StepDownProcess"/>
    <dgm:cxn modelId="{94925746-C632-A84F-A177-97F3044970FD}" srcId="{23DD7C28-42F2-9E4F-A872-5ECFBD43C48D}" destId="{9CA848A8-C2DF-7B42-AACA-25287FB9CAB5}" srcOrd="0" destOrd="0" parTransId="{6137E5CC-0393-DA4C-A926-32D2032A4BA2}" sibTransId="{D577EED5-22DE-4E4D-9CFC-19557FE5D722}"/>
    <dgm:cxn modelId="{9614FA4D-D7CF-EB47-8C8D-122F89EB3654}" type="presOf" srcId="{23DD7C28-42F2-9E4F-A872-5ECFBD43C48D}" destId="{39503365-A133-0140-89FF-904E65DD2A08}" srcOrd="0" destOrd="0" presId="urn:microsoft.com/office/officeart/2005/8/layout/StepDownProcess"/>
    <dgm:cxn modelId="{32490D53-A7BB-4B4D-8FC6-BF2E51E4786F}" type="presOf" srcId="{3C940D15-25EB-1C41-9786-FF70BAD313D6}" destId="{4F33634B-578A-C641-A971-7FC4DCA3C573}" srcOrd="0" destOrd="0" presId="urn:microsoft.com/office/officeart/2005/8/layout/StepDownProcess"/>
    <dgm:cxn modelId="{6EB13A54-39B7-784E-97CC-0AB36C875FF0}" srcId="{8E1278B1-21C0-2949-AAAC-D3C54EDC40F0}" destId="{FFAAABB1-55A7-2947-B642-A661192FBC79}" srcOrd="0" destOrd="0" parTransId="{EF85D35B-DCCE-5745-BC69-48FF070CB284}" sibTransId="{3732E62D-04F9-6C42-BE37-9BA56064FF9D}"/>
    <dgm:cxn modelId="{2F7D196A-9A90-BD4F-AEF1-7ED7B6B48A75}" srcId="{4B81224D-30AB-8C4F-A1CC-120D9F6ED282}" destId="{A608A5FE-83B7-464B-8649-F47C1313C54B}" srcOrd="2" destOrd="0" parTransId="{D63803D7-BEEF-5745-829D-AB52C83428B1}" sibTransId="{AED484E4-70B9-134C-ACFF-4C37906972A1}"/>
    <dgm:cxn modelId="{58FFC46E-6C1C-AB4A-AEEF-E9356404BE84}" srcId="{3B8D87C0-9F20-ED4B-AEB1-479BA2164B8A}" destId="{23DD7C28-42F2-9E4F-A872-5ECFBD43C48D}" srcOrd="2" destOrd="0" parTransId="{CDC1ED6F-D897-1E40-89F1-5DF8F5659F39}" sibTransId="{E0158BED-70FC-FA48-8A3E-C23E3A54E467}"/>
    <dgm:cxn modelId="{C452817A-D124-8044-A742-0A11022D83EE}" type="presOf" srcId="{93C2D785-24CA-ED40-B33B-A759936D58E1}" destId="{E0FB41A9-E5A9-6945-A1D6-A50521DAEA3D}" srcOrd="0" destOrd="1" presId="urn:microsoft.com/office/officeart/2005/8/layout/StepDownProcess"/>
    <dgm:cxn modelId="{F4BFA490-5A1B-4C43-B0C0-9CB7038190C4}" type="presOf" srcId="{FFAAABB1-55A7-2947-B642-A661192FBC79}" destId="{FF2CDC32-13EF-3241-B274-A658014F714C}" srcOrd="0" destOrd="0" presId="urn:microsoft.com/office/officeart/2005/8/layout/StepDownProcess"/>
    <dgm:cxn modelId="{CFC1649C-0AA2-6F4A-84D2-1FF72C638BC1}" srcId="{4B81224D-30AB-8C4F-A1CC-120D9F6ED282}" destId="{3C940D15-25EB-1C41-9786-FF70BAD313D6}" srcOrd="0" destOrd="0" parTransId="{739EACF4-D8F2-3745-B51E-0DF44856DADB}" sibTransId="{F49A3BD4-6BF7-4B48-9D2E-5279B4E63EA3}"/>
    <dgm:cxn modelId="{E4909FAE-CBBC-EB4F-825A-B4766286692B}" type="presOf" srcId="{A608A5FE-83B7-464B-8649-F47C1313C54B}" destId="{4F33634B-578A-C641-A971-7FC4DCA3C573}" srcOrd="0" destOrd="2" presId="urn:microsoft.com/office/officeart/2005/8/layout/StepDownProcess"/>
    <dgm:cxn modelId="{684895B0-F609-3C45-B33C-5146F8FB49E9}" srcId="{4B81224D-30AB-8C4F-A1CC-120D9F6ED282}" destId="{2E7B17EF-E665-9540-AA8B-068B18E7B3B0}" srcOrd="1" destOrd="0" parTransId="{1C8D3C78-60C8-AD47-B4FE-F951BC569EDA}" sibTransId="{20E854F9-5B97-C14F-B016-804B65E9045D}"/>
    <dgm:cxn modelId="{20981CD0-0401-B540-9B48-B44DDED3F481}" type="presOf" srcId="{8E1278B1-21C0-2949-AAAC-D3C54EDC40F0}" destId="{1B9C3BF2-798B-984A-A722-0D50A2159DE2}" srcOrd="0" destOrd="0" presId="urn:microsoft.com/office/officeart/2005/8/layout/StepDownProcess"/>
    <dgm:cxn modelId="{B58D3AD4-EA80-3343-8BEB-1CEDF28071ED}" srcId="{8E1278B1-21C0-2949-AAAC-D3C54EDC40F0}" destId="{CC8A6E1B-83CC-1C46-A716-CBCCE6869B9F}" srcOrd="1" destOrd="0" parTransId="{93C67354-1E6D-0245-89C2-A77AF0A654F1}" sibTransId="{49AF86B8-5A37-BD44-95AD-558DFFB04753}"/>
    <dgm:cxn modelId="{7DF884D5-44DA-3749-BDEE-5BCFD9D9DE5C}" type="presOf" srcId="{CC8A6E1B-83CC-1C46-A716-CBCCE6869B9F}" destId="{FF2CDC32-13EF-3241-B274-A658014F714C}" srcOrd="0" destOrd="1" presId="urn:microsoft.com/office/officeart/2005/8/layout/StepDownProcess"/>
    <dgm:cxn modelId="{FA9E42E2-4BCC-AB46-A65A-304CDDC80E76}" srcId="{23DD7C28-42F2-9E4F-A872-5ECFBD43C48D}" destId="{93C2D785-24CA-ED40-B33B-A759936D58E1}" srcOrd="1" destOrd="0" parTransId="{D3D7DBE6-DBAC-5541-BB6D-65F404E44B1C}" sibTransId="{408C79E6-FE76-1942-AE52-D91B9BF61E5A}"/>
    <dgm:cxn modelId="{1C7F30E3-DA66-1B4A-826D-B08CF1F5D4A3}" type="presOf" srcId="{3B8D87C0-9F20-ED4B-AEB1-479BA2164B8A}" destId="{DD8665D4-EBF0-F44D-9F44-F167C46D81E5}" srcOrd="0" destOrd="0" presId="urn:microsoft.com/office/officeart/2005/8/layout/StepDownProcess"/>
    <dgm:cxn modelId="{ED7B7BF3-544A-D243-8F1F-642FF75B61E0}" type="presOf" srcId="{4B81224D-30AB-8C4F-A1CC-120D9F6ED282}" destId="{FBB21F08-F401-9441-BFCD-841886A74663}" srcOrd="0" destOrd="0" presId="urn:microsoft.com/office/officeart/2005/8/layout/StepDownProcess"/>
    <dgm:cxn modelId="{DC7A33F5-A952-FB41-8720-2287E8A842AD}" srcId="{3B8D87C0-9F20-ED4B-AEB1-479BA2164B8A}" destId="{4B81224D-30AB-8C4F-A1CC-120D9F6ED282}" srcOrd="1" destOrd="0" parTransId="{CF96F0F4-B86B-DD40-99D9-2A8766D550CA}" sibTransId="{027F681A-7A1F-CA4C-A80E-A117B6D1C558}"/>
    <dgm:cxn modelId="{9F03ABFE-9A5F-F64B-83BC-C51573F588EE}" srcId="{3B8D87C0-9F20-ED4B-AEB1-479BA2164B8A}" destId="{8E1278B1-21C0-2949-AAAC-D3C54EDC40F0}" srcOrd="0" destOrd="0" parTransId="{1CCEE20D-806A-A443-A146-2CDB5A77FB93}" sibTransId="{0F62D464-A9C5-8549-A13F-000C843877CF}"/>
    <dgm:cxn modelId="{E0D94368-F5E0-5941-AF6A-8C28B37130F8}" type="presParOf" srcId="{DD8665D4-EBF0-F44D-9F44-F167C46D81E5}" destId="{6F8EC40C-7A9F-0946-9E20-BDF111AECB50}" srcOrd="0" destOrd="0" presId="urn:microsoft.com/office/officeart/2005/8/layout/StepDownProcess"/>
    <dgm:cxn modelId="{375321C1-ED94-2F45-BBDF-F60696BBF907}" type="presParOf" srcId="{6F8EC40C-7A9F-0946-9E20-BDF111AECB50}" destId="{A4FE6160-DBE7-5446-A1E3-6069A1430889}" srcOrd="0" destOrd="0" presId="urn:microsoft.com/office/officeart/2005/8/layout/StepDownProcess"/>
    <dgm:cxn modelId="{C17ACD94-EEB8-5647-A19A-C5AE8F033D62}" type="presParOf" srcId="{6F8EC40C-7A9F-0946-9E20-BDF111AECB50}" destId="{1B9C3BF2-798B-984A-A722-0D50A2159DE2}" srcOrd="1" destOrd="0" presId="urn:microsoft.com/office/officeart/2005/8/layout/StepDownProcess"/>
    <dgm:cxn modelId="{6C059F91-269A-7D43-90AD-2A6B3EEC6CF3}" type="presParOf" srcId="{6F8EC40C-7A9F-0946-9E20-BDF111AECB50}" destId="{FF2CDC32-13EF-3241-B274-A658014F714C}" srcOrd="2" destOrd="0" presId="urn:microsoft.com/office/officeart/2005/8/layout/StepDownProcess"/>
    <dgm:cxn modelId="{BDD5B793-CC3B-D74A-B8D2-9B52A34F2F8D}" type="presParOf" srcId="{DD8665D4-EBF0-F44D-9F44-F167C46D81E5}" destId="{54661B83-6BB4-EB4A-8815-CD01C4512C34}" srcOrd="1" destOrd="0" presId="urn:microsoft.com/office/officeart/2005/8/layout/StepDownProcess"/>
    <dgm:cxn modelId="{D0B8FF5D-F037-0948-A92E-E162E19BAD59}" type="presParOf" srcId="{DD8665D4-EBF0-F44D-9F44-F167C46D81E5}" destId="{690F6A1C-6770-5148-8126-C45B4153165E}" srcOrd="2" destOrd="0" presId="urn:microsoft.com/office/officeart/2005/8/layout/StepDownProcess"/>
    <dgm:cxn modelId="{29D05C1B-8018-1F47-B884-C5A01D393799}" type="presParOf" srcId="{690F6A1C-6770-5148-8126-C45B4153165E}" destId="{2EE956B3-0B40-F04D-B305-76E8AAF8DE22}" srcOrd="0" destOrd="0" presId="urn:microsoft.com/office/officeart/2005/8/layout/StepDownProcess"/>
    <dgm:cxn modelId="{5AFBEE86-883C-C748-AE85-2ED5C189F7B7}" type="presParOf" srcId="{690F6A1C-6770-5148-8126-C45B4153165E}" destId="{FBB21F08-F401-9441-BFCD-841886A74663}" srcOrd="1" destOrd="0" presId="urn:microsoft.com/office/officeart/2005/8/layout/StepDownProcess"/>
    <dgm:cxn modelId="{3DA7008B-0F9D-1044-9ECB-9E585CE1CE24}" type="presParOf" srcId="{690F6A1C-6770-5148-8126-C45B4153165E}" destId="{4F33634B-578A-C641-A971-7FC4DCA3C573}" srcOrd="2" destOrd="0" presId="urn:microsoft.com/office/officeart/2005/8/layout/StepDownProcess"/>
    <dgm:cxn modelId="{2F721F85-57A6-674E-B5E3-CD0EEB2B2CE1}" type="presParOf" srcId="{DD8665D4-EBF0-F44D-9F44-F167C46D81E5}" destId="{F4B2663F-A97E-B041-B662-0C5D749150DC}" srcOrd="3" destOrd="0" presId="urn:microsoft.com/office/officeart/2005/8/layout/StepDownProcess"/>
    <dgm:cxn modelId="{784C5FAD-BA61-BA4E-8FFF-920551188FBD}" type="presParOf" srcId="{DD8665D4-EBF0-F44D-9F44-F167C46D81E5}" destId="{B968B373-736C-D840-8674-49D8F413AECA}" srcOrd="4" destOrd="0" presId="urn:microsoft.com/office/officeart/2005/8/layout/StepDownProcess"/>
    <dgm:cxn modelId="{2F46E7FC-872D-5441-BB7A-F6631EE20A67}" type="presParOf" srcId="{B968B373-736C-D840-8674-49D8F413AECA}" destId="{39503365-A133-0140-89FF-904E65DD2A08}" srcOrd="0" destOrd="0" presId="urn:microsoft.com/office/officeart/2005/8/layout/StepDownProcess"/>
    <dgm:cxn modelId="{C9EAE0A5-8CB6-2D41-B4DE-A2368DFF091B}" type="presParOf" srcId="{B968B373-736C-D840-8674-49D8F413AECA}" destId="{E0FB41A9-E5A9-6945-A1D6-A50521DAEA3D}" srcOrd="1" destOrd="0" presId="urn:microsoft.com/office/officeart/2005/8/layout/StepDownProces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9138BD0-38CC-E246-807E-1F55A0D64D56}"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US"/>
        </a:p>
      </dgm:t>
    </dgm:pt>
    <dgm:pt modelId="{E39C33D2-0F2B-D849-9C8B-4373C3AC4313}">
      <dgm:prSet phldrT="[Text]"/>
      <dgm:spPr/>
      <dgm:t>
        <a:bodyPr/>
        <a:lstStyle/>
        <a:p>
          <a:r>
            <a:rPr lang="en-US" dirty="0"/>
            <a:t>Cadence</a:t>
          </a:r>
        </a:p>
      </dgm:t>
    </dgm:pt>
    <dgm:pt modelId="{69724F01-A0C9-8241-AE0C-545F6E6B2ED5}" type="parTrans" cxnId="{199B6203-2FF1-834F-AA90-0EF48657151F}">
      <dgm:prSet/>
      <dgm:spPr/>
      <dgm:t>
        <a:bodyPr/>
        <a:lstStyle/>
        <a:p>
          <a:endParaRPr lang="en-US"/>
        </a:p>
      </dgm:t>
    </dgm:pt>
    <dgm:pt modelId="{62C372CA-170E-524F-BE3D-B6D2AADE6257}" type="sibTrans" cxnId="{199B6203-2FF1-834F-AA90-0EF48657151F}">
      <dgm:prSet/>
      <dgm:spPr/>
      <dgm:t>
        <a:bodyPr/>
        <a:lstStyle/>
        <a:p>
          <a:endParaRPr lang="en-US"/>
        </a:p>
      </dgm:t>
    </dgm:pt>
    <dgm:pt modelId="{A9A22BA0-E229-7346-8700-F772B659AB65}">
      <dgm:prSet phldrT="[Text]"/>
      <dgm:spPr/>
      <dgm:t>
        <a:bodyPr/>
        <a:lstStyle/>
        <a:p>
          <a:r>
            <a:rPr lang="en-US" dirty="0"/>
            <a:t>Round Robin</a:t>
          </a:r>
        </a:p>
      </dgm:t>
    </dgm:pt>
    <dgm:pt modelId="{67A45CC3-54EC-F04C-B44D-6B5CB1DB7646}" type="parTrans" cxnId="{F01E1420-490A-DC4C-ABD1-ABD065571190}">
      <dgm:prSet/>
      <dgm:spPr/>
      <dgm:t>
        <a:bodyPr/>
        <a:lstStyle/>
        <a:p>
          <a:endParaRPr lang="en-US"/>
        </a:p>
      </dgm:t>
    </dgm:pt>
    <dgm:pt modelId="{DAA41A2A-72F2-4A4A-83DE-CC2700EDA65D}" type="sibTrans" cxnId="{F01E1420-490A-DC4C-ABD1-ABD065571190}">
      <dgm:prSet/>
      <dgm:spPr/>
      <dgm:t>
        <a:bodyPr/>
        <a:lstStyle/>
        <a:p>
          <a:endParaRPr lang="en-US"/>
        </a:p>
      </dgm:t>
    </dgm:pt>
    <dgm:pt modelId="{AE58A626-B26B-3E4B-9C84-7C9CF705D97C}">
      <dgm:prSet phldrT="[Text]"/>
      <dgm:spPr/>
      <dgm:t>
        <a:bodyPr/>
        <a:lstStyle/>
        <a:p>
          <a:r>
            <a:rPr lang="en-US" dirty="0"/>
            <a:t>Shadow Rotations</a:t>
          </a:r>
        </a:p>
      </dgm:t>
    </dgm:pt>
    <dgm:pt modelId="{F7E33EA7-F762-6742-8DDC-0C9789260420}" type="parTrans" cxnId="{49E9AC20-0C78-8C4C-93D8-1EAF59C4EB60}">
      <dgm:prSet/>
      <dgm:spPr/>
      <dgm:t>
        <a:bodyPr/>
        <a:lstStyle/>
        <a:p>
          <a:endParaRPr lang="en-US"/>
        </a:p>
      </dgm:t>
    </dgm:pt>
    <dgm:pt modelId="{72951D5F-4605-A64E-B796-2F1356867669}" type="sibTrans" cxnId="{49E9AC20-0C78-8C4C-93D8-1EAF59C4EB60}">
      <dgm:prSet/>
      <dgm:spPr/>
      <dgm:t>
        <a:bodyPr/>
        <a:lstStyle/>
        <a:p>
          <a:endParaRPr lang="en-US"/>
        </a:p>
      </dgm:t>
    </dgm:pt>
    <dgm:pt modelId="{FD1BD3AD-5202-BC4D-92C4-F61475B0F583}">
      <dgm:prSet phldrT="[Text]"/>
      <dgm:spPr/>
      <dgm:t>
        <a:bodyPr/>
        <a:lstStyle/>
        <a:p>
          <a:r>
            <a:rPr lang="en-US" dirty="0"/>
            <a:t>The frequency of the rotation is called the Cadence.</a:t>
          </a:r>
        </a:p>
      </dgm:t>
    </dgm:pt>
    <dgm:pt modelId="{87A133BB-004B-D545-8BBA-CC5982B5D3EF}" type="parTrans" cxnId="{DD6E2BC7-F611-2446-ADD0-E9784BBD811D}">
      <dgm:prSet/>
      <dgm:spPr/>
      <dgm:t>
        <a:bodyPr/>
        <a:lstStyle/>
        <a:p>
          <a:endParaRPr lang="en-US"/>
        </a:p>
      </dgm:t>
    </dgm:pt>
    <dgm:pt modelId="{1B37D411-CEAF-E34A-8C0C-6178C849653A}" type="sibTrans" cxnId="{DD6E2BC7-F611-2446-ADD0-E9784BBD811D}">
      <dgm:prSet/>
      <dgm:spPr/>
      <dgm:t>
        <a:bodyPr/>
        <a:lstStyle/>
        <a:p>
          <a:endParaRPr lang="en-US"/>
        </a:p>
      </dgm:t>
    </dgm:pt>
    <dgm:pt modelId="{6643C903-97FA-C144-9530-7EB36A187560}">
      <dgm:prSet phldrT="[Text]"/>
      <dgm:spPr/>
      <dgm:t>
        <a:bodyPr/>
        <a:lstStyle/>
        <a:p>
          <a:r>
            <a:rPr lang="en-US" dirty="0"/>
            <a:t>Engineers cycle through a fixed rotation.  </a:t>
          </a:r>
        </a:p>
      </dgm:t>
    </dgm:pt>
    <dgm:pt modelId="{9E0E2CCA-B4B7-614E-91CE-E652B793B992}" type="parTrans" cxnId="{16458D6F-C588-5344-8EDB-9AB9E07E1897}">
      <dgm:prSet/>
      <dgm:spPr/>
      <dgm:t>
        <a:bodyPr/>
        <a:lstStyle/>
        <a:p>
          <a:endParaRPr lang="en-US"/>
        </a:p>
      </dgm:t>
    </dgm:pt>
    <dgm:pt modelId="{503BF85F-0383-4A44-A713-B583E8B86AB4}" type="sibTrans" cxnId="{16458D6F-C588-5344-8EDB-9AB9E07E1897}">
      <dgm:prSet/>
      <dgm:spPr/>
      <dgm:t>
        <a:bodyPr/>
        <a:lstStyle/>
        <a:p>
          <a:endParaRPr lang="en-US"/>
        </a:p>
      </dgm:t>
    </dgm:pt>
    <dgm:pt modelId="{590B0AB9-1CEA-2540-B9F4-BABEC2C992D9}">
      <dgm:prSet phldrT="[Text]"/>
      <dgm:spPr/>
      <dgm:t>
        <a:bodyPr/>
        <a:lstStyle/>
        <a:p>
          <a:r>
            <a:rPr lang="en-US" dirty="0"/>
            <a:t>Newer Developers will often "shadow" call the more experienced </a:t>
          </a:r>
          <a:r>
            <a:rPr lang="en-US" dirty="0" err="1"/>
            <a:t>devs</a:t>
          </a:r>
          <a:r>
            <a:rPr lang="en-US" dirty="0"/>
            <a:t> so they are not on call alone.  </a:t>
          </a:r>
        </a:p>
      </dgm:t>
    </dgm:pt>
    <dgm:pt modelId="{EA69F498-D1C9-A544-A83C-74C10E6C659A}" type="parTrans" cxnId="{06B0211A-6CDC-BA4E-9381-A0F15C66638F}">
      <dgm:prSet/>
      <dgm:spPr/>
      <dgm:t>
        <a:bodyPr/>
        <a:lstStyle/>
        <a:p>
          <a:endParaRPr lang="en-US"/>
        </a:p>
      </dgm:t>
    </dgm:pt>
    <dgm:pt modelId="{DADBBF32-8D6C-7A4D-9B9B-3EE6D8461078}" type="sibTrans" cxnId="{06B0211A-6CDC-BA4E-9381-A0F15C66638F}">
      <dgm:prSet/>
      <dgm:spPr/>
      <dgm:t>
        <a:bodyPr/>
        <a:lstStyle/>
        <a:p>
          <a:endParaRPr lang="en-US"/>
        </a:p>
      </dgm:t>
    </dgm:pt>
    <dgm:pt modelId="{A9526CB8-CB1D-EF44-A74F-89ECCAD968D3}">
      <dgm:prSet phldrT="[Text]"/>
      <dgm:spPr/>
      <dgm:t>
        <a:bodyPr/>
        <a:lstStyle/>
        <a:p>
          <a:r>
            <a:rPr lang="en-US" dirty="0"/>
            <a:t>C an be daily, weekly or something between.</a:t>
          </a:r>
        </a:p>
      </dgm:t>
    </dgm:pt>
    <dgm:pt modelId="{D8EEC2E7-069A-D14C-91B8-026F34428BF4}" type="parTrans" cxnId="{A53610E6-6A58-BE48-A69F-44B94AF4DD7E}">
      <dgm:prSet/>
      <dgm:spPr/>
      <dgm:t>
        <a:bodyPr/>
        <a:lstStyle/>
        <a:p>
          <a:endParaRPr lang="en-US"/>
        </a:p>
      </dgm:t>
    </dgm:pt>
    <dgm:pt modelId="{B575EE8F-C479-9E46-9D09-CC93D1236B64}" type="sibTrans" cxnId="{A53610E6-6A58-BE48-A69F-44B94AF4DD7E}">
      <dgm:prSet/>
      <dgm:spPr/>
      <dgm:t>
        <a:bodyPr/>
        <a:lstStyle/>
        <a:p>
          <a:endParaRPr lang="en-US"/>
        </a:p>
      </dgm:t>
    </dgm:pt>
    <dgm:pt modelId="{C38F586B-62D1-0B47-9137-44DA4DB8D24F}">
      <dgm:prSet phldrT="[Text]"/>
      <dgm:spPr/>
      <dgm:t>
        <a:bodyPr/>
        <a:lstStyle/>
        <a:p>
          <a:r>
            <a:rPr lang="en-US" dirty="0"/>
            <a:t>This spreads the responsibility and builds experience across the team.</a:t>
          </a:r>
        </a:p>
      </dgm:t>
    </dgm:pt>
    <dgm:pt modelId="{58577E4F-CAD6-E94A-B076-46ECD6C223B4}" type="parTrans" cxnId="{806174BB-18E5-3244-90AE-13E4CF251047}">
      <dgm:prSet/>
      <dgm:spPr/>
      <dgm:t>
        <a:bodyPr/>
        <a:lstStyle/>
        <a:p>
          <a:endParaRPr lang="en-US"/>
        </a:p>
      </dgm:t>
    </dgm:pt>
    <dgm:pt modelId="{3632FB5D-D65F-BB46-99FA-94BB714F15A0}" type="sibTrans" cxnId="{806174BB-18E5-3244-90AE-13E4CF251047}">
      <dgm:prSet/>
      <dgm:spPr/>
      <dgm:t>
        <a:bodyPr/>
        <a:lstStyle/>
        <a:p>
          <a:endParaRPr lang="en-US"/>
        </a:p>
      </dgm:t>
    </dgm:pt>
    <dgm:pt modelId="{0D699D94-B341-0943-81B9-515EF7F7117B}">
      <dgm:prSet phldrT="[Text]"/>
      <dgm:spPr/>
      <dgm:t>
        <a:bodyPr/>
        <a:lstStyle/>
        <a:p>
          <a:r>
            <a:rPr lang="en-US" dirty="0"/>
            <a:t>They respond to calls and see how to handle them before being left on their own.</a:t>
          </a:r>
        </a:p>
      </dgm:t>
    </dgm:pt>
    <dgm:pt modelId="{74709217-E873-4744-ACBA-D807B8AE4D6A}" type="parTrans" cxnId="{CB15DAE2-0D22-EE42-8B3E-0CC95D7B3C22}">
      <dgm:prSet/>
      <dgm:spPr/>
      <dgm:t>
        <a:bodyPr/>
        <a:lstStyle/>
        <a:p>
          <a:endParaRPr lang="en-US"/>
        </a:p>
      </dgm:t>
    </dgm:pt>
    <dgm:pt modelId="{31A501A4-B8E5-8145-A9B9-A3DC32F15C03}" type="sibTrans" cxnId="{CB15DAE2-0D22-EE42-8B3E-0CC95D7B3C22}">
      <dgm:prSet/>
      <dgm:spPr/>
      <dgm:t>
        <a:bodyPr/>
        <a:lstStyle/>
        <a:p>
          <a:endParaRPr lang="en-US"/>
        </a:p>
      </dgm:t>
    </dgm:pt>
    <dgm:pt modelId="{E0A033D1-0383-4446-8FB2-DB9AE0F80ED1}" type="pres">
      <dgm:prSet presAssocID="{39138BD0-38CC-E246-807E-1F55A0D64D56}" presName="linear" presStyleCnt="0">
        <dgm:presLayoutVars>
          <dgm:dir/>
          <dgm:animLvl val="lvl"/>
          <dgm:resizeHandles val="exact"/>
        </dgm:presLayoutVars>
      </dgm:prSet>
      <dgm:spPr/>
    </dgm:pt>
    <dgm:pt modelId="{13CA0498-2332-254B-B13F-FF317E3C84A4}" type="pres">
      <dgm:prSet presAssocID="{E39C33D2-0F2B-D849-9C8B-4373C3AC4313}" presName="parentLin" presStyleCnt="0"/>
      <dgm:spPr/>
    </dgm:pt>
    <dgm:pt modelId="{2B5DCEB8-8A5E-7146-882E-194F8A8BB5D7}" type="pres">
      <dgm:prSet presAssocID="{E39C33D2-0F2B-D849-9C8B-4373C3AC4313}" presName="parentLeftMargin" presStyleLbl="node1" presStyleIdx="0" presStyleCnt="3"/>
      <dgm:spPr/>
    </dgm:pt>
    <dgm:pt modelId="{E7807523-80DE-0046-B99A-56FDBDE35CE3}" type="pres">
      <dgm:prSet presAssocID="{E39C33D2-0F2B-D849-9C8B-4373C3AC4313}" presName="parentText" presStyleLbl="node1" presStyleIdx="0" presStyleCnt="3" custLinFactNeighborX="25838" custLinFactNeighborY="-5712">
        <dgm:presLayoutVars>
          <dgm:chMax val="0"/>
          <dgm:bulletEnabled val="1"/>
        </dgm:presLayoutVars>
      </dgm:prSet>
      <dgm:spPr/>
    </dgm:pt>
    <dgm:pt modelId="{1A6B7533-62AE-4D4E-AD79-FC33EC2541E9}" type="pres">
      <dgm:prSet presAssocID="{E39C33D2-0F2B-D849-9C8B-4373C3AC4313}" presName="negativeSpace" presStyleCnt="0"/>
      <dgm:spPr/>
    </dgm:pt>
    <dgm:pt modelId="{F26A253D-657C-E044-A34B-03B6781E8C4A}" type="pres">
      <dgm:prSet presAssocID="{E39C33D2-0F2B-D849-9C8B-4373C3AC4313}" presName="childText" presStyleLbl="conFgAcc1" presStyleIdx="0" presStyleCnt="3">
        <dgm:presLayoutVars>
          <dgm:bulletEnabled val="1"/>
        </dgm:presLayoutVars>
      </dgm:prSet>
      <dgm:spPr/>
    </dgm:pt>
    <dgm:pt modelId="{19C900E7-0347-4742-A302-2295DE14DFD7}" type="pres">
      <dgm:prSet presAssocID="{62C372CA-170E-524F-BE3D-B6D2AADE6257}" presName="spaceBetweenRectangles" presStyleCnt="0"/>
      <dgm:spPr/>
    </dgm:pt>
    <dgm:pt modelId="{E652E8FA-F85E-064C-B4EA-666BD77863BE}" type="pres">
      <dgm:prSet presAssocID="{A9A22BA0-E229-7346-8700-F772B659AB65}" presName="parentLin" presStyleCnt="0"/>
      <dgm:spPr/>
    </dgm:pt>
    <dgm:pt modelId="{41BE1200-8D19-BE4A-AE5D-77619C16847B}" type="pres">
      <dgm:prSet presAssocID="{A9A22BA0-E229-7346-8700-F772B659AB65}" presName="parentLeftMargin" presStyleLbl="node1" presStyleIdx="0" presStyleCnt="3"/>
      <dgm:spPr/>
    </dgm:pt>
    <dgm:pt modelId="{0D33BABF-FF1D-8048-AE00-273E121310B3}" type="pres">
      <dgm:prSet presAssocID="{A9A22BA0-E229-7346-8700-F772B659AB65}" presName="parentText" presStyleLbl="node1" presStyleIdx="1" presStyleCnt="3">
        <dgm:presLayoutVars>
          <dgm:chMax val="0"/>
          <dgm:bulletEnabled val="1"/>
        </dgm:presLayoutVars>
      </dgm:prSet>
      <dgm:spPr/>
    </dgm:pt>
    <dgm:pt modelId="{78E2280F-E8D0-2D45-8390-F9C120032DBD}" type="pres">
      <dgm:prSet presAssocID="{A9A22BA0-E229-7346-8700-F772B659AB65}" presName="negativeSpace" presStyleCnt="0"/>
      <dgm:spPr/>
    </dgm:pt>
    <dgm:pt modelId="{46A53B50-9F81-0843-BAFE-7B5ACA7A5ECB}" type="pres">
      <dgm:prSet presAssocID="{A9A22BA0-E229-7346-8700-F772B659AB65}" presName="childText" presStyleLbl="conFgAcc1" presStyleIdx="1" presStyleCnt="3">
        <dgm:presLayoutVars>
          <dgm:bulletEnabled val="1"/>
        </dgm:presLayoutVars>
      </dgm:prSet>
      <dgm:spPr/>
    </dgm:pt>
    <dgm:pt modelId="{2CF571B4-7F90-834F-9720-060D48D6F9F8}" type="pres">
      <dgm:prSet presAssocID="{DAA41A2A-72F2-4A4A-83DE-CC2700EDA65D}" presName="spaceBetweenRectangles" presStyleCnt="0"/>
      <dgm:spPr/>
    </dgm:pt>
    <dgm:pt modelId="{28105023-4F2B-C740-8EEB-2E4295CAF370}" type="pres">
      <dgm:prSet presAssocID="{AE58A626-B26B-3E4B-9C84-7C9CF705D97C}" presName="parentLin" presStyleCnt="0"/>
      <dgm:spPr/>
    </dgm:pt>
    <dgm:pt modelId="{63B08DA8-9B0E-1A40-A929-C25658078025}" type="pres">
      <dgm:prSet presAssocID="{AE58A626-B26B-3E4B-9C84-7C9CF705D97C}" presName="parentLeftMargin" presStyleLbl="node1" presStyleIdx="1" presStyleCnt="3"/>
      <dgm:spPr/>
    </dgm:pt>
    <dgm:pt modelId="{968293D4-4A4F-3148-B318-C13D5A66EB80}" type="pres">
      <dgm:prSet presAssocID="{AE58A626-B26B-3E4B-9C84-7C9CF705D97C}" presName="parentText" presStyleLbl="node1" presStyleIdx="2" presStyleCnt="3">
        <dgm:presLayoutVars>
          <dgm:chMax val="0"/>
          <dgm:bulletEnabled val="1"/>
        </dgm:presLayoutVars>
      </dgm:prSet>
      <dgm:spPr/>
    </dgm:pt>
    <dgm:pt modelId="{3A7DF91A-E676-504C-BE47-8BA4219BF265}" type="pres">
      <dgm:prSet presAssocID="{AE58A626-B26B-3E4B-9C84-7C9CF705D97C}" presName="negativeSpace" presStyleCnt="0"/>
      <dgm:spPr/>
    </dgm:pt>
    <dgm:pt modelId="{90D9AF5A-C001-AB41-A488-C6FEA62F4B78}" type="pres">
      <dgm:prSet presAssocID="{AE58A626-B26B-3E4B-9C84-7C9CF705D97C}" presName="childText" presStyleLbl="conFgAcc1" presStyleIdx="2" presStyleCnt="3">
        <dgm:presLayoutVars>
          <dgm:bulletEnabled val="1"/>
        </dgm:presLayoutVars>
      </dgm:prSet>
      <dgm:spPr/>
    </dgm:pt>
  </dgm:ptLst>
  <dgm:cxnLst>
    <dgm:cxn modelId="{199B6203-2FF1-834F-AA90-0EF48657151F}" srcId="{39138BD0-38CC-E246-807E-1F55A0D64D56}" destId="{E39C33D2-0F2B-D849-9C8B-4373C3AC4313}" srcOrd="0" destOrd="0" parTransId="{69724F01-A0C9-8241-AE0C-545F6E6B2ED5}" sibTransId="{62C372CA-170E-524F-BE3D-B6D2AADE6257}"/>
    <dgm:cxn modelId="{576B9411-2763-D848-A061-0AB6E4816CE4}" type="presOf" srcId="{FD1BD3AD-5202-BC4D-92C4-F61475B0F583}" destId="{F26A253D-657C-E044-A34B-03B6781E8C4A}" srcOrd="0" destOrd="0" presId="urn:microsoft.com/office/officeart/2005/8/layout/list1"/>
    <dgm:cxn modelId="{867CF611-DEE6-EE4F-8EF3-DB283EBA0570}" type="presOf" srcId="{590B0AB9-1CEA-2540-B9F4-BABEC2C992D9}" destId="{90D9AF5A-C001-AB41-A488-C6FEA62F4B78}" srcOrd="0" destOrd="0" presId="urn:microsoft.com/office/officeart/2005/8/layout/list1"/>
    <dgm:cxn modelId="{06B0211A-6CDC-BA4E-9381-A0F15C66638F}" srcId="{AE58A626-B26B-3E4B-9C84-7C9CF705D97C}" destId="{590B0AB9-1CEA-2540-B9F4-BABEC2C992D9}" srcOrd="0" destOrd="0" parTransId="{EA69F498-D1C9-A544-A83C-74C10E6C659A}" sibTransId="{DADBBF32-8D6C-7A4D-9B9B-3EE6D8461078}"/>
    <dgm:cxn modelId="{F01E1420-490A-DC4C-ABD1-ABD065571190}" srcId="{39138BD0-38CC-E246-807E-1F55A0D64D56}" destId="{A9A22BA0-E229-7346-8700-F772B659AB65}" srcOrd="1" destOrd="0" parTransId="{67A45CC3-54EC-F04C-B44D-6B5CB1DB7646}" sibTransId="{DAA41A2A-72F2-4A4A-83DE-CC2700EDA65D}"/>
    <dgm:cxn modelId="{49E9AC20-0C78-8C4C-93D8-1EAF59C4EB60}" srcId="{39138BD0-38CC-E246-807E-1F55A0D64D56}" destId="{AE58A626-B26B-3E4B-9C84-7C9CF705D97C}" srcOrd="2" destOrd="0" parTransId="{F7E33EA7-F762-6742-8DDC-0C9789260420}" sibTransId="{72951D5F-4605-A64E-B796-2F1356867669}"/>
    <dgm:cxn modelId="{4E25E827-7C82-0D44-AC1E-9140848F76A5}" type="presOf" srcId="{C38F586B-62D1-0B47-9137-44DA4DB8D24F}" destId="{46A53B50-9F81-0843-BAFE-7B5ACA7A5ECB}" srcOrd="0" destOrd="1" presId="urn:microsoft.com/office/officeart/2005/8/layout/list1"/>
    <dgm:cxn modelId="{ABBF6930-E4B6-A041-AB87-08AF109063B3}" type="presOf" srcId="{0D699D94-B341-0943-81B9-515EF7F7117B}" destId="{90D9AF5A-C001-AB41-A488-C6FEA62F4B78}" srcOrd="0" destOrd="1" presId="urn:microsoft.com/office/officeart/2005/8/layout/list1"/>
    <dgm:cxn modelId="{5161BE3D-FE48-4845-8E58-EA861E1BCE5F}" type="presOf" srcId="{A9526CB8-CB1D-EF44-A74F-89ECCAD968D3}" destId="{F26A253D-657C-E044-A34B-03B6781E8C4A}" srcOrd="0" destOrd="1" presId="urn:microsoft.com/office/officeart/2005/8/layout/list1"/>
    <dgm:cxn modelId="{16458D6F-C588-5344-8EDB-9AB9E07E1897}" srcId="{A9A22BA0-E229-7346-8700-F772B659AB65}" destId="{6643C903-97FA-C144-9530-7EB36A187560}" srcOrd="0" destOrd="0" parTransId="{9E0E2CCA-B4B7-614E-91CE-E652B793B992}" sibTransId="{503BF85F-0383-4A44-A713-B583E8B86AB4}"/>
    <dgm:cxn modelId="{5ACCD171-C3E9-0E44-8741-655411A40458}" type="presOf" srcId="{A9A22BA0-E229-7346-8700-F772B659AB65}" destId="{41BE1200-8D19-BE4A-AE5D-77619C16847B}" srcOrd="0" destOrd="0" presId="urn:microsoft.com/office/officeart/2005/8/layout/list1"/>
    <dgm:cxn modelId="{5781F674-BC13-9646-9CD2-CCB7F899D8E9}" type="presOf" srcId="{A9A22BA0-E229-7346-8700-F772B659AB65}" destId="{0D33BABF-FF1D-8048-AE00-273E121310B3}" srcOrd="1" destOrd="0" presId="urn:microsoft.com/office/officeart/2005/8/layout/list1"/>
    <dgm:cxn modelId="{BA609394-4D5B-384D-A1FD-87E9B1A16AE2}" type="presOf" srcId="{E39C33D2-0F2B-D849-9C8B-4373C3AC4313}" destId="{E7807523-80DE-0046-B99A-56FDBDE35CE3}" srcOrd="1" destOrd="0" presId="urn:microsoft.com/office/officeart/2005/8/layout/list1"/>
    <dgm:cxn modelId="{41481BA2-7459-A542-834E-3DC0827186E0}" type="presOf" srcId="{AE58A626-B26B-3E4B-9C84-7C9CF705D97C}" destId="{63B08DA8-9B0E-1A40-A929-C25658078025}" srcOrd="0" destOrd="0" presId="urn:microsoft.com/office/officeart/2005/8/layout/list1"/>
    <dgm:cxn modelId="{1599B9A2-C716-6C45-8CF9-E550838A3DA5}" type="presOf" srcId="{AE58A626-B26B-3E4B-9C84-7C9CF705D97C}" destId="{968293D4-4A4F-3148-B318-C13D5A66EB80}" srcOrd="1" destOrd="0" presId="urn:microsoft.com/office/officeart/2005/8/layout/list1"/>
    <dgm:cxn modelId="{D0D75AA8-A0AF-A744-8581-9987ADC58F51}" type="presOf" srcId="{E39C33D2-0F2B-D849-9C8B-4373C3AC4313}" destId="{2B5DCEB8-8A5E-7146-882E-194F8A8BB5D7}" srcOrd="0" destOrd="0" presId="urn:microsoft.com/office/officeart/2005/8/layout/list1"/>
    <dgm:cxn modelId="{806174BB-18E5-3244-90AE-13E4CF251047}" srcId="{A9A22BA0-E229-7346-8700-F772B659AB65}" destId="{C38F586B-62D1-0B47-9137-44DA4DB8D24F}" srcOrd="1" destOrd="0" parTransId="{58577E4F-CAD6-E94A-B076-46ECD6C223B4}" sibTransId="{3632FB5D-D65F-BB46-99FA-94BB714F15A0}"/>
    <dgm:cxn modelId="{DD6E2BC7-F611-2446-ADD0-E9784BBD811D}" srcId="{E39C33D2-0F2B-D849-9C8B-4373C3AC4313}" destId="{FD1BD3AD-5202-BC4D-92C4-F61475B0F583}" srcOrd="0" destOrd="0" parTransId="{87A133BB-004B-D545-8BBA-CC5982B5D3EF}" sibTransId="{1B37D411-CEAF-E34A-8C0C-6178C849653A}"/>
    <dgm:cxn modelId="{B59FE1E0-C0A0-E24B-95E8-88CA9E9C20D2}" type="presOf" srcId="{39138BD0-38CC-E246-807E-1F55A0D64D56}" destId="{E0A033D1-0383-4446-8FB2-DB9AE0F80ED1}" srcOrd="0" destOrd="0" presId="urn:microsoft.com/office/officeart/2005/8/layout/list1"/>
    <dgm:cxn modelId="{CB15DAE2-0D22-EE42-8B3E-0CC95D7B3C22}" srcId="{AE58A626-B26B-3E4B-9C84-7C9CF705D97C}" destId="{0D699D94-B341-0943-81B9-515EF7F7117B}" srcOrd="1" destOrd="0" parTransId="{74709217-E873-4744-ACBA-D807B8AE4D6A}" sibTransId="{31A501A4-B8E5-8145-A9B9-A3DC32F15C03}"/>
    <dgm:cxn modelId="{A53610E6-6A58-BE48-A69F-44B94AF4DD7E}" srcId="{E39C33D2-0F2B-D849-9C8B-4373C3AC4313}" destId="{A9526CB8-CB1D-EF44-A74F-89ECCAD968D3}" srcOrd="1" destOrd="0" parTransId="{D8EEC2E7-069A-D14C-91B8-026F34428BF4}" sibTransId="{B575EE8F-C479-9E46-9D09-CC93D1236B64}"/>
    <dgm:cxn modelId="{E2EE72F3-F53B-CC42-8916-24F0003106C5}" type="presOf" srcId="{6643C903-97FA-C144-9530-7EB36A187560}" destId="{46A53B50-9F81-0843-BAFE-7B5ACA7A5ECB}" srcOrd="0" destOrd="0" presId="urn:microsoft.com/office/officeart/2005/8/layout/list1"/>
    <dgm:cxn modelId="{E61F608F-20D0-CF41-A2C8-12BD2A65A13B}" type="presParOf" srcId="{E0A033D1-0383-4446-8FB2-DB9AE0F80ED1}" destId="{13CA0498-2332-254B-B13F-FF317E3C84A4}" srcOrd="0" destOrd="0" presId="urn:microsoft.com/office/officeart/2005/8/layout/list1"/>
    <dgm:cxn modelId="{3BD4DC70-7594-8646-A834-D67A0F467301}" type="presParOf" srcId="{13CA0498-2332-254B-B13F-FF317E3C84A4}" destId="{2B5DCEB8-8A5E-7146-882E-194F8A8BB5D7}" srcOrd="0" destOrd="0" presId="urn:microsoft.com/office/officeart/2005/8/layout/list1"/>
    <dgm:cxn modelId="{27AC3815-5D93-6945-A92E-6FD8DD5A647C}" type="presParOf" srcId="{13CA0498-2332-254B-B13F-FF317E3C84A4}" destId="{E7807523-80DE-0046-B99A-56FDBDE35CE3}" srcOrd="1" destOrd="0" presId="urn:microsoft.com/office/officeart/2005/8/layout/list1"/>
    <dgm:cxn modelId="{492E39DB-897E-9E40-B628-8903C63FC28E}" type="presParOf" srcId="{E0A033D1-0383-4446-8FB2-DB9AE0F80ED1}" destId="{1A6B7533-62AE-4D4E-AD79-FC33EC2541E9}" srcOrd="1" destOrd="0" presId="urn:microsoft.com/office/officeart/2005/8/layout/list1"/>
    <dgm:cxn modelId="{FA4D2FE4-78E9-A240-A0C3-AFEB5A3BBD04}" type="presParOf" srcId="{E0A033D1-0383-4446-8FB2-DB9AE0F80ED1}" destId="{F26A253D-657C-E044-A34B-03B6781E8C4A}" srcOrd="2" destOrd="0" presId="urn:microsoft.com/office/officeart/2005/8/layout/list1"/>
    <dgm:cxn modelId="{511DAABF-A650-2D44-A437-355693E0850D}" type="presParOf" srcId="{E0A033D1-0383-4446-8FB2-DB9AE0F80ED1}" destId="{19C900E7-0347-4742-A302-2295DE14DFD7}" srcOrd="3" destOrd="0" presId="urn:microsoft.com/office/officeart/2005/8/layout/list1"/>
    <dgm:cxn modelId="{91E0F62D-DF9E-B041-93A8-8A300A45B118}" type="presParOf" srcId="{E0A033D1-0383-4446-8FB2-DB9AE0F80ED1}" destId="{E652E8FA-F85E-064C-B4EA-666BD77863BE}" srcOrd="4" destOrd="0" presId="urn:microsoft.com/office/officeart/2005/8/layout/list1"/>
    <dgm:cxn modelId="{8BEA6017-FFF6-9840-99E4-8F46FA83D9F8}" type="presParOf" srcId="{E652E8FA-F85E-064C-B4EA-666BD77863BE}" destId="{41BE1200-8D19-BE4A-AE5D-77619C16847B}" srcOrd="0" destOrd="0" presId="urn:microsoft.com/office/officeart/2005/8/layout/list1"/>
    <dgm:cxn modelId="{DDBC3EC1-4159-CA43-BC72-B028889E434D}" type="presParOf" srcId="{E652E8FA-F85E-064C-B4EA-666BD77863BE}" destId="{0D33BABF-FF1D-8048-AE00-273E121310B3}" srcOrd="1" destOrd="0" presId="urn:microsoft.com/office/officeart/2005/8/layout/list1"/>
    <dgm:cxn modelId="{8DD691CF-6F5A-0244-AD1D-7F8768A10E95}" type="presParOf" srcId="{E0A033D1-0383-4446-8FB2-DB9AE0F80ED1}" destId="{78E2280F-E8D0-2D45-8390-F9C120032DBD}" srcOrd="5" destOrd="0" presId="urn:microsoft.com/office/officeart/2005/8/layout/list1"/>
    <dgm:cxn modelId="{B7DDD07A-5CFE-BF47-A54A-3042B58A31BD}" type="presParOf" srcId="{E0A033D1-0383-4446-8FB2-DB9AE0F80ED1}" destId="{46A53B50-9F81-0843-BAFE-7B5ACA7A5ECB}" srcOrd="6" destOrd="0" presId="urn:microsoft.com/office/officeart/2005/8/layout/list1"/>
    <dgm:cxn modelId="{E861001F-0BFC-994D-A61F-9D0F6AF540A2}" type="presParOf" srcId="{E0A033D1-0383-4446-8FB2-DB9AE0F80ED1}" destId="{2CF571B4-7F90-834F-9720-060D48D6F9F8}" srcOrd="7" destOrd="0" presId="urn:microsoft.com/office/officeart/2005/8/layout/list1"/>
    <dgm:cxn modelId="{1AEEA15F-1B30-C24B-A3C0-FE1C65202A2E}" type="presParOf" srcId="{E0A033D1-0383-4446-8FB2-DB9AE0F80ED1}" destId="{28105023-4F2B-C740-8EEB-2E4295CAF370}" srcOrd="8" destOrd="0" presId="urn:microsoft.com/office/officeart/2005/8/layout/list1"/>
    <dgm:cxn modelId="{D1705881-83F2-9A48-ABBF-3FA5DE041112}" type="presParOf" srcId="{28105023-4F2B-C740-8EEB-2E4295CAF370}" destId="{63B08DA8-9B0E-1A40-A929-C25658078025}" srcOrd="0" destOrd="0" presId="urn:microsoft.com/office/officeart/2005/8/layout/list1"/>
    <dgm:cxn modelId="{184FA849-CFC9-0246-81C0-362C6E244BD6}" type="presParOf" srcId="{28105023-4F2B-C740-8EEB-2E4295CAF370}" destId="{968293D4-4A4F-3148-B318-C13D5A66EB80}" srcOrd="1" destOrd="0" presId="urn:microsoft.com/office/officeart/2005/8/layout/list1"/>
    <dgm:cxn modelId="{302808BA-421E-5443-AA3F-EEEFE562C00C}" type="presParOf" srcId="{E0A033D1-0383-4446-8FB2-DB9AE0F80ED1}" destId="{3A7DF91A-E676-504C-BE47-8BA4219BF265}" srcOrd="9" destOrd="0" presId="urn:microsoft.com/office/officeart/2005/8/layout/list1"/>
    <dgm:cxn modelId="{46C52A8A-0B1C-CF47-8558-9A6EF0CA8264}" type="presParOf" srcId="{E0A033D1-0383-4446-8FB2-DB9AE0F80ED1}" destId="{90D9AF5A-C001-AB41-A488-C6FEA62F4B78}" srcOrd="10" destOrd="0" presId="urn:microsoft.com/office/officeart/2005/8/layout/list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77174D0-6909-1D43-BB1F-E834A9510ED4}" type="doc">
      <dgm:prSet loTypeId="urn:microsoft.com/office/officeart/2005/8/layout/default" loCatId="" qsTypeId="urn:microsoft.com/office/officeart/2005/8/quickstyle/3d3" qsCatId="3D" csTypeId="urn:microsoft.com/office/officeart/2005/8/colors/accent1_2" csCatId="accent1" phldr="1"/>
      <dgm:spPr/>
      <dgm:t>
        <a:bodyPr/>
        <a:lstStyle/>
        <a:p>
          <a:endParaRPr lang="en-US"/>
        </a:p>
      </dgm:t>
    </dgm:pt>
    <dgm:pt modelId="{55F5457A-56E5-4C45-BF69-93CE564CC17B}">
      <dgm:prSet phldrT="[Text]"/>
      <dgm:spPr/>
      <dgm:t>
        <a:bodyPr/>
        <a:lstStyle/>
        <a:p>
          <a:r>
            <a:rPr lang="en-US" dirty="0"/>
            <a:t>Setting Healthy Limits</a:t>
          </a:r>
        </a:p>
      </dgm:t>
    </dgm:pt>
    <dgm:pt modelId="{202AE098-6369-8A44-98C2-38899FF09876}" type="parTrans" cxnId="{253A1B3A-6203-6645-8A40-A341A12054FF}">
      <dgm:prSet/>
      <dgm:spPr/>
      <dgm:t>
        <a:bodyPr/>
        <a:lstStyle/>
        <a:p>
          <a:endParaRPr lang="en-US"/>
        </a:p>
      </dgm:t>
    </dgm:pt>
    <dgm:pt modelId="{E21B07E7-E9DF-964B-B617-5507D6DDCDB2}" type="sibTrans" cxnId="{253A1B3A-6203-6645-8A40-A341A12054FF}">
      <dgm:prSet/>
      <dgm:spPr/>
      <dgm:t>
        <a:bodyPr/>
        <a:lstStyle/>
        <a:p>
          <a:endParaRPr lang="en-US"/>
        </a:p>
      </dgm:t>
    </dgm:pt>
    <dgm:pt modelId="{ED870EAE-2746-4149-93DE-FBEC47566B72}" type="pres">
      <dgm:prSet presAssocID="{B77174D0-6909-1D43-BB1F-E834A9510ED4}" presName="diagram" presStyleCnt="0">
        <dgm:presLayoutVars>
          <dgm:dir/>
          <dgm:resizeHandles val="exact"/>
        </dgm:presLayoutVars>
      </dgm:prSet>
      <dgm:spPr/>
    </dgm:pt>
    <dgm:pt modelId="{BFF1AAD4-3092-2649-87C8-2A4ABCE6C901}" type="pres">
      <dgm:prSet presAssocID="{55F5457A-56E5-4C45-BF69-93CE564CC17B}" presName="node" presStyleLbl="node1" presStyleIdx="0" presStyleCnt="1" custScaleX="716801" custLinFactNeighborX="5642" custLinFactNeighborY="28">
        <dgm:presLayoutVars>
          <dgm:bulletEnabled val="1"/>
        </dgm:presLayoutVars>
      </dgm:prSet>
      <dgm:spPr/>
    </dgm:pt>
  </dgm:ptLst>
  <dgm:cxnLst>
    <dgm:cxn modelId="{D6F20209-7CD2-E64E-9A9F-D67CF6CF4BB2}" type="presOf" srcId="{55F5457A-56E5-4C45-BF69-93CE564CC17B}" destId="{BFF1AAD4-3092-2649-87C8-2A4ABCE6C901}" srcOrd="0" destOrd="0" presId="urn:microsoft.com/office/officeart/2005/8/layout/default"/>
    <dgm:cxn modelId="{253A1B3A-6203-6645-8A40-A341A12054FF}" srcId="{B77174D0-6909-1D43-BB1F-E834A9510ED4}" destId="{55F5457A-56E5-4C45-BF69-93CE564CC17B}" srcOrd="0" destOrd="0" parTransId="{202AE098-6369-8A44-98C2-38899FF09876}" sibTransId="{E21B07E7-E9DF-964B-B617-5507D6DDCDB2}"/>
    <dgm:cxn modelId="{E6CE8790-26A9-434E-9BF1-7CAD82D20A0D}" type="presOf" srcId="{B77174D0-6909-1D43-BB1F-E834A9510ED4}" destId="{ED870EAE-2746-4149-93DE-FBEC47566B72}" srcOrd="0" destOrd="0" presId="urn:microsoft.com/office/officeart/2005/8/layout/default"/>
    <dgm:cxn modelId="{91D7901C-E793-DF4D-A0D4-A3AC8964FD03}" type="presParOf" srcId="{ED870EAE-2746-4149-93DE-FBEC47566B72}" destId="{BFF1AAD4-3092-2649-87C8-2A4ABCE6C901}"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0AD767F-500C-5C4E-9744-0D80CC423A56}" type="doc">
      <dgm:prSet loTypeId="urn:microsoft.com/office/officeart/2005/8/layout/default" loCatId="" qsTypeId="urn:microsoft.com/office/officeart/2005/8/quickstyle/3d3" qsCatId="3D" csTypeId="urn:microsoft.com/office/officeart/2005/8/colors/accent1_2" csCatId="accent1" phldr="1"/>
      <dgm:spPr/>
      <dgm:t>
        <a:bodyPr/>
        <a:lstStyle/>
        <a:p>
          <a:endParaRPr lang="en-US"/>
        </a:p>
      </dgm:t>
    </dgm:pt>
    <dgm:pt modelId="{4DC52B6F-E978-604D-B39F-C29280831D9E}">
      <dgm:prSet phldrT="[Text]"/>
      <dgm:spPr/>
      <dgm:t>
        <a:bodyPr/>
        <a:lstStyle/>
        <a:p>
          <a:r>
            <a:rPr lang="en-US" dirty="0"/>
            <a:t>Time Spent on call should be accounted for, not just time WORKED on call</a:t>
          </a:r>
        </a:p>
      </dgm:t>
    </dgm:pt>
    <dgm:pt modelId="{7DD0C71D-B8D8-F146-94D7-F7469DF77F40}" type="parTrans" cxnId="{BBF6CA08-BBA3-4349-A389-E7C59E434CC2}">
      <dgm:prSet/>
      <dgm:spPr/>
      <dgm:t>
        <a:bodyPr/>
        <a:lstStyle/>
        <a:p>
          <a:endParaRPr lang="en-US"/>
        </a:p>
      </dgm:t>
    </dgm:pt>
    <dgm:pt modelId="{E732EBE0-38E0-884E-AFC7-0033203FF61B}" type="sibTrans" cxnId="{BBF6CA08-BBA3-4349-A389-E7C59E434CC2}">
      <dgm:prSet/>
      <dgm:spPr/>
      <dgm:t>
        <a:bodyPr/>
        <a:lstStyle/>
        <a:p>
          <a:endParaRPr lang="en-US"/>
        </a:p>
      </dgm:t>
    </dgm:pt>
    <dgm:pt modelId="{EDBAA52B-E36D-5C4B-9370-D3C8B47956ED}">
      <dgm:prSet/>
      <dgm:spPr/>
      <dgm:t>
        <a:bodyPr/>
        <a:lstStyle/>
        <a:p>
          <a:r>
            <a:rPr lang="en-US" dirty="0"/>
            <a:t>Google’s SRE has a guideline that you should spend 50% of time on regular operations</a:t>
          </a:r>
        </a:p>
      </dgm:t>
    </dgm:pt>
    <dgm:pt modelId="{E07A833F-5840-3A46-9F42-F72A8131C654}" type="parTrans" cxnId="{903B43C5-F3D4-B949-8B4F-E55802227FAE}">
      <dgm:prSet/>
      <dgm:spPr/>
      <dgm:t>
        <a:bodyPr/>
        <a:lstStyle/>
        <a:p>
          <a:endParaRPr lang="en-US"/>
        </a:p>
      </dgm:t>
    </dgm:pt>
    <dgm:pt modelId="{8933D3AF-16BF-6E44-AB63-99AA7914269A}" type="sibTrans" cxnId="{903B43C5-F3D4-B949-8B4F-E55802227FAE}">
      <dgm:prSet/>
      <dgm:spPr/>
      <dgm:t>
        <a:bodyPr/>
        <a:lstStyle/>
        <a:p>
          <a:endParaRPr lang="en-US"/>
        </a:p>
      </dgm:t>
    </dgm:pt>
    <dgm:pt modelId="{F986BEFE-FA28-6648-A41B-4C21CE630B0B}">
      <dgm:prSet/>
      <dgm:spPr/>
      <dgm:t>
        <a:bodyPr/>
        <a:lstStyle/>
        <a:p>
          <a:r>
            <a:rPr lang="en-US"/>
            <a:t>Google also says you should only take 2 incidents per on call shift.</a:t>
          </a:r>
          <a:endParaRPr lang="en-US" dirty="0"/>
        </a:p>
      </dgm:t>
    </dgm:pt>
    <dgm:pt modelId="{B68E75B1-8A03-1741-A5F7-2916DAC9C3A9}" type="parTrans" cxnId="{A1EE6876-3D59-FE4C-9443-3B59DE36176F}">
      <dgm:prSet/>
      <dgm:spPr/>
      <dgm:t>
        <a:bodyPr/>
        <a:lstStyle/>
        <a:p>
          <a:endParaRPr lang="en-US"/>
        </a:p>
      </dgm:t>
    </dgm:pt>
    <dgm:pt modelId="{A5B12677-5507-2440-8896-11620EDD9DCA}" type="sibTrans" cxnId="{A1EE6876-3D59-FE4C-9443-3B59DE36176F}">
      <dgm:prSet/>
      <dgm:spPr/>
      <dgm:t>
        <a:bodyPr/>
        <a:lstStyle/>
        <a:p>
          <a:endParaRPr lang="en-US"/>
        </a:p>
      </dgm:t>
    </dgm:pt>
    <dgm:pt modelId="{D0D6E0FE-9F91-9643-98C2-573CF82602E8}">
      <dgm:prSet/>
      <dgm:spPr/>
      <dgm:t>
        <a:bodyPr/>
        <a:lstStyle/>
        <a:p>
          <a:r>
            <a:rPr lang="en-US"/>
            <a:t>If these limits are exceeded, it means you need more resources to lighten the “load per developer.”</a:t>
          </a:r>
          <a:endParaRPr lang="en-US" dirty="0"/>
        </a:p>
      </dgm:t>
    </dgm:pt>
    <dgm:pt modelId="{8EE7C48B-F8B0-E549-98EC-24B74FF7268E}" type="parTrans" cxnId="{DFF2BD7A-C00B-1443-880C-3CCB134537A8}">
      <dgm:prSet/>
      <dgm:spPr/>
      <dgm:t>
        <a:bodyPr/>
        <a:lstStyle/>
        <a:p>
          <a:endParaRPr lang="en-US"/>
        </a:p>
      </dgm:t>
    </dgm:pt>
    <dgm:pt modelId="{554FE60A-1402-0F42-AE3D-CCE8A148F2EE}" type="sibTrans" cxnId="{DFF2BD7A-C00B-1443-880C-3CCB134537A8}">
      <dgm:prSet/>
      <dgm:spPr/>
      <dgm:t>
        <a:bodyPr/>
        <a:lstStyle/>
        <a:p>
          <a:endParaRPr lang="en-US"/>
        </a:p>
      </dgm:t>
    </dgm:pt>
    <dgm:pt modelId="{30A07897-383B-3B4A-966F-B2E7599FE903}" type="pres">
      <dgm:prSet presAssocID="{E0AD767F-500C-5C4E-9744-0D80CC423A56}" presName="diagram" presStyleCnt="0">
        <dgm:presLayoutVars>
          <dgm:dir/>
          <dgm:resizeHandles val="exact"/>
        </dgm:presLayoutVars>
      </dgm:prSet>
      <dgm:spPr/>
    </dgm:pt>
    <dgm:pt modelId="{176816B8-5F99-7F49-99E2-D2FB380A3A22}" type="pres">
      <dgm:prSet presAssocID="{4DC52B6F-E978-604D-B39F-C29280831D9E}" presName="node" presStyleLbl="node1" presStyleIdx="0" presStyleCnt="4" custScaleX="127878">
        <dgm:presLayoutVars>
          <dgm:bulletEnabled val="1"/>
        </dgm:presLayoutVars>
      </dgm:prSet>
      <dgm:spPr/>
    </dgm:pt>
    <dgm:pt modelId="{CBFB7021-5D9D-0541-BD7D-3F47B480C834}" type="pres">
      <dgm:prSet presAssocID="{E732EBE0-38E0-884E-AFC7-0033203FF61B}" presName="sibTrans" presStyleCnt="0"/>
      <dgm:spPr/>
    </dgm:pt>
    <dgm:pt modelId="{EDBC4724-DA2D-E44A-B3CE-292F799DF4D6}" type="pres">
      <dgm:prSet presAssocID="{EDBAA52B-E36D-5C4B-9370-D3C8B47956ED}" presName="node" presStyleLbl="node1" presStyleIdx="1" presStyleCnt="4" custScaleX="127878">
        <dgm:presLayoutVars>
          <dgm:bulletEnabled val="1"/>
        </dgm:presLayoutVars>
      </dgm:prSet>
      <dgm:spPr/>
    </dgm:pt>
    <dgm:pt modelId="{49862922-D5F7-5140-A3AC-4136A78E2399}" type="pres">
      <dgm:prSet presAssocID="{8933D3AF-16BF-6E44-AB63-99AA7914269A}" presName="sibTrans" presStyleCnt="0"/>
      <dgm:spPr/>
    </dgm:pt>
    <dgm:pt modelId="{78B5DAE3-F3FF-C24E-9D71-45A406C86062}" type="pres">
      <dgm:prSet presAssocID="{F986BEFE-FA28-6648-A41B-4C21CE630B0B}" presName="node" presStyleLbl="node1" presStyleIdx="2" presStyleCnt="4" custScaleX="127878">
        <dgm:presLayoutVars>
          <dgm:bulletEnabled val="1"/>
        </dgm:presLayoutVars>
      </dgm:prSet>
      <dgm:spPr/>
    </dgm:pt>
    <dgm:pt modelId="{C55B52B8-CC2D-F043-9355-7A4A70CFE885}" type="pres">
      <dgm:prSet presAssocID="{A5B12677-5507-2440-8896-11620EDD9DCA}" presName="sibTrans" presStyleCnt="0"/>
      <dgm:spPr/>
    </dgm:pt>
    <dgm:pt modelId="{3E2D6119-0EFE-324A-82F3-2F8946E13202}" type="pres">
      <dgm:prSet presAssocID="{D0D6E0FE-9F91-9643-98C2-573CF82602E8}" presName="node" presStyleLbl="node1" presStyleIdx="3" presStyleCnt="4" custScaleX="127878">
        <dgm:presLayoutVars>
          <dgm:bulletEnabled val="1"/>
        </dgm:presLayoutVars>
      </dgm:prSet>
      <dgm:spPr/>
    </dgm:pt>
  </dgm:ptLst>
  <dgm:cxnLst>
    <dgm:cxn modelId="{BBF6CA08-BBA3-4349-A389-E7C59E434CC2}" srcId="{E0AD767F-500C-5C4E-9744-0D80CC423A56}" destId="{4DC52B6F-E978-604D-B39F-C29280831D9E}" srcOrd="0" destOrd="0" parTransId="{7DD0C71D-B8D8-F146-94D7-F7469DF77F40}" sibTransId="{E732EBE0-38E0-884E-AFC7-0033203FF61B}"/>
    <dgm:cxn modelId="{BD021017-0DCE-684F-BC59-7AEB50FA5D32}" type="presOf" srcId="{D0D6E0FE-9F91-9643-98C2-573CF82602E8}" destId="{3E2D6119-0EFE-324A-82F3-2F8946E13202}" srcOrd="0" destOrd="0" presId="urn:microsoft.com/office/officeart/2005/8/layout/default"/>
    <dgm:cxn modelId="{49BBD524-6582-714C-8E0E-5DD46A25F940}" type="presOf" srcId="{4DC52B6F-E978-604D-B39F-C29280831D9E}" destId="{176816B8-5F99-7F49-99E2-D2FB380A3A22}" srcOrd="0" destOrd="0" presId="urn:microsoft.com/office/officeart/2005/8/layout/default"/>
    <dgm:cxn modelId="{FE05A756-540D-0949-9F39-302B0B3DEDC7}" type="presOf" srcId="{F986BEFE-FA28-6648-A41B-4C21CE630B0B}" destId="{78B5DAE3-F3FF-C24E-9D71-45A406C86062}" srcOrd="0" destOrd="0" presId="urn:microsoft.com/office/officeart/2005/8/layout/default"/>
    <dgm:cxn modelId="{92BF236B-F9CA-644B-8805-169D61801573}" type="presOf" srcId="{E0AD767F-500C-5C4E-9744-0D80CC423A56}" destId="{30A07897-383B-3B4A-966F-B2E7599FE903}" srcOrd="0" destOrd="0" presId="urn:microsoft.com/office/officeart/2005/8/layout/default"/>
    <dgm:cxn modelId="{A1EE6876-3D59-FE4C-9443-3B59DE36176F}" srcId="{E0AD767F-500C-5C4E-9744-0D80CC423A56}" destId="{F986BEFE-FA28-6648-A41B-4C21CE630B0B}" srcOrd="2" destOrd="0" parTransId="{B68E75B1-8A03-1741-A5F7-2916DAC9C3A9}" sibTransId="{A5B12677-5507-2440-8896-11620EDD9DCA}"/>
    <dgm:cxn modelId="{DFF2BD7A-C00B-1443-880C-3CCB134537A8}" srcId="{E0AD767F-500C-5C4E-9744-0D80CC423A56}" destId="{D0D6E0FE-9F91-9643-98C2-573CF82602E8}" srcOrd="3" destOrd="0" parTransId="{8EE7C48B-F8B0-E549-98EC-24B74FF7268E}" sibTransId="{554FE60A-1402-0F42-AE3D-CCE8A148F2EE}"/>
    <dgm:cxn modelId="{903B43C5-F3D4-B949-8B4F-E55802227FAE}" srcId="{E0AD767F-500C-5C4E-9744-0D80CC423A56}" destId="{EDBAA52B-E36D-5C4B-9370-D3C8B47956ED}" srcOrd="1" destOrd="0" parTransId="{E07A833F-5840-3A46-9F42-F72A8131C654}" sibTransId="{8933D3AF-16BF-6E44-AB63-99AA7914269A}"/>
    <dgm:cxn modelId="{0C933AE8-3144-D346-A1E1-4E040FA69F0E}" type="presOf" srcId="{EDBAA52B-E36D-5C4B-9370-D3C8B47956ED}" destId="{EDBC4724-DA2D-E44A-B3CE-292F799DF4D6}" srcOrd="0" destOrd="0" presId="urn:microsoft.com/office/officeart/2005/8/layout/default"/>
    <dgm:cxn modelId="{30709945-33B3-2A47-AD1B-FA7C81687FE4}" type="presParOf" srcId="{30A07897-383B-3B4A-966F-B2E7599FE903}" destId="{176816B8-5F99-7F49-99E2-D2FB380A3A22}" srcOrd="0" destOrd="0" presId="urn:microsoft.com/office/officeart/2005/8/layout/default"/>
    <dgm:cxn modelId="{F5BDE8B4-753B-0F48-B606-7732BA0FB281}" type="presParOf" srcId="{30A07897-383B-3B4A-966F-B2E7599FE903}" destId="{CBFB7021-5D9D-0541-BD7D-3F47B480C834}" srcOrd="1" destOrd="0" presId="urn:microsoft.com/office/officeart/2005/8/layout/default"/>
    <dgm:cxn modelId="{9124B53B-D5F9-7D48-9DC9-F74B9B903F5F}" type="presParOf" srcId="{30A07897-383B-3B4A-966F-B2E7599FE903}" destId="{EDBC4724-DA2D-E44A-B3CE-292F799DF4D6}" srcOrd="2" destOrd="0" presId="urn:microsoft.com/office/officeart/2005/8/layout/default"/>
    <dgm:cxn modelId="{D6D3829F-463C-2647-BBDB-491BB987F89E}" type="presParOf" srcId="{30A07897-383B-3B4A-966F-B2E7599FE903}" destId="{49862922-D5F7-5140-A3AC-4136A78E2399}" srcOrd="3" destOrd="0" presId="urn:microsoft.com/office/officeart/2005/8/layout/default"/>
    <dgm:cxn modelId="{B9A3D754-C937-5E40-B753-FCC0FD87D2E6}" type="presParOf" srcId="{30A07897-383B-3B4A-966F-B2E7599FE903}" destId="{78B5DAE3-F3FF-C24E-9D71-45A406C86062}" srcOrd="4" destOrd="0" presId="urn:microsoft.com/office/officeart/2005/8/layout/default"/>
    <dgm:cxn modelId="{2BCE6AFE-F1D7-2E46-B58A-D134A57E32AD}" type="presParOf" srcId="{30A07897-383B-3B4A-966F-B2E7599FE903}" destId="{C55B52B8-CC2D-F043-9355-7A4A70CFE885}" srcOrd="5" destOrd="0" presId="urn:microsoft.com/office/officeart/2005/8/layout/default"/>
    <dgm:cxn modelId="{34D1C2CF-FC4A-2641-83E9-1A4918DF0534}" type="presParOf" srcId="{30A07897-383B-3B4A-966F-B2E7599FE903}" destId="{3E2D6119-0EFE-324A-82F3-2F8946E13202}" srcOrd="6" destOrd="0" presId="urn:microsoft.com/office/officeart/2005/8/layout/defaul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77174D0-6909-1D43-BB1F-E834A9510ED4}" type="doc">
      <dgm:prSet loTypeId="urn:microsoft.com/office/officeart/2005/8/layout/default" loCatId="" qsTypeId="urn:microsoft.com/office/officeart/2005/8/quickstyle/3d3" qsCatId="3D" csTypeId="urn:microsoft.com/office/officeart/2005/8/colors/accent1_2" csCatId="accent1" phldr="1"/>
      <dgm:spPr/>
      <dgm:t>
        <a:bodyPr/>
        <a:lstStyle/>
        <a:p>
          <a:endParaRPr lang="en-US"/>
        </a:p>
      </dgm:t>
    </dgm:pt>
    <dgm:pt modelId="{55F5457A-56E5-4C45-BF69-93CE564CC17B}">
      <dgm:prSet phldrT="[Text]"/>
      <dgm:spPr/>
      <dgm:t>
        <a:bodyPr/>
        <a:lstStyle/>
        <a:p>
          <a:r>
            <a:rPr lang="en-US" dirty="0"/>
            <a:t>Risks to Avoid and Mitigate</a:t>
          </a:r>
        </a:p>
      </dgm:t>
    </dgm:pt>
    <dgm:pt modelId="{202AE098-6369-8A44-98C2-38899FF09876}" type="parTrans" cxnId="{253A1B3A-6203-6645-8A40-A341A12054FF}">
      <dgm:prSet/>
      <dgm:spPr/>
      <dgm:t>
        <a:bodyPr/>
        <a:lstStyle/>
        <a:p>
          <a:endParaRPr lang="en-US"/>
        </a:p>
      </dgm:t>
    </dgm:pt>
    <dgm:pt modelId="{E21B07E7-E9DF-964B-B617-5507D6DDCDB2}" type="sibTrans" cxnId="{253A1B3A-6203-6645-8A40-A341A12054FF}">
      <dgm:prSet/>
      <dgm:spPr/>
      <dgm:t>
        <a:bodyPr/>
        <a:lstStyle/>
        <a:p>
          <a:endParaRPr lang="en-US"/>
        </a:p>
      </dgm:t>
    </dgm:pt>
    <dgm:pt modelId="{ED870EAE-2746-4149-93DE-FBEC47566B72}" type="pres">
      <dgm:prSet presAssocID="{B77174D0-6909-1D43-BB1F-E834A9510ED4}" presName="diagram" presStyleCnt="0">
        <dgm:presLayoutVars>
          <dgm:dir/>
          <dgm:resizeHandles val="exact"/>
        </dgm:presLayoutVars>
      </dgm:prSet>
      <dgm:spPr/>
    </dgm:pt>
    <dgm:pt modelId="{BFF1AAD4-3092-2649-87C8-2A4ABCE6C901}" type="pres">
      <dgm:prSet presAssocID="{55F5457A-56E5-4C45-BF69-93CE564CC17B}" presName="node" presStyleLbl="node1" presStyleIdx="0" presStyleCnt="1" custScaleX="716801" custLinFactNeighborX="5642" custLinFactNeighborY="28">
        <dgm:presLayoutVars>
          <dgm:bulletEnabled val="1"/>
        </dgm:presLayoutVars>
      </dgm:prSet>
      <dgm:spPr/>
    </dgm:pt>
  </dgm:ptLst>
  <dgm:cxnLst>
    <dgm:cxn modelId="{D6F20209-7CD2-E64E-9A9F-D67CF6CF4BB2}" type="presOf" srcId="{55F5457A-56E5-4C45-BF69-93CE564CC17B}" destId="{BFF1AAD4-3092-2649-87C8-2A4ABCE6C901}" srcOrd="0" destOrd="0" presId="urn:microsoft.com/office/officeart/2005/8/layout/default"/>
    <dgm:cxn modelId="{253A1B3A-6203-6645-8A40-A341A12054FF}" srcId="{B77174D0-6909-1D43-BB1F-E834A9510ED4}" destId="{55F5457A-56E5-4C45-BF69-93CE564CC17B}" srcOrd="0" destOrd="0" parTransId="{202AE098-6369-8A44-98C2-38899FF09876}" sibTransId="{E21B07E7-E9DF-964B-B617-5507D6DDCDB2}"/>
    <dgm:cxn modelId="{E6CE8790-26A9-434E-9BF1-7CAD82D20A0D}" type="presOf" srcId="{B77174D0-6909-1D43-BB1F-E834A9510ED4}" destId="{ED870EAE-2746-4149-93DE-FBEC47566B72}" srcOrd="0" destOrd="0" presId="urn:microsoft.com/office/officeart/2005/8/layout/default"/>
    <dgm:cxn modelId="{91D7901C-E793-DF4D-A0D4-A3AC8964FD03}" type="presParOf" srcId="{ED870EAE-2746-4149-93DE-FBEC47566B72}" destId="{BFF1AAD4-3092-2649-87C8-2A4ABCE6C901}" srcOrd="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3F02542-3323-3442-A95D-0931092ECB30}" type="doc">
      <dgm:prSet loTypeId="urn:microsoft.com/office/officeart/2005/8/layout/hList1" loCatId="" qsTypeId="urn:microsoft.com/office/officeart/2005/8/quickstyle/simple1" qsCatId="simple" csTypeId="urn:microsoft.com/office/officeart/2005/8/colors/accent1_2" csCatId="accent1" phldr="1"/>
      <dgm:spPr/>
      <dgm:t>
        <a:bodyPr/>
        <a:lstStyle/>
        <a:p>
          <a:endParaRPr lang="en-US"/>
        </a:p>
      </dgm:t>
    </dgm:pt>
    <dgm:pt modelId="{954897F2-5BF6-2844-BD8E-34AC1F4CEB46}">
      <dgm:prSet phldrT="[Text]"/>
      <dgm:spPr/>
      <dgm:t>
        <a:bodyPr/>
        <a:lstStyle/>
        <a:p>
          <a:r>
            <a:rPr lang="en-US" dirty="0"/>
            <a:t>Burnout</a:t>
          </a:r>
        </a:p>
      </dgm:t>
    </dgm:pt>
    <dgm:pt modelId="{403C51B9-1A6B-564A-97B3-FD08B42529E1}" type="parTrans" cxnId="{B42ABDE0-6EE5-954D-B5E7-2B6456F5273C}">
      <dgm:prSet/>
      <dgm:spPr/>
      <dgm:t>
        <a:bodyPr/>
        <a:lstStyle/>
        <a:p>
          <a:endParaRPr lang="en-US"/>
        </a:p>
      </dgm:t>
    </dgm:pt>
    <dgm:pt modelId="{66CBB738-D90E-564A-9D5A-DAFB9B10A031}" type="sibTrans" cxnId="{B42ABDE0-6EE5-954D-B5E7-2B6456F5273C}">
      <dgm:prSet/>
      <dgm:spPr/>
      <dgm:t>
        <a:bodyPr/>
        <a:lstStyle/>
        <a:p>
          <a:endParaRPr lang="en-US"/>
        </a:p>
      </dgm:t>
    </dgm:pt>
    <dgm:pt modelId="{FE90EBEA-BB8E-AA4D-B20E-64167C2350AD}">
      <dgm:prSet phldrT="[Text]"/>
      <dgm:spPr/>
      <dgm:t>
        <a:bodyPr/>
        <a:lstStyle/>
        <a:p>
          <a:r>
            <a:rPr lang="en-US" dirty="0"/>
            <a:t>65% of engineers report burnout - citing on-call stress as a major contributor.</a:t>
          </a:r>
        </a:p>
      </dgm:t>
    </dgm:pt>
    <dgm:pt modelId="{F54797DD-DCFF-E647-B1B3-53465A30860F}" type="parTrans" cxnId="{6AB9964E-164A-9748-B771-75E3295F2FEF}">
      <dgm:prSet/>
      <dgm:spPr/>
      <dgm:t>
        <a:bodyPr/>
        <a:lstStyle/>
        <a:p>
          <a:endParaRPr lang="en-US"/>
        </a:p>
      </dgm:t>
    </dgm:pt>
    <dgm:pt modelId="{BE62C099-2336-0A41-BAA2-D24AE85D7B18}" type="sibTrans" cxnId="{6AB9964E-164A-9748-B771-75E3295F2FEF}">
      <dgm:prSet/>
      <dgm:spPr/>
      <dgm:t>
        <a:bodyPr/>
        <a:lstStyle/>
        <a:p>
          <a:endParaRPr lang="en-US"/>
        </a:p>
      </dgm:t>
    </dgm:pt>
    <dgm:pt modelId="{225C7AD5-BCDC-074F-B856-111956C6CD09}">
      <dgm:prSet phldrT="[Text]"/>
      <dgm:spPr/>
      <dgm:t>
        <a:bodyPr/>
        <a:lstStyle/>
        <a:p>
          <a:r>
            <a:rPr lang="en-US" dirty="0"/>
            <a:t>Alert Fatigue / Noise</a:t>
          </a:r>
        </a:p>
      </dgm:t>
    </dgm:pt>
    <dgm:pt modelId="{F8A21878-1906-B945-A22F-567C70D0AD8C}" type="parTrans" cxnId="{1E1CBB30-C870-204E-85EC-F7EAAAD7CAE6}">
      <dgm:prSet/>
      <dgm:spPr/>
      <dgm:t>
        <a:bodyPr/>
        <a:lstStyle/>
        <a:p>
          <a:endParaRPr lang="en-US"/>
        </a:p>
      </dgm:t>
    </dgm:pt>
    <dgm:pt modelId="{DAE85F9C-11D4-144D-A748-D13768553667}" type="sibTrans" cxnId="{1E1CBB30-C870-204E-85EC-F7EAAAD7CAE6}">
      <dgm:prSet/>
      <dgm:spPr/>
      <dgm:t>
        <a:bodyPr/>
        <a:lstStyle/>
        <a:p>
          <a:endParaRPr lang="en-US"/>
        </a:p>
      </dgm:t>
    </dgm:pt>
    <dgm:pt modelId="{4C9B9600-D355-234D-93C4-2D7C51E1B4B0}">
      <dgm:prSet phldrT="[Text]"/>
      <dgm:spPr/>
      <dgm:t>
        <a:bodyPr/>
        <a:lstStyle/>
        <a:p>
          <a:r>
            <a:rPr lang="en-US" dirty="0"/>
            <a:t>Knowledge Concentration</a:t>
          </a:r>
        </a:p>
      </dgm:t>
    </dgm:pt>
    <dgm:pt modelId="{F17724E6-9047-8B49-A97A-5BDB3A195F92}" type="parTrans" cxnId="{EEC52EF1-9ABD-EF4D-BC1A-712DBE4607C1}">
      <dgm:prSet/>
      <dgm:spPr/>
      <dgm:t>
        <a:bodyPr/>
        <a:lstStyle/>
        <a:p>
          <a:endParaRPr lang="en-US"/>
        </a:p>
      </dgm:t>
    </dgm:pt>
    <dgm:pt modelId="{C48EDBD6-C77D-C549-8624-FFE947D2C505}" type="sibTrans" cxnId="{EEC52EF1-9ABD-EF4D-BC1A-712DBE4607C1}">
      <dgm:prSet/>
      <dgm:spPr/>
      <dgm:t>
        <a:bodyPr/>
        <a:lstStyle/>
        <a:p>
          <a:endParaRPr lang="en-US"/>
        </a:p>
      </dgm:t>
    </dgm:pt>
    <dgm:pt modelId="{10C9BC69-C99F-0F4A-B35E-C9085C7464A1}">
      <dgm:prSet phldrT="[Text]"/>
      <dgm:spPr/>
      <dgm:t>
        <a:bodyPr/>
        <a:lstStyle/>
        <a:p>
          <a:r>
            <a:rPr lang="en-US" dirty="0"/>
            <a:t>If the response is handled mostly by senior engineers, juniors don’t gain experience.</a:t>
          </a:r>
        </a:p>
      </dgm:t>
    </dgm:pt>
    <dgm:pt modelId="{49B6ABCB-4FA3-4C41-B0B7-B89F3584FEF7}" type="parTrans" cxnId="{29798106-43D9-D24C-BEB4-F21AF7D4AC57}">
      <dgm:prSet/>
      <dgm:spPr/>
      <dgm:t>
        <a:bodyPr/>
        <a:lstStyle/>
        <a:p>
          <a:endParaRPr lang="en-US"/>
        </a:p>
      </dgm:t>
    </dgm:pt>
    <dgm:pt modelId="{59A2D22F-7BE7-924D-A639-9B458E842ACB}" type="sibTrans" cxnId="{29798106-43D9-D24C-BEB4-F21AF7D4AC57}">
      <dgm:prSet/>
      <dgm:spPr/>
      <dgm:t>
        <a:bodyPr/>
        <a:lstStyle/>
        <a:p>
          <a:endParaRPr lang="en-US"/>
        </a:p>
      </dgm:t>
    </dgm:pt>
    <dgm:pt modelId="{F675B17A-7C4D-1944-9AC6-F04917A9D7A9}">
      <dgm:prSet phldrT="[Text]"/>
      <dgm:spPr/>
      <dgm:t>
        <a:bodyPr/>
        <a:lstStyle/>
        <a:p>
          <a:r>
            <a:rPr lang="en-US" dirty="0"/>
            <a:t>On-call engineers lose 30-40% of their bandwidth during a shift to incident response.</a:t>
          </a:r>
        </a:p>
      </dgm:t>
    </dgm:pt>
    <dgm:pt modelId="{82CB68A1-2345-7E4C-AF6A-C4B08025AC89}" type="parTrans" cxnId="{CBAA354F-EC42-BF41-8AC3-8C0BB80CFFD8}">
      <dgm:prSet/>
      <dgm:spPr/>
      <dgm:t>
        <a:bodyPr/>
        <a:lstStyle/>
        <a:p>
          <a:endParaRPr lang="en-US"/>
        </a:p>
      </dgm:t>
    </dgm:pt>
    <dgm:pt modelId="{3981F5D5-F84A-3742-8381-4EAFA4DEB7A9}" type="sibTrans" cxnId="{CBAA354F-EC42-BF41-8AC3-8C0BB80CFFD8}">
      <dgm:prSet/>
      <dgm:spPr/>
      <dgm:t>
        <a:bodyPr/>
        <a:lstStyle/>
        <a:p>
          <a:endParaRPr lang="en-US"/>
        </a:p>
      </dgm:t>
    </dgm:pt>
    <dgm:pt modelId="{CBC34C1B-9039-0641-807C-CE4A906D3CC5}">
      <dgm:prSet phldrT="[Text]"/>
      <dgm:spPr/>
      <dgm:t>
        <a:bodyPr/>
        <a:lstStyle/>
        <a:p>
          <a:r>
            <a:rPr lang="en-US" dirty="0"/>
            <a:t>Sometimes being paged for things that are not "emergencies" (i.e., a vending machine is broken) caused them to ignore pages that matter (i.e., the 911 system is down).</a:t>
          </a:r>
        </a:p>
      </dgm:t>
    </dgm:pt>
    <dgm:pt modelId="{CB467EFC-5407-6E42-889B-373B1D268DC4}" type="parTrans" cxnId="{19CE030E-3194-BF48-9932-D63A29D07573}">
      <dgm:prSet/>
      <dgm:spPr/>
      <dgm:t>
        <a:bodyPr/>
        <a:lstStyle/>
        <a:p>
          <a:endParaRPr lang="en-US"/>
        </a:p>
      </dgm:t>
    </dgm:pt>
    <dgm:pt modelId="{2B0B0F62-BBF5-3544-B035-AF5DC7D5BC46}" type="sibTrans" cxnId="{19CE030E-3194-BF48-9932-D63A29D07573}">
      <dgm:prSet/>
      <dgm:spPr/>
      <dgm:t>
        <a:bodyPr/>
        <a:lstStyle/>
        <a:p>
          <a:endParaRPr lang="en-US"/>
        </a:p>
      </dgm:t>
    </dgm:pt>
    <dgm:pt modelId="{CDC1049B-FF1B-DB4F-96A2-C18947CD931F}">
      <dgm:prSet phldrT="[Text]"/>
      <dgm:spPr/>
      <dgm:t>
        <a:bodyPr/>
        <a:lstStyle/>
        <a:p>
          <a:r>
            <a:rPr lang="en-US" dirty="0"/>
            <a:t>Sometimes, seniors handle the problems because “they built the system anyway.” That robs juniors of the chance to learn.</a:t>
          </a:r>
        </a:p>
      </dgm:t>
    </dgm:pt>
    <dgm:pt modelId="{381E7BA1-CA7E-5D49-B72C-383B68995F66}" type="parTrans" cxnId="{4E963D40-D224-6340-93D5-CFC81E48ED8B}">
      <dgm:prSet/>
      <dgm:spPr/>
      <dgm:t>
        <a:bodyPr/>
        <a:lstStyle/>
        <a:p>
          <a:endParaRPr lang="en-US"/>
        </a:p>
      </dgm:t>
    </dgm:pt>
    <dgm:pt modelId="{D6F1992E-9E5B-074C-9107-FF1A2D21112A}" type="sibTrans" cxnId="{4E963D40-D224-6340-93D5-CFC81E48ED8B}">
      <dgm:prSet/>
      <dgm:spPr/>
      <dgm:t>
        <a:bodyPr/>
        <a:lstStyle/>
        <a:p>
          <a:endParaRPr lang="en-US"/>
        </a:p>
      </dgm:t>
    </dgm:pt>
    <dgm:pt modelId="{992E7A6C-A1F3-CC41-8D6D-1B161560FFFE}" type="pres">
      <dgm:prSet presAssocID="{C3F02542-3323-3442-A95D-0931092ECB30}" presName="Name0" presStyleCnt="0">
        <dgm:presLayoutVars>
          <dgm:dir/>
          <dgm:animLvl val="lvl"/>
          <dgm:resizeHandles val="exact"/>
        </dgm:presLayoutVars>
      </dgm:prSet>
      <dgm:spPr/>
    </dgm:pt>
    <dgm:pt modelId="{E71B6AF2-E55C-484A-B90D-7A3AC8298723}" type="pres">
      <dgm:prSet presAssocID="{954897F2-5BF6-2844-BD8E-34AC1F4CEB46}" presName="composite" presStyleCnt="0"/>
      <dgm:spPr/>
    </dgm:pt>
    <dgm:pt modelId="{28650163-C685-704C-9503-67754ECE960F}" type="pres">
      <dgm:prSet presAssocID="{954897F2-5BF6-2844-BD8E-34AC1F4CEB46}" presName="parTx" presStyleLbl="alignNode1" presStyleIdx="0" presStyleCnt="3">
        <dgm:presLayoutVars>
          <dgm:chMax val="0"/>
          <dgm:chPref val="0"/>
          <dgm:bulletEnabled val="1"/>
        </dgm:presLayoutVars>
      </dgm:prSet>
      <dgm:spPr/>
    </dgm:pt>
    <dgm:pt modelId="{0113F3C1-D341-554B-8809-A63BBB584865}" type="pres">
      <dgm:prSet presAssocID="{954897F2-5BF6-2844-BD8E-34AC1F4CEB46}" presName="desTx" presStyleLbl="alignAccFollowNode1" presStyleIdx="0" presStyleCnt="3">
        <dgm:presLayoutVars>
          <dgm:bulletEnabled val="1"/>
        </dgm:presLayoutVars>
      </dgm:prSet>
      <dgm:spPr/>
    </dgm:pt>
    <dgm:pt modelId="{E93963D2-C8F0-2B45-A11E-54947C24C4C2}" type="pres">
      <dgm:prSet presAssocID="{66CBB738-D90E-564A-9D5A-DAFB9B10A031}" presName="space" presStyleCnt="0"/>
      <dgm:spPr/>
    </dgm:pt>
    <dgm:pt modelId="{EECC6662-AE68-784F-9C3C-7526724DA7E0}" type="pres">
      <dgm:prSet presAssocID="{225C7AD5-BCDC-074F-B856-111956C6CD09}" presName="composite" presStyleCnt="0"/>
      <dgm:spPr/>
    </dgm:pt>
    <dgm:pt modelId="{138F0E8A-D44D-D449-97CE-AA8244737E35}" type="pres">
      <dgm:prSet presAssocID="{225C7AD5-BCDC-074F-B856-111956C6CD09}" presName="parTx" presStyleLbl="alignNode1" presStyleIdx="1" presStyleCnt="3">
        <dgm:presLayoutVars>
          <dgm:chMax val="0"/>
          <dgm:chPref val="0"/>
          <dgm:bulletEnabled val="1"/>
        </dgm:presLayoutVars>
      </dgm:prSet>
      <dgm:spPr/>
    </dgm:pt>
    <dgm:pt modelId="{E20834E6-701B-244D-81DA-E3E4E1AA2AD4}" type="pres">
      <dgm:prSet presAssocID="{225C7AD5-BCDC-074F-B856-111956C6CD09}" presName="desTx" presStyleLbl="alignAccFollowNode1" presStyleIdx="1" presStyleCnt="3">
        <dgm:presLayoutVars>
          <dgm:bulletEnabled val="1"/>
        </dgm:presLayoutVars>
      </dgm:prSet>
      <dgm:spPr/>
    </dgm:pt>
    <dgm:pt modelId="{94932449-DFB6-804A-8FA6-0E44EF6438DE}" type="pres">
      <dgm:prSet presAssocID="{DAE85F9C-11D4-144D-A748-D13768553667}" presName="space" presStyleCnt="0"/>
      <dgm:spPr/>
    </dgm:pt>
    <dgm:pt modelId="{FF80555C-32DD-0B49-810A-1DE34BE596DD}" type="pres">
      <dgm:prSet presAssocID="{4C9B9600-D355-234D-93C4-2D7C51E1B4B0}" presName="composite" presStyleCnt="0"/>
      <dgm:spPr/>
    </dgm:pt>
    <dgm:pt modelId="{A7D658A7-182B-814B-8CE7-FC1321FEC4AD}" type="pres">
      <dgm:prSet presAssocID="{4C9B9600-D355-234D-93C4-2D7C51E1B4B0}" presName="parTx" presStyleLbl="alignNode1" presStyleIdx="2" presStyleCnt="3">
        <dgm:presLayoutVars>
          <dgm:chMax val="0"/>
          <dgm:chPref val="0"/>
          <dgm:bulletEnabled val="1"/>
        </dgm:presLayoutVars>
      </dgm:prSet>
      <dgm:spPr/>
    </dgm:pt>
    <dgm:pt modelId="{7375FC17-B79A-9743-9442-E3D4A17AE3F7}" type="pres">
      <dgm:prSet presAssocID="{4C9B9600-D355-234D-93C4-2D7C51E1B4B0}" presName="desTx" presStyleLbl="alignAccFollowNode1" presStyleIdx="2" presStyleCnt="3">
        <dgm:presLayoutVars>
          <dgm:bulletEnabled val="1"/>
        </dgm:presLayoutVars>
      </dgm:prSet>
      <dgm:spPr/>
    </dgm:pt>
  </dgm:ptLst>
  <dgm:cxnLst>
    <dgm:cxn modelId="{29798106-43D9-D24C-BEB4-F21AF7D4AC57}" srcId="{4C9B9600-D355-234D-93C4-2D7C51E1B4B0}" destId="{10C9BC69-C99F-0F4A-B35E-C9085C7464A1}" srcOrd="0" destOrd="0" parTransId="{49B6ABCB-4FA3-4C41-B0B7-B89F3584FEF7}" sibTransId="{59A2D22F-7BE7-924D-A639-9B458E842ACB}"/>
    <dgm:cxn modelId="{19CE030E-3194-BF48-9932-D63A29D07573}" srcId="{225C7AD5-BCDC-074F-B856-111956C6CD09}" destId="{CBC34C1B-9039-0641-807C-CE4A906D3CC5}" srcOrd="0" destOrd="0" parTransId="{CB467EFC-5407-6E42-889B-373B1D268DC4}" sibTransId="{2B0B0F62-BBF5-3544-B035-AF5DC7D5BC46}"/>
    <dgm:cxn modelId="{A1BB381B-AD6C-AE43-A093-EC8B94DC78AC}" type="presOf" srcId="{CBC34C1B-9039-0641-807C-CE4A906D3CC5}" destId="{E20834E6-701B-244D-81DA-E3E4E1AA2AD4}" srcOrd="0" destOrd="0" presId="urn:microsoft.com/office/officeart/2005/8/layout/hList1"/>
    <dgm:cxn modelId="{F605D71D-2129-624B-A2B6-A68465499326}" type="presOf" srcId="{225C7AD5-BCDC-074F-B856-111956C6CD09}" destId="{138F0E8A-D44D-D449-97CE-AA8244737E35}" srcOrd="0" destOrd="0" presId="urn:microsoft.com/office/officeart/2005/8/layout/hList1"/>
    <dgm:cxn modelId="{1E1CBB30-C870-204E-85EC-F7EAAAD7CAE6}" srcId="{C3F02542-3323-3442-A95D-0931092ECB30}" destId="{225C7AD5-BCDC-074F-B856-111956C6CD09}" srcOrd="1" destOrd="0" parTransId="{F8A21878-1906-B945-A22F-567C70D0AD8C}" sibTransId="{DAE85F9C-11D4-144D-A748-D13768553667}"/>
    <dgm:cxn modelId="{4E963D40-D224-6340-93D5-CFC81E48ED8B}" srcId="{4C9B9600-D355-234D-93C4-2D7C51E1B4B0}" destId="{CDC1049B-FF1B-DB4F-96A2-C18947CD931F}" srcOrd="1" destOrd="0" parTransId="{381E7BA1-CA7E-5D49-B72C-383B68995F66}" sibTransId="{D6F1992E-9E5B-074C-9107-FF1A2D21112A}"/>
    <dgm:cxn modelId="{67555E4D-3163-6542-97B4-29E6ED35CFB4}" type="presOf" srcId="{F675B17A-7C4D-1944-9AC6-F04917A9D7A9}" destId="{0113F3C1-D341-554B-8809-A63BBB584865}" srcOrd="0" destOrd="1" presId="urn:microsoft.com/office/officeart/2005/8/layout/hList1"/>
    <dgm:cxn modelId="{6AB9964E-164A-9748-B771-75E3295F2FEF}" srcId="{954897F2-5BF6-2844-BD8E-34AC1F4CEB46}" destId="{FE90EBEA-BB8E-AA4D-B20E-64167C2350AD}" srcOrd="0" destOrd="0" parTransId="{F54797DD-DCFF-E647-B1B3-53465A30860F}" sibTransId="{BE62C099-2336-0A41-BAA2-D24AE85D7B18}"/>
    <dgm:cxn modelId="{CBAA354F-EC42-BF41-8AC3-8C0BB80CFFD8}" srcId="{954897F2-5BF6-2844-BD8E-34AC1F4CEB46}" destId="{F675B17A-7C4D-1944-9AC6-F04917A9D7A9}" srcOrd="1" destOrd="0" parTransId="{82CB68A1-2345-7E4C-AF6A-C4B08025AC89}" sibTransId="{3981F5D5-F84A-3742-8381-4EAFA4DEB7A9}"/>
    <dgm:cxn modelId="{3A566F84-E844-6944-A9AF-52ABB8D2A4C7}" type="presOf" srcId="{10C9BC69-C99F-0F4A-B35E-C9085C7464A1}" destId="{7375FC17-B79A-9743-9442-E3D4A17AE3F7}" srcOrd="0" destOrd="0" presId="urn:microsoft.com/office/officeart/2005/8/layout/hList1"/>
    <dgm:cxn modelId="{785EA68D-A50D-4B4B-929A-28D57BAB0321}" type="presOf" srcId="{954897F2-5BF6-2844-BD8E-34AC1F4CEB46}" destId="{28650163-C685-704C-9503-67754ECE960F}" srcOrd="0" destOrd="0" presId="urn:microsoft.com/office/officeart/2005/8/layout/hList1"/>
    <dgm:cxn modelId="{8392D0A5-EFD3-6F4E-912D-E72A88776C9E}" type="presOf" srcId="{C3F02542-3323-3442-A95D-0931092ECB30}" destId="{992E7A6C-A1F3-CC41-8D6D-1B161560FFFE}" srcOrd="0" destOrd="0" presId="urn:microsoft.com/office/officeart/2005/8/layout/hList1"/>
    <dgm:cxn modelId="{8C287EA9-42BD-3B49-9137-202605A5C0D2}" type="presOf" srcId="{4C9B9600-D355-234D-93C4-2D7C51E1B4B0}" destId="{A7D658A7-182B-814B-8CE7-FC1321FEC4AD}" srcOrd="0" destOrd="0" presId="urn:microsoft.com/office/officeart/2005/8/layout/hList1"/>
    <dgm:cxn modelId="{80B2F7B5-2D3F-AA4C-926B-ABC5BC32497A}" type="presOf" srcId="{FE90EBEA-BB8E-AA4D-B20E-64167C2350AD}" destId="{0113F3C1-D341-554B-8809-A63BBB584865}" srcOrd="0" destOrd="0" presId="urn:microsoft.com/office/officeart/2005/8/layout/hList1"/>
    <dgm:cxn modelId="{A5A732BF-3D2A-454F-9A48-86FBB5B8B52C}" type="presOf" srcId="{CDC1049B-FF1B-DB4F-96A2-C18947CD931F}" destId="{7375FC17-B79A-9743-9442-E3D4A17AE3F7}" srcOrd="0" destOrd="1" presId="urn:microsoft.com/office/officeart/2005/8/layout/hList1"/>
    <dgm:cxn modelId="{B42ABDE0-6EE5-954D-B5E7-2B6456F5273C}" srcId="{C3F02542-3323-3442-A95D-0931092ECB30}" destId="{954897F2-5BF6-2844-BD8E-34AC1F4CEB46}" srcOrd="0" destOrd="0" parTransId="{403C51B9-1A6B-564A-97B3-FD08B42529E1}" sibTransId="{66CBB738-D90E-564A-9D5A-DAFB9B10A031}"/>
    <dgm:cxn modelId="{EEC52EF1-9ABD-EF4D-BC1A-712DBE4607C1}" srcId="{C3F02542-3323-3442-A95D-0931092ECB30}" destId="{4C9B9600-D355-234D-93C4-2D7C51E1B4B0}" srcOrd="2" destOrd="0" parTransId="{F17724E6-9047-8B49-A97A-5BDB3A195F92}" sibTransId="{C48EDBD6-C77D-C549-8624-FFE947D2C505}"/>
    <dgm:cxn modelId="{CE50E942-F38C-FD40-B660-948B0BBE72FE}" type="presParOf" srcId="{992E7A6C-A1F3-CC41-8D6D-1B161560FFFE}" destId="{E71B6AF2-E55C-484A-B90D-7A3AC8298723}" srcOrd="0" destOrd="0" presId="urn:microsoft.com/office/officeart/2005/8/layout/hList1"/>
    <dgm:cxn modelId="{98CFE395-C469-464F-AE3C-59836D7FACB9}" type="presParOf" srcId="{E71B6AF2-E55C-484A-B90D-7A3AC8298723}" destId="{28650163-C685-704C-9503-67754ECE960F}" srcOrd="0" destOrd="0" presId="urn:microsoft.com/office/officeart/2005/8/layout/hList1"/>
    <dgm:cxn modelId="{F04B1154-FB6C-1F41-8486-3EE38711D5F2}" type="presParOf" srcId="{E71B6AF2-E55C-484A-B90D-7A3AC8298723}" destId="{0113F3C1-D341-554B-8809-A63BBB584865}" srcOrd="1" destOrd="0" presId="urn:microsoft.com/office/officeart/2005/8/layout/hList1"/>
    <dgm:cxn modelId="{8F11B477-6549-D74A-B9A5-9C3CB47EDD24}" type="presParOf" srcId="{992E7A6C-A1F3-CC41-8D6D-1B161560FFFE}" destId="{E93963D2-C8F0-2B45-A11E-54947C24C4C2}" srcOrd="1" destOrd="0" presId="urn:microsoft.com/office/officeart/2005/8/layout/hList1"/>
    <dgm:cxn modelId="{78C8D554-A0D6-7F4B-98DD-7A0459EFB0BE}" type="presParOf" srcId="{992E7A6C-A1F3-CC41-8D6D-1B161560FFFE}" destId="{EECC6662-AE68-784F-9C3C-7526724DA7E0}" srcOrd="2" destOrd="0" presId="urn:microsoft.com/office/officeart/2005/8/layout/hList1"/>
    <dgm:cxn modelId="{96775FBC-2BC1-2B47-A583-77404F7F42CB}" type="presParOf" srcId="{EECC6662-AE68-784F-9C3C-7526724DA7E0}" destId="{138F0E8A-D44D-D449-97CE-AA8244737E35}" srcOrd="0" destOrd="0" presId="urn:microsoft.com/office/officeart/2005/8/layout/hList1"/>
    <dgm:cxn modelId="{D2728F5D-CF60-D542-8DE0-CF1B576EF78A}" type="presParOf" srcId="{EECC6662-AE68-784F-9C3C-7526724DA7E0}" destId="{E20834E6-701B-244D-81DA-E3E4E1AA2AD4}" srcOrd="1" destOrd="0" presId="urn:microsoft.com/office/officeart/2005/8/layout/hList1"/>
    <dgm:cxn modelId="{4DC5D4C3-9EBA-1947-A139-01202872F6F9}" type="presParOf" srcId="{992E7A6C-A1F3-CC41-8D6D-1B161560FFFE}" destId="{94932449-DFB6-804A-8FA6-0E44EF6438DE}" srcOrd="3" destOrd="0" presId="urn:microsoft.com/office/officeart/2005/8/layout/hList1"/>
    <dgm:cxn modelId="{F5AA4345-2D7D-5D48-9A54-AA53E2BF4499}" type="presParOf" srcId="{992E7A6C-A1F3-CC41-8D6D-1B161560FFFE}" destId="{FF80555C-32DD-0B49-810A-1DE34BE596DD}" srcOrd="4" destOrd="0" presId="urn:microsoft.com/office/officeart/2005/8/layout/hList1"/>
    <dgm:cxn modelId="{2A0C7E94-CAD1-DB4E-B35D-500767477BA4}" type="presParOf" srcId="{FF80555C-32DD-0B49-810A-1DE34BE596DD}" destId="{A7D658A7-182B-814B-8CE7-FC1321FEC4AD}" srcOrd="0" destOrd="0" presId="urn:microsoft.com/office/officeart/2005/8/layout/hList1"/>
    <dgm:cxn modelId="{42EEDB33-1EAC-F446-AFEE-4C4FC8F58FBE}" type="presParOf" srcId="{FF80555C-32DD-0B49-810A-1DE34BE596DD}" destId="{7375FC17-B79A-9743-9442-E3D4A17AE3F7}"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77174D0-6909-1D43-BB1F-E834A9510ED4}" type="doc">
      <dgm:prSet loTypeId="urn:microsoft.com/office/officeart/2005/8/layout/default" loCatId="" qsTypeId="urn:microsoft.com/office/officeart/2005/8/quickstyle/3d3" qsCatId="3D" csTypeId="urn:microsoft.com/office/officeart/2005/8/colors/accent1_2" csCatId="accent1" phldr="1"/>
      <dgm:spPr/>
      <dgm:t>
        <a:bodyPr/>
        <a:lstStyle/>
        <a:p>
          <a:endParaRPr lang="en-US"/>
        </a:p>
      </dgm:t>
    </dgm:pt>
    <dgm:pt modelId="{55F5457A-56E5-4C45-BF69-93CE564CC17B}">
      <dgm:prSet phldrT="[Text]"/>
      <dgm:spPr/>
      <dgm:t>
        <a:bodyPr/>
        <a:lstStyle/>
        <a:p>
          <a:r>
            <a:rPr lang="en-US" dirty="0"/>
            <a:t>Mitigation Practices</a:t>
          </a:r>
        </a:p>
      </dgm:t>
    </dgm:pt>
    <dgm:pt modelId="{202AE098-6369-8A44-98C2-38899FF09876}" type="parTrans" cxnId="{253A1B3A-6203-6645-8A40-A341A12054FF}">
      <dgm:prSet/>
      <dgm:spPr/>
      <dgm:t>
        <a:bodyPr/>
        <a:lstStyle/>
        <a:p>
          <a:endParaRPr lang="en-US"/>
        </a:p>
      </dgm:t>
    </dgm:pt>
    <dgm:pt modelId="{E21B07E7-E9DF-964B-B617-5507D6DDCDB2}" type="sibTrans" cxnId="{253A1B3A-6203-6645-8A40-A341A12054FF}">
      <dgm:prSet/>
      <dgm:spPr/>
      <dgm:t>
        <a:bodyPr/>
        <a:lstStyle/>
        <a:p>
          <a:endParaRPr lang="en-US"/>
        </a:p>
      </dgm:t>
    </dgm:pt>
    <dgm:pt modelId="{ED870EAE-2746-4149-93DE-FBEC47566B72}" type="pres">
      <dgm:prSet presAssocID="{B77174D0-6909-1D43-BB1F-E834A9510ED4}" presName="diagram" presStyleCnt="0">
        <dgm:presLayoutVars>
          <dgm:dir/>
          <dgm:resizeHandles val="exact"/>
        </dgm:presLayoutVars>
      </dgm:prSet>
      <dgm:spPr/>
    </dgm:pt>
    <dgm:pt modelId="{BFF1AAD4-3092-2649-87C8-2A4ABCE6C901}" type="pres">
      <dgm:prSet presAssocID="{55F5457A-56E5-4C45-BF69-93CE564CC17B}" presName="node" presStyleLbl="node1" presStyleIdx="0" presStyleCnt="1" custScaleX="716801" custLinFactNeighborX="5642" custLinFactNeighborY="28">
        <dgm:presLayoutVars>
          <dgm:bulletEnabled val="1"/>
        </dgm:presLayoutVars>
      </dgm:prSet>
      <dgm:spPr/>
    </dgm:pt>
  </dgm:ptLst>
  <dgm:cxnLst>
    <dgm:cxn modelId="{D6F20209-7CD2-E64E-9A9F-D67CF6CF4BB2}" type="presOf" srcId="{55F5457A-56E5-4C45-BF69-93CE564CC17B}" destId="{BFF1AAD4-3092-2649-87C8-2A4ABCE6C901}" srcOrd="0" destOrd="0" presId="urn:microsoft.com/office/officeart/2005/8/layout/default"/>
    <dgm:cxn modelId="{253A1B3A-6203-6645-8A40-A341A12054FF}" srcId="{B77174D0-6909-1D43-BB1F-E834A9510ED4}" destId="{55F5457A-56E5-4C45-BF69-93CE564CC17B}" srcOrd="0" destOrd="0" parTransId="{202AE098-6369-8A44-98C2-38899FF09876}" sibTransId="{E21B07E7-E9DF-964B-B617-5507D6DDCDB2}"/>
    <dgm:cxn modelId="{E6CE8790-26A9-434E-9BF1-7CAD82D20A0D}" type="presOf" srcId="{B77174D0-6909-1D43-BB1F-E834A9510ED4}" destId="{ED870EAE-2746-4149-93DE-FBEC47566B72}" srcOrd="0" destOrd="0" presId="urn:microsoft.com/office/officeart/2005/8/layout/default"/>
    <dgm:cxn modelId="{91D7901C-E793-DF4D-A0D4-A3AC8964FD03}" type="presParOf" srcId="{ED870EAE-2746-4149-93DE-FBEC47566B72}" destId="{BFF1AAD4-3092-2649-87C8-2A4ABCE6C901}"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2021A4CF-AC71-804B-BDF9-F95BE09A04D2}"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US"/>
        </a:p>
      </dgm:t>
    </dgm:pt>
    <dgm:pt modelId="{63ED4D5D-49C5-E048-BDA1-C5B480FBA91E}">
      <dgm:prSet phldrT="[Text]"/>
      <dgm:spPr/>
      <dgm:t>
        <a:bodyPr/>
        <a:lstStyle/>
        <a:p>
          <a:r>
            <a:rPr lang="en-US" dirty="0"/>
            <a:t>Alert Hygiene</a:t>
          </a:r>
        </a:p>
      </dgm:t>
    </dgm:pt>
    <dgm:pt modelId="{EEA6B755-471A-FF4E-B1AA-472D8A158F1A}" type="parTrans" cxnId="{B7B53967-8D47-6D43-BBBD-EA0608A4ABF5}">
      <dgm:prSet/>
      <dgm:spPr/>
      <dgm:t>
        <a:bodyPr/>
        <a:lstStyle/>
        <a:p>
          <a:endParaRPr lang="en-US"/>
        </a:p>
      </dgm:t>
    </dgm:pt>
    <dgm:pt modelId="{50E5BA38-5F62-2A4F-9BA4-5B27F1E7CF67}" type="sibTrans" cxnId="{B7B53967-8D47-6D43-BBBD-EA0608A4ABF5}">
      <dgm:prSet/>
      <dgm:spPr/>
      <dgm:t>
        <a:bodyPr/>
        <a:lstStyle/>
        <a:p>
          <a:endParaRPr lang="en-US"/>
        </a:p>
      </dgm:t>
    </dgm:pt>
    <dgm:pt modelId="{146EF02D-4978-6546-9E8E-C878FBD64B2C}">
      <dgm:prSet phldrT="[Text]"/>
      <dgm:spPr/>
      <dgm:t>
        <a:bodyPr/>
        <a:lstStyle/>
        <a:p>
          <a:r>
            <a:rPr lang="en-US" dirty="0"/>
            <a:t>Fairness and Analytics</a:t>
          </a:r>
        </a:p>
      </dgm:t>
    </dgm:pt>
    <dgm:pt modelId="{3FEBD36E-A2EE-BD4F-A4CE-4C08CA8276D0}" type="parTrans" cxnId="{892D3B19-3DA1-BE44-A333-93E79011E11C}">
      <dgm:prSet/>
      <dgm:spPr/>
      <dgm:t>
        <a:bodyPr/>
        <a:lstStyle/>
        <a:p>
          <a:endParaRPr lang="en-US"/>
        </a:p>
      </dgm:t>
    </dgm:pt>
    <dgm:pt modelId="{0DA726DA-BA27-934F-9165-E3DF6D2A1F50}" type="sibTrans" cxnId="{892D3B19-3DA1-BE44-A333-93E79011E11C}">
      <dgm:prSet/>
      <dgm:spPr/>
      <dgm:t>
        <a:bodyPr/>
        <a:lstStyle/>
        <a:p>
          <a:endParaRPr lang="en-US"/>
        </a:p>
      </dgm:t>
    </dgm:pt>
    <dgm:pt modelId="{ECBE87EC-1907-AC43-AB93-2852095459D1}">
      <dgm:prSet phldrT="[Text]"/>
      <dgm:spPr/>
      <dgm:t>
        <a:bodyPr/>
        <a:lstStyle/>
        <a:p>
          <a:r>
            <a:rPr lang="en-US" dirty="0"/>
            <a:t>Compensation</a:t>
          </a:r>
        </a:p>
      </dgm:t>
    </dgm:pt>
    <dgm:pt modelId="{B2A5C11F-B651-FC4E-9682-B8A4C817B290}" type="parTrans" cxnId="{634DDCA5-DF7E-9243-B7FB-E17AC428E38A}">
      <dgm:prSet/>
      <dgm:spPr/>
      <dgm:t>
        <a:bodyPr/>
        <a:lstStyle/>
        <a:p>
          <a:endParaRPr lang="en-US"/>
        </a:p>
      </dgm:t>
    </dgm:pt>
    <dgm:pt modelId="{50D84350-BFE7-EA47-9067-169219D209F4}" type="sibTrans" cxnId="{634DDCA5-DF7E-9243-B7FB-E17AC428E38A}">
      <dgm:prSet/>
      <dgm:spPr/>
      <dgm:t>
        <a:bodyPr/>
        <a:lstStyle/>
        <a:p>
          <a:endParaRPr lang="en-US"/>
        </a:p>
      </dgm:t>
    </dgm:pt>
    <dgm:pt modelId="{E6F2CFBD-153E-B642-A36A-E2D1481E3483}">
      <dgm:prSet phldrT="[Text]"/>
      <dgm:spPr/>
      <dgm:t>
        <a:bodyPr/>
        <a:lstStyle/>
        <a:p>
          <a:r>
            <a:rPr lang="en-US" dirty="0"/>
            <a:t>Every alert passed a simple test: Has it required human action in the last 90 days?  </a:t>
          </a:r>
        </a:p>
      </dgm:t>
    </dgm:pt>
    <dgm:pt modelId="{13700DCE-70D8-5849-AE88-4F91B846D387}" type="parTrans" cxnId="{CB2B53CA-6049-5343-A274-89CAAF3C8252}">
      <dgm:prSet/>
      <dgm:spPr/>
      <dgm:t>
        <a:bodyPr/>
        <a:lstStyle/>
        <a:p>
          <a:endParaRPr lang="en-US"/>
        </a:p>
      </dgm:t>
    </dgm:pt>
    <dgm:pt modelId="{884801D4-3E72-774E-AD57-27DA657002C5}" type="sibTrans" cxnId="{CB2B53CA-6049-5343-A274-89CAAF3C8252}">
      <dgm:prSet/>
      <dgm:spPr/>
      <dgm:t>
        <a:bodyPr/>
        <a:lstStyle/>
        <a:p>
          <a:endParaRPr lang="en-US"/>
        </a:p>
      </dgm:t>
    </dgm:pt>
    <dgm:pt modelId="{004CCA50-EBF1-FB47-9823-F859EB0D94E7}">
      <dgm:prSet phldrT="[Text]"/>
      <dgm:spPr/>
      <dgm:t>
        <a:bodyPr/>
        <a:lstStyle/>
        <a:p>
          <a:r>
            <a:rPr lang="en-US" dirty="0"/>
            <a:t>Rotate Equitably</a:t>
          </a:r>
        </a:p>
      </dgm:t>
    </dgm:pt>
    <dgm:pt modelId="{ACA5DC03-437B-E846-8A82-7D37AB492F76}" type="parTrans" cxnId="{A33E0E75-C453-6F4F-8AFE-A7923B2842F7}">
      <dgm:prSet/>
      <dgm:spPr/>
      <dgm:t>
        <a:bodyPr/>
        <a:lstStyle/>
        <a:p>
          <a:endParaRPr lang="en-US"/>
        </a:p>
      </dgm:t>
    </dgm:pt>
    <dgm:pt modelId="{CF4AB239-115C-604F-981B-ED6EC06E707E}" type="sibTrans" cxnId="{A33E0E75-C453-6F4F-8AFE-A7923B2842F7}">
      <dgm:prSet/>
      <dgm:spPr/>
      <dgm:t>
        <a:bodyPr/>
        <a:lstStyle/>
        <a:p>
          <a:endParaRPr lang="en-US"/>
        </a:p>
      </dgm:t>
    </dgm:pt>
    <dgm:pt modelId="{B58E63C9-21F3-8B46-82F4-CADBDB63476A}">
      <dgm:prSet phldrT="[Text]"/>
      <dgm:spPr/>
      <dgm:t>
        <a:bodyPr/>
        <a:lstStyle/>
        <a:p>
          <a:r>
            <a:rPr lang="en-US" dirty="0"/>
            <a:t>Monitor Alert Volume per Person</a:t>
          </a:r>
        </a:p>
      </dgm:t>
    </dgm:pt>
    <dgm:pt modelId="{7CD0D692-7A8C-5E46-BF63-F347C5663E96}" type="parTrans" cxnId="{1584D7FE-C1AF-A84F-9826-E3D1AA313212}">
      <dgm:prSet/>
      <dgm:spPr/>
      <dgm:t>
        <a:bodyPr/>
        <a:lstStyle/>
        <a:p>
          <a:endParaRPr lang="en-US"/>
        </a:p>
      </dgm:t>
    </dgm:pt>
    <dgm:pt modelId="{2A7ACF24-F1A3-DF4A-ACFE-26AFE56318A9}" type="sibTrans" cxnId="{1584D7FE-C1AF-A84F-9826-E3D1AA313212}">
      <dgm:prSet/>
      <dgm:spPr/>
      <dgm:t>
        <a:bodyPr/>
        <a:lstStyle/>
        <a:p>
          <a:endParaRPr lang="en-US"/>
        </a:p>
      </dgm:t>
    </dgm:pt>
    <dgm:pt modelId="{8CF12A2A-43B2-6846-8422-D4D74626F080}">
      <dgm:prSet phldrT="[Text]"/>
      <dgm:spPr/>
      <dgm:t>
        <a:bodyPr/>
        <a:lstStyle/>
        <a:p>
          <a:r>
            <a:rPr lang="en-US" dirty="0"/>
            <a:t>Time on call is time spent when you must be "near your computer."  Means, can't go on a date, to the movies, etc.</a:t>
          </a:r>
        </a:p>
      </dgm:t>
    </dgm:pt>
    <dgm:pt modelId="{FE07700C-5B3F-3845-9B5D-DDD4CFA5FF5E}" type="parTrans" cxnId="{7E5039F1-1777-E547-80A7-AE698E80969B}">
      <dgm:prSet/>
      <dgm:spPr/>
      <dgm:t>
        <a:bodyPr/>
        <a:lstStyle/>
        <a:p>
          <a:endParaRPr lang="en-US"/>
        </a:p>
      </dgm:t>
    </dgm:pt>
    <dgm:pt modelId="{74C121FD-AF06-F041-B6F0-E57A39D53D62}" type="sibTrans" cxnId="{7E5039F1-1777-E547-80A7-AE698E80969B}">
      <dgm:prSet/>
      <dgm:spPr/>
      <dgm:t>
        <a:bodyPr/>
        <a:lstStyle/>
        <a:p>
          <a:endParaRPr lang="en-US"/>
        </a:p>
      </dgm:t>
    </dgm:pt>
    <dgm:pt modelId="{4162A38A-DAD9-2A44-A00D-B2A6213E8500}">
      <dgm:prSet phldrT="[Text]"/>
      <dgm:spPr/>
      <dgm:t>
        <a:bodyPr/>
        <a:lstStyle/>
        <a:p>
          <a:r>
            <a:rPr lang="en-US" dirty="0"/>
            <a:t>This time should be "compensated" because it's time the employee cannot fully "unplug" from work.</a:t>
          </a:r>
        </a:p>
      </dgm:t>
    </dgm:pt>
    <dgm:pt modelId="{1A5BCCCB-1C63-2648-AD69-F0983E59C0D4}" type="parTrans" cxnId="{838BBE94-69D2-8747-88FC-3FEE759BF785}">
      <dgm:prSet/>
      <dgm:spPr/>
      <dgm:t>
        <a:bodyPr/>
        <a:lstStyle/>
        <a:p>
          <a:endParaRPr lang="en-US"/>
        </a:p>
      </dgm:t>
    </dgm:pt>
    <dgm:pt modelId="{E01C2906-E881-6B41-866D-3EC1586B9439}" type="sibTrans" cxnId="{838BBE94-69D2-8747-88FC-3FEE759BF785}">
      <dgm:prSet/>
      <dgm:spPr/>
      <dgm:t>
        <a:bodyPr/>
        <a:lstStyle/>
        <a:p>
          <a:endParaRPr lang="en-US"/>
        </a:p>
      </dgm:t>
    </dgm:pt>
    <dgm:pt modelId="{C688323E-2A92-6443-A3B1-97646461A450}">
      <dgm:prSet phldrT="[Text]"/>
      <dgm:spPr/>
      <dgm:t>
        <a:bodyPr/>
        <a:lstStyle/>
        <a:p>
          <a:r>
            <a:rPr lang="en-US" dirty="0"/>
            <a:t>Quarterly Review</a:t>
          </a:r>
        </a:p>
      </dgm:t>
    </dgm:pt>
    <dgm:pt modelId="{C36F9068-902C-0949-8832-E7D28B52E73B}" type="parTrans" cxnId="{052E0EC3-28D7-9846-96FD-41F092AFB16A}">
      <dgm:prSet/>
      <dgm:spPr/>
      <dgm:t>
        <a:bodyPr/>
        <a:lstStyle/>
        <a:p>
          <a:endParaRPr lang="en-US"/>
        </a:p>
      </dgm:t>
    </dgm:pt>
    <dgm:pt modelId="{12703D61-C06A-AC42-A2F6-4603F7033ADF}" type="sibTrans" cxnId="{052E0EC3-28D7-9846-96FD-41F092AFB16A}">
      <dgm:prSet/>
      <dgm:spPr/>
      <dgm:t>
        <a:bodyPr/>
        <a:lstStyle/>
        <a:p>
          <a:endParaRPr lang="en-US"/>
        </a:p>
      </dgm:t>
    </dgm:pt>
    <dgm:pt modelId="{788E013A-167E-CA44-997A-19B5D2A5C871}">
      <dgm:prSet phldrT="[Text]"/>
      <dgm:spPr/>
      <dgm:t>
        <a:bodyPr/>
        <a:lstStyle/>
        <a:p>
          <a:r>
            <a:rPr lang="en-US" dirty="0"/>
            <a:t>Rotation Design should be revisited regularly (Quarterly is a standard)</a:t>
          </a:r>
        </a:p>
      </dgm:t>
    </dgm:pt>
    <dgm:pt modelId="{C241DDB3-4815-864B-A602-27BABBE2553E}" type="parTrans" cxnId="{69F7D02D-EAA7-B44D-A15E-C07A8069ACE1}">
      <dgm:prSet/>
      <dgm:spPr/>
      <dgm:t>
        <a:bodyPr/>
        <a:lstStyle/>
        <a:p>
          <a:endParaRPr lang="en-US"/>
        </a:p>
      </dgm:t>
    </dgm:pt>
    <dgm:pt modelId="{DB852DF6-0C2C-F94C-9C88-C0C8B3776CC9}" type="sibTrans" cxnId="{69F7D02D-EAA7-B44D-A15E-C07A8069ACE1}">
      <dgm:prSet/>
      <dgm:spPr/>
      <dgm:t>
        <a:bodyPr/>
        <a:lstStyle/>
        <a:p>
          <a:endParaRPr lang="en-US"/>
        </a:p>
      </dgm:t>
    </dgm:pt>
    <dgm:pt modelId="{072C8D29-5235-DA43-9438-81BD848E1D5B}">
      <dgm:prSet phldrT="[Text]"/>
      <dgm:spPr/>
      <dgm:t>
        <a:bodyPr/>
        <a:lstStyle/>
        <a:p>
          <a:r>
            <a:rPr lang="en-US" dirty="0"/>
            <a:t>Team size, services, alert volume can change over time</a:t>
          </a:r>
        </a:p>
      </dgm:t>
    </dgm:pt>
    <dgm:pt modelId="{553B8E81-21D4-6A44-9D8D-26DE51F4ABCE}" type="parTrans" cxnId="{31381B40-03AF-854C-80A0-2A655511C853}">
      <dgm:prSet/>
      <dgm:spPr/>
      <dgm:t>
        <a:bodyPr/>
        <a:lstStyle/>
        <a:p>
          <a:endParaRPr lang="en-US"/>
        </a:p>
      </dgm:t>
    </dgm:pt>
    <dgm:pt modelId="{EC9EFCE4-508E-7549-974B-BD8EF494EF09}" type="sibTrans" cxnId="{31381B40-03AF-854C-80A0-2A655511C853}">
      <dgm:prSet/>
      <dgm:spPr/>
      <dgm:t>
        <a:bodyPr/>
        <a:lstStyle/>
        <a:p>
          <a:endParaRPr lang="en-US"/>
        </a:p>
      </dgm:t>
    </dgm:pt>
    <dgm:pt modelId="{67971887-6D78-A043-82EA-ABDE66B5714F}">
      <dgm:prSet phldrT="[Text]"/>
      <dgm:spPr/>
      <dgm:t>
        <a:bodyPr/>
        <a:lstStyle/>
        <a:p>
          <a:r>
            <a:rPr lang="en-US" dirty="0"/>
            <a:t>What worked six months ago, might not work today.</a:t>
          </a:r>
        </a:p>
      </dgm:t>
    </dgm:pt>
    <dgm:pt modelId="{2E5FA5FA-A528-BF47-BF89-CE9D110E1965}" type="parTrans" cxnId="{B47787A8-D1CD-9C49-98B9-AF8D89C2A1F9}">
      <dgm:prSet/>
      <dgm:spPr/>
      <dgm:t>
        <a:bodyPr/>
        <a:lstStyle/>
        <a:p>
          <a:endParaRPr lang="en-US"/>
        </a:p>
      </dgm:t>
    </dgm:pt>
    <dgm:pt modelId="{2A1F51DB-DF6F-9749-8191-8A372E3A6F6C}" type="sibTrans" cxnId="{B47787A8-D1CD-9C49-98B9-AF8D89C2A1F9}">
      <dgm:prSet/>
      <dgm:spPr/>
      <dgm:t>
        <a:bodyPr/>
        <a:lstStyle/>
        <a:p>
          <a:endParaRPr lang="en-US"/>
        </a:p>
      </dgm:t>
    </dgm:pt>
    <dgm:pt modelId="{D747FC7B-9811-6648-96D5-FA337E35BDE0}">
      <dgm:prSet phldrT="[Text]"/>
      <dgm:spPr/>
      <dgm:t>
        <a:bodyPr/>
        <a:lstStyle/>
        <a:p>
          <a:r>
            <a:rPr lang="en-US" dirty="0"/>
            <a:t>If not, cut it or automate the response.</a:t>
          </a:r>
        </a:p>
      </dgm:t>
    </dgm:pt>
    <dgm:pt modelId="{70BE2040-3BC0-824E-AA52-AD20FE44D0BB}" type="parTrans" cxnId="{36BCF277-FD6A-874C-BE52-DE92D20FBBA4}">
      <dgm:prSet/>
      <dgm:spPr/>
      <dgm:t>
        <a:bodyPr/>
        <a:lstStyle/>
        <a:p>
          <a:endParaRPr lang="en-US"/>
        </a:p>
      </dgm:t>
    </dgm:pt>
    <dgm:pt modelId="{E6E5DBA0-4C00-3547-AD04-D1E7ADBB5340}" type="sibTrans" cxnId="{36BCF277-FD6A-874C-BE52-DE92D20FBBA4}">
      <dgm:prSet/>
      <dgm:spPr/>
      <dgm:t>
        <a:bodyPr/>
        <a:lstStyle/>
        <a:p>
          <a:endParaRPr lang="en-US"/>
        </a:p>
      </dgm:t>
    </dgm:pt>
    <dgm:pt modelId="{9DAC2F94-1043-8A43-A807-EFE94F88C4E4}" type="pres">
      <dgm:prSet presAssocID="{2021A4CF-AC71-804B-BDF9-F95BE09A04D2}" presName="linear" presStyleCnt="0">
        <dgm:presLayoutVars>
          <dgm:dir/>
          <dgm:animLvl val="lvl"/>
          <dgm:resizeHandles val="exact"/>
        </dgm:presLayoutVars>
      </dgm:prSet>
      <dgm:spPr/>
    </dgm:pt>
    <dgm:pt modelId="{3729AB42-6785-AB4E-A76A-1496BA33F6C6}" type="pres">
      <dgm:prSet presAssocID="{63ED4D5D-49C5-E048-BDA1-C5B480FBA91E}" presName="parentLin" presStyleCnt="0"/>
      <dgm:spPr/>
    </dgm:pt>
    <dgm:pt modelId="{A65C738A-DBED-1F4C-B513-8BCA1EC025FA}" type="pres">
      <dgm:prSet presAssocID="{63ED4D5D-49C5-E048-BDA1-C5B480FBA91E}" presName="parentLeftMargin" presStyleLbl="node1" presStyleIdx="0" presStyleCnt="4"/>
      <dgm:spPr/>
    </dgm:pt>
    <dgm:pt modelId="{F7361FCB-D2BC-6042-B7B4-EE94D573E73E}" type="pres">
      <dgm:prSet presAssocID="{63ED4D5D-49C5-E048-BDA1-C5B480FBA91E}" presName="parentText" presStyleLbl="node1" presStyleIdx="0" presStyleCnt="4">
        <dgm:presLayoutVars>
          <dgm:chMax val="0"/>
          <dgm:bulletEnabled val="1"/>
        </dgm:presLayoutVars>
      </dgm:prSet>
      <dgm:spPr/>
    </dgm:pt>
    <dgm:pt modelId="{95878393-2B39-D640-99F7-F147433ED48E}" type="pres">
      <dgm:prSet presAssocID="{63ED4D5D-49C5-E048-BDA1-C5B480FBA91E}" presName="negativeSpace" presStyleCnt="0"/>
      <dgm:spPr/>
    </dgm:pt>
    <dgm:pt modelId="{8BD6B6FE-98C6-DF44-A0FB-C609F604D1F6}" type="pres">
      <dgm:prSet presAssocID="{63ED4D5D-49C5-E048-BDA1-C5B480FBA91E}" presName="childText" presStyleLbl="conFgAcc1" presStyleIdx="0" presStyleCnt="4">
        <dgm:presLayoutVars>
          <dgm:bulletEnabled val="1"/>
        </dgm:presLayoutVars>
      </dgm:prSet>
      <dgm:spPr/>
    </dgm:pt>
    <dgm:pt modelId="{980BDBA6-4B9C-5644-A561-AFD0AD5F4519}" type="pres">
      <dgm:prSet presAssocID="{50E5BA38-5F62-2A4F-9BA4-5B27F1E7CF67}" presName="spaceBetweenRectangles" presStyleCnt="0"/>
      <dgm:spPr/>
    </dgm:pt>
    <dgm:pt modelId="{42A5ABA8-2741-984F-828D-8DCE5EFBDB34}" type="pres">
      <dgm:prSet presAssocID="{146EF02D-4978-6546-9E8E-C878FBD64B2C}" presName="parentLin" presStyleCnt="0"/>
      <dgm:spPr/>
    </dgm:pt>
    <dgm:pt modelId="{D9DF0689-7CAC-9C48-B9FF-013985B9624B}" type="pres">
      <dgm:prSet presAssocID="{146EF02D-4978-6546-9E8E-C878FBD64B2C}" presName="parentLeftMargin" presStyleLbl="node1" presStyleIdx="0" presStyleCnt="4"/>
      <dgm:spPr/>
    </dgm:pt>
    <dgm:pt modelId="{49B87D0C-0276-7C47-B6A4-1D128823BC9E}" type="pres">
      <dgm:prSet presAssocID="{146EF02D-4978-6546-9E8E-C878FBD64B2C}" presName="parentText" presStyleLbl="node1" presStyleIdx="1" presStyleCnt="4">
        <dgm:presLayoutVars>
          <dgm:chMax val="0"/>
          <dgm:bulletEnabled val="1"/>
        </dgm:presLayoutVars>
      </dgm:prSet>
      <dgm:spPr/>
    </dgm:pt>
    <dgm:pt modelId="{4C14A34F-E3D4-D846-964D-C7D938913D1F}" type="pres">
      <dgm:prSet presAssocID="{146EF02D-4978-6546-9E8E-C878FBD64B2C}" presName="negativeSpace" presStyleCnt="0"/>
      <dgm:spPr/>
    </dgm:pt>
    <dgm:pt modelId="{2C26E7FA-E203-DF42-91F2-0C4465560C50}" type="pres">
      <dgm:prSet presAssocID="{146EF02D-4978-6546-9E8E-C878FBD64B2C}" presName="childText" presStyleLbl="conFgAcc1" presStyleIdx="1" presStyleCnt="4">
        <dgm:presLayoutVars>
          <dgm:bulletEnabled val="1"/>
        </dgm:presLayoutVars>
      </dgm:prSet>
      <dgm:spPr/>
    </dgm:pt>
    <dgm:pt modelId="{A81ECFA6-C011-9B49-9631-FCE11A48014F}" type="pres">
      <dgm:prSet presAssocID="{0DA726DA-BA27-934F-9165-E3DF6D2A1F50}" presName="spaceBetweenRectangles" presStyleCnt="0"/>
      <dgm:spPr/>
    </dgm:pt>
    <dgm:pt modelId="{614DFFE7-2520-CC49-BE76-6DD42BE36265}" type="pres">
      <dgm:prSet presAssocID="{ECBE87EC-1907-AC43-AB93-2852095459D1}" presName="parentLin" presStyleCnt="0"/>
      <dgm:spPr/>
    </dgm:pt>
    <dgm:pt modelId="{FA8A7E09-5AC3-8D41-8835-19C337014E01}" type="pres">
      <dgm:prSet presAssocID="{ECBE87EC-1907-AC43-AB93-2852095459D1}" presName="parentLeftMargin" presStyleLbl="node1" presStyleIdx="1" presStyleCnt="4"/>
      <dgm:spPr/>
    </dgm:pt>
    <dgm:pt modelId="{442DE194-33B5-9C43-A2EC-B7DE8F26D951}" type="pres">
      <dgm:prSet presAssocID="{ECBE87EC-1907-AC43-AB93-2852095459D1}" presName="parentText" presStyleLbl="node1" presStyleIdx="2" presStyleCnt="4">
        <dgm:presLayoutVars>
          <dgm:chMax val="0"/>
          <dgm:bulletEnabled val="1"/>
        </dgm:presLayoutVars>
      </dgm:prSet>
      <dgm:spPr/>
    </dgm:pt>
    <dgm:pt modelId="{21E51CD1-AA68-9D40-9197-B8E1DD754758}" type="pres">
      <dgm:prSet presAssocID="{ECBE87EC-1907-AC43-AB93-2852095459D1}" presName="negativeSpace" presStyleCnt="0"/>
      <dgm:spPr/>
    </dgm:pt>
    <dgm:pt modelId="{3C8A5622-6D7D-514D-9A5C-3B87DD23D1BD}" type="pres">
      <dgm:prSet presAssocID="{ECBE87EC-1907-AC43-AB93-2852095459D1}" presName="childText" presStyleLbl="conFgAcc1" presStyleIdx="2" presStyleCnt="4">
        <dgm:presLayoutVars>
          <dgm:bulletEnabled val="1"/>
        </dgm:presLayoutVars>
      </dgm:prSet>
      <dgm:spPr/>
    </dgm:pt>
    <dgm:pt modelId="{D07984AA-A361-8B49-8CAC-2D1CDE866264}" type="pres">
      <dgm:prSet presAssocID="{50D84350-BFE7-EA47-9067-169219D209F4}" presName="spaceBetweenRectangles" presStyleCnt="0"/>
      <dgm:spPr/>
    </dgm:pt>
    <dgm:pt modelId="{BF7200DF-7DB6-644A-92B1-4A6D4BF6E208}" type="pres">
      <dgm:prSet presAssocID="{C688323E-2A92-6443-A3B1-97646461A450}" presName="parentLin" presStyleCnt="0"/>
      <dgm:spPr/>
    </dgm:pt>
    <dgm:pt modelId="{FCD544AB-23D8-7B40-BA1A-25460AC9DEC7}" type="pres">
      <dgm:prSet presAssocID="{C688323E-2A92-6443-A3B1-97646461A450}" presName="parentLeftMargin" presStyleLbl="node1" presStyleIdx="2" presStyleCnt="4"/>
      <dgm:spPr/>
    </dgm:pt>
    <dgm:pt modelId="{29650214-DA0D-EA4C-8E72-6E87666EF8DC}" type="pres">
      <dgm:prSet presAssocID="{C688323E-2A92-6443-A3B1-97646461A450}" presName="parentText" presStyleLbl="node1" presStyleIdx="3" presStyleCnt="4">
        <dgm:presLayoutVars>
          <dgm:chMax val="0"/>
          <dgm:bulletEnabled val="1"/>
        </dgm:presLayoutVars>
      </dgm:prSet>
      <dgm:spPr/>
    </dgm:pt>
    <dgm:pt modelId="{CD9B3BC2-A3C4-1B46-B345-554AEEAEB327}" type="pres">
      <dgm:prSet presAssocID="{C688323E-2A92-6443-A3B1-97646461A450}" presName="negativeSpace" presStyleCnt="0"/>
      <dgm:spPr/>
    </dgm:pt>
    <dgm:pt modelId="{3A7C0A8F-53BE-FF45-B436-1294C1DF2BC6}" type="pres">
      <dgm:prSet presAssocID="{C688323E-2A92-6443-A3B1-97646461A450}" presName="childText" presStyleLbl="conFgAcc1" presStyleIdx="3" presStyleCnt="4">
        <dgm:presLayoutVars>
          <dgm:bulletEnabled val="1"/>
        </dgm:presLayoutVars>
      </dgm:prSet>
      <dgm:spPr/>
    </dgm:pt>
  </dgm:ptLst>
  <dgm:cxnLst>
    <dgm:cxn modelId="{B0595303-0909-274E-826E-FCE4125CB9CD}" type="presOf" srcId="{B58E63C9-21F3-8B46-82F4-CADBDB63476A}" destId="{2C26E7FA-E203-DF42-91F2-0C4465560C50}" srcOrd="0" destOrd="1" presId="urn:microsoft.com/office/officeart/2005/8/layout/list1"/>
    <dgm:cxn modelId="{D7BF0D08-41C3-764D-8BF2-4F29C27EADC4}" type="presOf" srcId="{146EF02D-4978-6546-9E8E-C878FBD64B2C}" destId="{D9DF0689-7CAC-9C48-B9FF-013985B9624B}" srcOrd="0" destOrd="0" presId="urn:microsoft.com/office/officeart/2005/8/layout/list1"/>
    <dgm:cxn modelId="{892D3B19-3DA1-BE44-A333-93E79011E11C}" srcId="{2021A4CF-AC71-804B-BDF9-F95BE09A04D2}" destId="{146EF02D-4978-6546-9E8E-C878FBD64B2C}" srcOrd="1" destOrd="0" parTransId="{3FEBD36E-A2EE-BD4F-A4CE-4C08CA8276D0}" sibTransId="{0DA726DA-BA27-934F-9165-E3DF6D2A1F50}"/>
    <dgm:cxn modelId="{E06D7F26-EC80-2040-BB18-4B5D4622E168}" type="presOf" srcId="{63ED4D5D-49C5-E048-BDA1-C5B480FBA91E}" destId="{A65C738A-DBED-1F4C-B513-8BCA1EC025FA}" srcOrd="0" destOrd="0" presId="urn:microsoft.com/office/officeart/2005/8/layout/list1"/>
    <dgm:cxn modelId="{69F7D02D-EAA7-B44D-A15E-C07A8069ACE1}" srcId="{C688323E-2A92-6443-A3B1-97646461A450}" destId="{788E013A-167E-CA44-997A-19B5D2A5C871}" srcOrd="0" destOrd="0" parTransId="{C241DDB3-4815-864B-A602-27BABBE2553E}" sibTransId="{DB852DF6-0C2C-F94C-9C88-C0C8B3776CC9}"/>
    <dgm:cxn modelId="{1391B73C-C9B3-B149-9B02-F01CF4BB3FD6}" type="presOf" srcId="{4162A38A-DAD9-2A44-A00D-B2A6213E8500}" destId="{3C8A5622-6D7D-514D-9A5C-3B87DD23D1BD}" srcOrd="0" destOrd="1" presId="urn:microsoft.com/office/officeart/2005/8/layout/list1"/>
    <dgm:cxn modelId="{31381B40-03AF-854C-80A0-2A655511C853}" srcId="{C688323E-2A92-6443-A3B1-97646461A450}" destId="{072C8D29-5235-DA43-9438-81BD848E1D5B}" srcOrd="1" destOrd="0" parTransId="{553B8E81-21D4-6A44-9D8D-26DE51F4ABCE}" sibTransId="{EC9EFCE4-508E-7549-974B-BD8EF494EF09}"/>
    <dgm:cxn modelId="{54272744-9B52-6F44-A5AF-EBC9032C6EF7}" type="presOf" srcId="{63ED4D5D-49C5-E048-BDA1-C5B480FBA91E}" destId="{F7361FCB-D2BC-6042-B7B4-EE94D573E73E}" srcOrd="1" destOrd="0" presId="urn:microsoft.com/office/officeart/2005/8/layout/list1"/>
    <dgm:cxn modelId="{E91ABD48-322A-2C49-A595-01B83C61186E}" type="presOf" srcId="{C688323E-2A92-6443-A3B1-97646461A450}" destId="{29650214-DA0D-EA4C-8E72-6E87666EF8DC}" srcOrd="1" destOrd="0" presId="urn:microsoft.com/office/officeart/2005/8/layout/list1"/>
    <dgm:cxn modelId="{852A9156-1669-2245-94B8-85D81689D8F9}" type="presOf" srcId="{67971887-6D78-A043-82EA-ABDE66B5714F}" destId="{3A7C0A8F-53BE-FF45-B436-1294C1DF2BC6}" srcOrd="0" destOrd="2" presId="urn:microsoft.com/office/officeart/2005/8/layout/list1"/>
    <dgm:cxn modelId="{8638705C-D064-5F4B-B67E-1D4CBB53722A}" type="presOf" srcId="{8CF12A2A-43B2-6846-8422-D4D74626F080}" destId="{3C8A5622-6D7D-514D-9A5C-3B87DD23D1BD}" srcOrd="0" destOrd="0" presId="urn:microsoft.com/office/officeart/2005/8/layout/list1"/>
    <dgm:cxn modelId="{B7B53967-8D47-6D43-BBBD-EA0608A4ABF5}" srcId="{2021A4CF-AC71-804B-BDF9-F95BE09A04D2}" destId="{63ED4D5D-49C5-E048-BDA1-C5B480FBA91E}" srcOrd="0" destOrd="0" parTransId="{EEA6B755-471A-FF4E-B1AA-472D8A158F1A}" sibTransId="{50E5BA38-5F62-2A4F-9BA4-5B27F1E7CF67}"/>
    <dgm:cxn modelId="{A33E0E75-C453-6F4F-8AFE-A7923B2842F7}" srcId="{146EF02D-4978-6546-9E8E-C878FBD64B2C}" destId="{004CCA50-EBF1-FB47-9823-F859EB0D94E7}" srcOrd="0" destOrd="0" parTransId="{ACA5DC03-437B-E846-8A82-7D37AB492F76}" sibTransId="{CF4AB239-115C-604F-981B-ED6EC06E707E}"/>
    <dgm:cxn modelId="{36BCF277-FD6A-874C-BE52-DE92D20FBBA4}" srcId="{63ED4D5D-49C5-E048-BDA1-C5B480FBA91E}" destId="{D747FC7B-9811-6648-96D5-FA337E35BDE0}" srcOrd="1" destOrd="0" parTransId="{70BE2040-3BC0-824E-AA52-AD20FE44D0BB}" sibTransId="{E6E5DBA0-4C00-3547-AD04-D1E7ADBB5340}"/>
    <dgm:cxn modelId="{3B159C7A-E562-A245-A8D6-25E79E39AC13}" type="presOf" srcId="{C688323E-2A92-6443-A3B1-97646461A450}" destId="{FCD544AB-23D8-7B40-BA1A-25460AC9DEC7}" srcOrd="0" destOrd="0" presId="urn:microsoft.com/office/officeart/2005/8/layout/list1"/>
    <dgm:cxn modelId="{838BBE94-69D2-8747-88FC-3FEE759BF785}" srcId="{ECBE87EC-1907-AC43-AB93-2852095459D1}" destId="{4162A38A-DAD9-2A44-A00D-B2A6213E8500}" srcOrd="1" destOrd="0" parTransId="{1A5BCCCB-1C63-2648-AD69-F0983E59C0D4}" sibTransId="{E01C2906-E881-6B41-866D-3EC1586B9439}"/>
    <dgm:cxn modelId="{634DDCA5-DF7E-9243-B7FB-E17AC428E38A}" srcId="{2021A4CF-AC71-804B-BDF9-F95BE09A04D2}" destId="{ECBE87EC-1907-AC43-AB93-2852095459D1}" srcOrd="2" destOrd="0" parTransId="{B2A5C11F-B651-FC4E-9682-B8A4C817B290}" sibTransId="{50D84350-BFE7-EA47-9067-169219D209F4}"/>
    <dgm:cxn modelId="{B47787A8-D1CD-9C49-98B9-AF8D89C2A1F9}" srcId="{C688323E-2A92-6443-A3B1-97646461A450}" destId="{67971887-6D78-A043-82EA-ABDE66B5714F}" srcOrd="2" destOrd="0" parTransId="{2E5FA5FA-A528-BF47-BF89-CE9D110E1965}" sibTransId="{2A1F51DB-DF6F-9749-8191-8A372E3A6F6C}"/>
    <dgm:cxn modelId="{38C586BE-37F0-8947-AAE8-E77EF76DAE2B}" type="presOf" srcId="{788E013A-167E-CA44-997A-19B5D2A5C871}" destId="{3A7C0A8F-53BE-FF45-B436-1294C1DF2BC6}" srcOrd="0" destOrd="0" presId="urn:microsoft.com/office/officeart/2005/8/layout/list1"/>
    <dgm:cxn modelId="{629C05C3-EC0A-7045-A478-5C9AEEEE355B}" type="presOf" srcId="{ECBE87EC-1907-AC43-AB93-2852095459D1}" destId="{FA8A7E09-5AC3-8D41-8835-19C337014E01}" srcOrd="0" destOrd="0" presId="urn:microsoft.com/office/officeart/2005/8/layout/list1"/>
    <dgm:cxn modelId="{052E0EC3-28D7-9846-96FD-41F092AFB16A}" srcId="{2021A4CF-AC71-804B-BDF9-F95BE09A04D2}" destId="{C688323E-2A92-6443-A3B1-97646461A450}" srcOrd="3" destOrd="0" parTransId="{C36F9068-902C-0949-8832-E7D28B52E73B}" sibTransId="{12703D61-C06A-AC42-A2F6-4603F7033ADF}"/>
    <dgm:cxn modelId="{354BA5C6-BF2B-CE43-A389-E291C5A9C490}" type="presOf" srcId="{ECBE87EC-1907-AC43-AB93-2852095459D1}" destId="{442DE194-33B5-9C43-A2EC-B7DE8F26D951}" srcOrd="1" destOrd="0" presId="urn:microsoft.com/office/officeart/2005/8/layout/list1"/>
    <dgm:cxn modelId="{3BF62DC9-5D3C-E642-8372-DDA2ECC7BAD2}" type="presOf" srcId="{2021A4CF-AC71-804B-BDF9-F95BE09A04D2}" destId="{9DAC2F94-1043-8A43-A807-EFE94F88C4E4}" srcOrd="0" destOrd="0" presId="urn:microsoft.com/office/officeart/2005/8/layout/list1"/>
    <dgm:cxn modelId="{4BF369C9-E6FD-254C-9072-9837383B9875}" type="presOf" srcId="{072C8D29-5235-DA43-9438-81BD848E1D5B}" destId="{3A7C0A8F-53BE-FF45-B436-1294C1DF2BC6}" srcOrd="0" destOrd="1" presId="urn:microsoft.com/office/officeart/2005/8/layout/list1"/>
    <dgm:cxn modelId="{CB2B53CA-6049-5343-A274-89CAAF3C8252}" srcId="{63ED4D5D-49C5-E048-BDA1-C5B480FBA91E}" destId="{E6F2CFBD-153E-B642-A36A-E2D1481E3483}" srcOrd="0" destOrd="0" parTransId="{13700DCE-70D8-5849-AE88-4F91B846D387}" sibTransId="{884801D4-3E72-774E-AD57-27DA657002C5}"/>
    <dgm:cxn modelId="{194C47CF-C1BF-2C4D-ABBB-D973C5162BF7}" type="presOf" srcId="{004CCA50-EBF1-FB47-9823-F859EB0D94E7}" destId="{2C26E7FA-E203-DF42-91F2-0C4465560C50}" srcOrd="0" destOrd="0" presId="urn:microsoft.com/office/officeart/2005/8/layout/list1"/>
    <dgm:cxn modelId="{5E6C27D5-3616-E94D-8BA7-2D51C0FCA20D}" type="presOf" srcId="{146EF02D-4978-6546-9E8E-C878FBD64B2C}" destId="{49B87D0C-0276-7C47-B6A4-1D128823BC9E}" srcOrd="1" destOrd="0" presId="urn:microsoft.com/office/officeart/2005/8/layout/list1"/>
    <dgm:cxn modelId="{7E5039F1-1777-E547-80A7-AE698E80969B}" srcId="{ECBE87EC-1907-AC43-AB93-2852095459D1}" destId="{8CF12A2A-43B2-6846-8422-D4D74626F080}" srcOrd="0" destOrd="0" parTransId="{FE07700C-5B3F-3845-9B5D-DDD4CFA5FF5E}" sibTransId="{74C121FD-AF06-F041-B6F0-E57A39D53D62}"/>
    <dgm:cxn modelId="{28AB0CF5-308A-4A46-B97F-312D3456B979}" type="presOf" srcId="{E6F2CFBD-153E-B642-A36A-E2D1481E3483}" destId="{8BD6B6FE-98C6-DF44-A0FB-C609F604D1F6}" srcOrd="0" destOrd="0" presId="urn:microsoft.com/office/officeart/2005/8/layout/list1"/>
    <dgm:cxn modelId="{AD8941FA-34E3-454B-99AA-8C41AFE0F79D}" type="presOf" srcId="{D747FC7B-9811-6648-96D5-FA337E35BDE0}" destId="{8BD6B6FE-98C6-DF44-A0FB-C609F604D1F6}" srcOrd="0" destOrd="1" presId="urn:microsoft.com/office/officeart/2005/8/layout/list1"/>
    <dgm:cxn modelId="{1584D7FE-C1AF-A84F-9826-E3D1AA313212}" srcId="{146EF02D-4978-6546-9E8E-C878FBD64B2C}" destId="{B58E63C9-21F3-8B46-82F4-CADBDB63476A}" srcOrd="1" destOrd="0" parTransId="{7CD0D692-7A8C-5E46-BF63-F347C5663E96}" sibTransId="{2A7ACF24-F1A3-DF4A-ACFE-26AFE56318A9}"/>
    <dgm:cxn modelId="{9EF7A073-0707-064A-ACC5-D5E51A46083B}" type="presParOf" srcId="{9DAC2F94-1043-8A43-A807-EFE94F88C4E4}" destId="{3729AB42-6785-AB4E-A76A-1496BA33F6C6}" srcOrd="0" destOrd="0" presId="urn:microsoft.com/office/officeart/2005/8/layout/list1"/>
    <dgm:cxn modelId="{3AD26781-4531-1C4D-9834-3D7C0FB7477C}" type="presParOf" srcId="{3729AB42-6785-AB4E-A76A-1496BA33F6C6}" destId="{A65C738A-DBED-1F4C-B513-8BCA1EC025FA}" srcOrd="0" destOrd="0" presId="urn:microsoft.com/office/officeart/2005/8/layout/list1"/>
    <dgm:cxn modelId="{FE1C4A7D-568F-6741-8021-7DED3FB84DD7}" type="presParOf" srcId="{3729AB42-6785-AB4E-A76A-1496BA33F6C6}" destId="{F7361FCB-D2BC-6042-B7B4-EE94D573E73E}" srcOrd="1" destOrd="0" presId="urn:microsoft.com/office/officeart/2005/8/layout/list1"/>
    <dgm:cxn modelId="{BAD3283B-BC79-CA4D-A64C-235EB9144779}" type="presParOf" srcId="{9DAC2F94-1043-8A43-A807-EFE94F88C4E4}" destId="{95878393-2B39-D640-99F7-F147433ED48E}" srcOrd="1" destOrd="0" presId="urn:microsoft.com/office/officeart/2005/8/layout/list1"/>
    <dgm:cxn modelId="{B91482FA-39DC-0346-B845-4A68EDA64A3D}" type="presParOf" srcId="{9DAC2F94-1043-8A43-A807-EFE94F88C4E4}" destId="{8BD6B6FE-98C6-DF44-A0FB-C609F604D1F6}" srcOrd="2" destOrd="0" presId="urn:microsoft.com/office/officeart/2005/8/layout/list1"/>
    <dgm:cxn modelId="{8C33CF53-BC7A-FB47-A01C-94497A7943D1}" type="presParOf" srcId="{9DAC2F94-1043-8A43-A807-EFE94F88C4E4}" destId="{980BDBA6-4B9C-5644-A561-AFD0AD5F4519}" srcOrd="3" destOrd="0" presId="urn:microsoft.com/office/officeart/2005/8/layout/list1"/>
    <dgm:cxn modelId="{27BF8A0E-1881-F64F-A6F2-6C1A743BA0A5}" type="presParOf" srcId="{9DAC2F94-1043-8A43-A807-EFE94F88C4E4}" destId="{42A5ABA8-2741-984F-828D-8DCE5EFBDB34}" srcOrd="4" destOrd="0" presId="urn:microsoft.com/office/officeart/2005/8/layout/list1"/>
    <dgm:cxn modelId="{C429C6EE-3DA6-D94D-AA1B-E1150DBA7C57}" type="presParOf" srcId="{42A5ABA8-2741-984F-828D-8DCE5EFBDB34}" destId="{D9DF0689-7CAC-9C48-B9FF-013985B9624B}" srcOrd="0" destOrd="0" presId="urn:microsoft.com/office/officeart/2005/8/layout/list1"/>
    <dgm:cxn modelId="{1CCE5BBD-A1CE-EB46-935D-9B730331446B}" type="presParOf" srcId="{42A5ABA8-2741-984F-828D-8DCE5EFBDB34}" destId="{49B87D0C-0276-7C47-B6A4-1D128823BC9E}" srcOrd="1" destOrd="0" presId="urn:microsoft.com/office/officeart/2005/8/layout/list1"/>
    <dgm:cxn modelId="{5A213648-3631-9240-8E5F-E49A908622E7}" type="presParOf" srcId="{9DAC2F94-1043-8A43-A807-EFE94F88C4E4}" destId="{4C14A34F-E3D4-D846-964D-C7D938913D1F}" srcOrd="5" destOrd="0" presId="urn:microsoft.com/office/officeart/2005/8/layout/list1"/>
    <dgm:cxn modelId="{99E5BD45-AAED-6842-B0D2-C2E160D743E0}" type="presParOf" srcId="{9DAC2F94-1043-8A43-A807-EFE94F88C4E4}" destId="{2C26E7FA-E203-DF42-91F2-0C4465560C50}" srcOrd="6" destOrd="0" presId="urn:microsoft.com/office/officeart/2005/8/layout/list1"/>
    <dgm:cxn modelId="{D987B9C3-B7FE-EF4A-BABD-A9003F7F24CF}" type="presParOf" srcId="{9DAC2F94-1043-8A43-A807-EFE94F88C4E4}" destId="{A81ECFA6-C011-9B49-9631-FCE11A48014F}" srcOrd="7" destOrd="0" presId="urn:microsoft.com/office/officeart/2005/8/layout/list1"/>
    <dgm:cxn modelId="{8EE090AE-9BF9-124F-B688-19ED2D59BCF3}" type="presParOf" srcId="{9DAC2F94-1043-8A43-A807-EFE94F88C4E4}" destId="{614DFFE7-2520-CC49-BE76-6DD42BE36265}" srcOrd="8" destOrd="0" presId="urn:microsoft.com/office/officeart/2005/8/layout/list1"/>
    <dgm:cxn modelId="{EB0F5F62-C481-0748-A890-542A1B17E8D9}" type="presParOf" srcId="{614DFFE7-2520-CC49-BE76-6DD42BE36265}" destId="{FA8A7E09-5AC3-8D41-8835-19C337014E01}" srcOrd="0" destOrd="0" presId="urn:microsoft.com/office/officeart/2005/8/layout/list1"/>
    <dgm:cxn modelId="{05CA916F-3A99-4B45-A3D8-6CB2983C87B9}" type="presParOf" srcId="{614DFFE7-2520-CC49-BE76-6DD42BE36265}" destId="{442DE194-33B5-9C43-A2EC-B7DE8F26D951}" srcOrd="1" destOrd="0" presId="urn:microsoft.com/office/officeart/2005/8/layout/list1"/>
    <dgm:cxn modelId="{A2E77E74-72C6-C648-B7B5-1C4DEEFA8D63}" type="presParOf" srcId="{9DAC2F94-1043-8A43-A807-EFE94F88C4E4}" destId="{21E51CD1-AA68-9D40-9197-B8E1DD754758}" srcOrd="9" destOrd="0" presId="urn:microsoft.com/office/officeart/2005/8/layout/list1"/>
    <dgm:cxn modelId="{537D8918-F864-3C47-92C5-AE284E399F94}" type="presParOf" srcId="{9DAC2F94-1043-8A43-A807-EFE94F88C4E4}" destId="{3C8A5622-6D7D-514D-9A5C-3B87DD23D1BD}" srcOrd="10" destOrd="0" presId="urn:microsoft.com/office/officeart/2005/8/layout/list1"/>
    <dgm:cxn modelId="{AF8F552F-5561-A444-9CA9-E7F34C340D2F}" type="presParOf" srcId="{9DAC2F94-1043-8A43-A807-EFE94F88C4E4}" destId="{D07984AA-A361-8B49-8CAC-2D1CDE866264}" srcOrd="11" destOrd="0" presId="urn:microsoft.com/office/officeart/2005/8/layout/list1"/>
    <dgm:cxn modelId="{CB43E3A6-B4CA-4147-9788-11929082A16F}" type="presParOf" srcId="{9DAC2F94-1043-8A43-A807-EFE94F88C4E4}" destId="{BF7200DF-7DB6-644A-92B1-4A6D4BF6E208}" srcOrd="12" destOrd="0" presId="urn:microsoft.com/office/officeart/2005/8/layout/list1"/>
    <dgm:cxn modelId="{ED862A38-5687-4D45-AE0D-E9C36834B3DC}" type="presParOf" srcId="{BF7200DF-7DB6-644A-92B1-4A6D4BF6E208}" destId="{FCD544AB-23D8-7B40-BA1A-25460AC9DEC7}" srcOrd="0" destOrd="0" presId="urn:microsoft.com/office/officeart/2005/8/layout/list1"/>
    <dgm:cxn modelId="{FBC22F24-C3DC-6845-9719-6D5498C7EA68}" type="presParOf" srcId="{BF7200DF-7DB6-644A-92B1-4A6D4BF6E208}" destId="{29650214-DA0D-EA4C-8E72-6E87666EF8DC}" srcOrd="1" destOrd="0" presId="urn:microsoft.com/office/officeart/2005/8/layout/list1"/>
    <dgm:cxn modelId="{87BD00EF-90FF-6141-ADBF-83B7E695E585}" type="presParOf" srcId="{9DAC2F94-1043-8A43-A807-EFE94F88C4E4}" destId="{CD9B3BC2-A3C4-1B46-B345-554AEEAEB327}" srcOrd="13" destOrd="0" presId="urn:microsoft.com/office/officeart/2005/8/layout/list1"/>
    <dgm:cxn modelId="{9CBE57B4-34B4-7B42-956C-D36F533FAA03}" type="presParOf" srcId="{9DAC2F94-1043-8A43-A807-EFE94F88C4E4}" destId="{3A7C0A8F-53BE-FF45-B436-1294C1DF2BC6}" srcOrd="14"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77174D0-6909-1D43-BB1F-E834A9510ED4}" type="doc">
      <dgm:prSet loTypeId="urn:microsoft.com/office/officeart/2005/8/layout/default" loCatId="" qsTypeId="urn:microsoft.com/office/officeart/2005/8/quickstyle/3d3" qsCatId="3D" csTypeId="urn:microsoft.com/office/officeart/2005/8/colors/accent1_2" csCatId="accent1" phldr="1"/>
      <dgm:spPr/>
      <dgm:t>
        <a:bodyPr/>
        <a:lstStyle/>
        <a:p>
          <a:endParaRPr lang="en-US"/>
        </a:p>
      </dgm:t>
    </dgm:pt>
    <dgm:pt modelId="{55F5457A-56E5-4C45-BF69-93CE564CC17B}">
      <dgm:prSet phldrT="[Text]"/>
      <dgm:spPr/>
      <dgm:t>
        <a:bodyPr/>
        <a:lstStyle/>
        <a:p>
          <a:r>
            <a:rPr lang="en-US" dirty="0"/>
            <a:t>Tying it Back to DevOps</a:t>
          </a:r>
        </a:p>
      </dgm:t>
    </dgm:pt>
    <dgm:pt modelId="{202AE098-6369-8A44-98C2-38899FF09876}" type="parTrans" cxnId="{253A1B3A-6203-6645-8A40-A341A12054FF}">
      <dgm:prSet/>
      <dgm:spPr/>
      <dgm:t>
        <a:bodyPr/>
        <a:lstStyle/>
        <a:p>
          <a:endParaRPr lang="en-US"/>
        </a:p>
      </dgm:t>
    </dgm:pt>
    <dgm:pt modelId="{E21B07E7-E9DF-964B-B617-5507D6DDCDB2}" type="sibTrans" cxnId="{253A1B3A-6203-6645-8A40-A341A12054FF}">
      <dgm:prSet/>
      <dgm:spPr/>
      <dgm:t>
        <a:bodyPr/>
        <a:lstStyle/>
        <a:p>
          <a:endParaRPr lang="en-US"/>
        </a:p>
      </dgm:t>
    </dgm:pt>
    <dgm:pt modelId="{ED870EAE-2746-4149-93DE-FBEC47566B72}" type="pres">
      <dgm:prSet presAssocID="{B77174D0-6909-1D43-BB1F-E834A9510ED4}" presName="diagram" presStyleCnt="0">
        <dgm:presLayoutVars>
          <dgm:dir/>
          <dgm:resizeHandles val="exact"/>
        </dgm:presLayoutVars>
      </dgm:prSet>
      <dgm:spPr/>
    </dgm:pt>
    <dgm:pt modelId="{BFF1AAD4-3092-2649-87C8-2A4ABCE6C901}" type="pres">
      <dgm:prSet presAssocID="{55F5457A-56E5-4C45-BF69-93CE564CC17B}" presName="node" presStyleLbl="node1" presStyleIdx="0" presStyleCnt="1" custScaleX="716801" custLinFactNeighborX="5642" custLinFactNeighborY="28">
        <dgm:presLayoutVars>
          <dgm:bulletEnabled val="1"/>
        </dgm:presLayoutVars>
      </dgm:prSet>
      <dgm:spPr/>
    </dgm:pt>
  </dgm:ptLst>
  <dgm:cxnLst>
    <dgm:cxn modelId="{D6F20209-7CD2-E64E-9A9F-D67CF6CF4BB2}" type="presOf" srcId="{55F5457A-56E5-4C45-BF69-93CE564CC17B}" destId="{BFF1AAD4-3092-2649-87C8-2A4ABCE6C901}" srcOrd="0" destOrd="0" presId="urn:microsoft.com/office/officeart/2005/8/layout/default"/>
    <dgm:cxn modelId="{253A1B3A-6203-6645-8A40-A341A12054FF}" srcId="{B77174D0-6909-1D43-BB1F-E834A9510ED4}" destId="{55F5457A-56E5-4C45-BF69-93CE564CC17B}" srcOrd="0" destOrd="0" parTransId="{202AE098-6369-8A44-98C2-38899FF09876}" sibTransId="{E21B07E7-E9DF-964B-B617-5507D6DDCDB2}"/>
    <dgm:cxn modelId="{E6CE8790-26A9-434E-9BF1-7CAD82D20A0D}" type="presOf" srcId="{B77174D0-6909-1D43-BB1F-E834A9510ED4}" destId="{ED870EAE-2746-4149-93DE-FBEC47566B72}" srcOrd="0" destOrd="0" presId="urn:microsoft.com/office/officeart/2005/8/layout/default"/>
    <dgm:cxn modelId="{91D7901C-E793-DF4D-A0D4-A3AC8964FD03}" type="presParOf" srcId="{ED870EAE-2746-4149-93DE-FBEC47566B72}" destId="{BFF1AAD4-3092-2649-87C8-2A4ABCE6C901}"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B77174D0-6909-1D43-BB1F-E834A9510ED4}" type="doc">
      <dgm:prSet loTypeId="urn:microsoft.com/office/officeart/2005/8/layout/default" loCatId="" qsTypeId="urn:microsoft.com/office/officeart/2005/8/quickstyle/3d3" qsCatId="3D" csTypeId="urn:microsoft.com/office/officeart/2005/8/colors/accent1_2" csCatId="accent1" phldr="1"/>
      <dgm:spPr/>
      <dgm:t>
        <a:bodyPr/>
        <a:lstStyle/>
        <a:p>
          <a:endParaRPr lang="en-US"/>
        </a:p>
      </dgm:t>
    </dgm:pt>
    <dgm:pt modelId="{55F5457A-56E5-4C45-BF69-93CE564CC17B}">
      <dgm:prSet phldrT="[Text]"/>
      <dgm:spPr/>
      <dgm:t>
        <a:bodyPr/>
        <a:lstStyle/>
        <a:p>
          <a:r>
            <a:rPr lang="en-US" dirty="0"/>
            <a:t>References</a:t>
          </a:r>
        </a:p>
      </dgm:t>
    </dgm:pt>
    <dgm:pt modelId="{202AE098-6369-8A44-98C2-38899FF09876}" type="parTrans" cxnId="{253A1B3A-6203-6645-8A40-A341A12054FF}">
      <dgm:prSet/>
      <dgm:spPr/>
      <dgm:t>
        <a:bodyPr/>
        <a:lstStyle/>
        <a:p>
          <a:endParaRPr lang="en-US"/>
        </a:p>
      </dgm:t>
    </dgm:pt>
    <dgm:pt modelId="{E21B07E7-E9DF-964B-B617-5507D6DDCDB2}" type="sibTrans" cxnId="{253A1B3A-6203-6645-8A40-A341A12054FF}">
      <dgm:prSet/>
      <dgm:spPr/>
      <dgm:t>
        <a:bodyPr/>
        <a:lstStyle/>
        <a:p>
          <a:endParaRPr lang="en-US"/>
        </a:p>
      </dgm:t>
    </dgm:pt>
    <dgm:pt modelId="{ED870EAE-2746-4149-93DE-FBEC47566B72}" type="pres">
      <dgm:prSet presAssocID="{B77174D0-6909-1D43-BB1F-E834A9510ED4}" presName="diagram" presStyleCnt="0">
        <dgm:presLayoutVars>
          <dgm:dir/>
          <dgm:resizeHandles val="exact"/>
        </dgm:presLayoutVars>
      </dgm:prSet>
      <dgm:spPr/>
    </dgm:pt>
    <dgm:pt modelId="{BFF1AAD4-3092-2649-87C8-2A4ABCE6C901}" type="pres">
      <dgm:prSet presAssocID="{55F5457A-56E5-4C45-BF69-93CE564CC17B}" presName="node" presStyleLbl="node1" presStyleIdx="0" presStyleCnt="1" custScaleX="716801" custLinFactNeighborX="5642" custLinFactNeighborY="28">
        <dgm:presLayoutVars>
          <dgm:bulletEnabled val="1"/>
        </dgm:presLayoutVars>
      </dgm:prSet>
      <dgm:spPr/>
    </dgm:pt>
  </dgm:ptLst>
  <dgm:cxnLst>
    <dgm:cxn modelId="{D6F20209-7CD2-E64E-9A9F-D67CF6CF4BB2}" type="presOf" srcId="{55F5457A-56E5-4C45-BF69-93CE564CC17B}" destId="{BFF1AAD4-3092-2649-87C8-2A4ABCE6C901}" srcOrd="0" destOrd="0" presId="urn:microsoft.com/office/officeart/2005/8/layout/default"/>
    <dgm:cxn modelId="{253A1B3A-6203-6645-8A40-A341A12054FF}" srcId="{B77174D0-6909-1D43-BB1F-E834A9510ED4}" destId="{55F5457A-56E5-4C45-BF69-93CE564CC17B}" srcOrd="0" destOrd="0" parTransId="{202AE098-6369-8A44-98C2-38899FF09876}" sibTransId="{E21B07E7-E9DF-964B-B617-5507D6DDCDB2}"/>
    <dgm:cxn modelId="{E6CE8790-26A9-434E-9BF1-7CAD82D20A0D}" type="presOf" srcId="{B77174D0-6909-1D43-BB1F-E834A9510ED4}" destId="{ED870EAE-2746-4149-93DE-FBEC47566B72}" srcOrd="0" destOrd="0" presId="urn:microsoft.com/office/officeart/2005/8/layout/default"/>
    <dgm:cxn modelId="{91D7901C-E793-DF4D-A0D4-A3AC8964FD03}" type="presParOf" srcId="{ED870EAE-2746-4149-93DE-FBEC47566B72}" destId="{BFF1AAD4-3092-2649-87C8-2A4ABCE6C901}"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195B804E-EC3F-B141-BB36-4F70198DD32E}" type="doc">
      <dgm:prSet loTypeId="urn:microsoft.com/office/officeart/2005/8/layout/default" loCatId="" qsTypeId="urn:microsoft.com/office/officeart/2005/8/quickstyle/3d2" qsCatId="3D" csTypeId="urn:microsoft.com/office/officeart/2005/8/colors/accent1_2" csCatId="accent1" phldr="1"/>
      <dgm:spPr/>
      <dgm:t>
        <a:bodyPr/>
        <a:lstStyle/>
        <a:p>
          <a:endParaRPr lang="en-US"/>
        </a:p>
      </dgm:t>
    </dgm:pt>
    <dgm:pt modelId="{26E59B10-B4E4-6548-95D4-224425821D52}">
      <dgm:prSet phldrT="[Text]"/>
      <dgm:spPr/>
      <dgm:t>
        <a:bodyPr/>
        <a:lstStyle/>
        <a:p>
          <a:pPr>
            <a:buNone/>
          </a:pPr>
          <a:r>
            <a:rPr lang="en-US"/>
            <a:t>Kim, G., Humble, J., Debois, P., &amp; Willis, J. (2016). </a:t>
          </a:r>
          <a:r>
            <a:rPr lang="en-US" i="1"/>
            <a:t>The DevOps handbook: How to create world-class agility, reliability, and security in technology organizations.</a:t>
          </a:r>
          <a:r>
            <a:rPr lang="en-US"/>
            <a:t> IT Revolution Press.</a:t>
          </a:r>
        </a:p>
      </dgm:t>
    </dgm:pt>
    <dgm:pt modelId="{10421F14-CB5B-0F46-A024-7028AC74DE43}" type="parTrans" cxnId="{C27CD9A1-3F12-434A-98D7-97EC178AB5AA}">
      <dgm:prSet/>
      <dgm:spPr/>
      <dgm:t>
        <a:bodyPr/>
        <a:lstStyle/>
        <a:p>
          <a:endParaRPr lang="en-US"/>
        </a:p>
      </dgm:t>
    </dgm:pt>
    <dgm:pt modelId="{A4B978C3-72A6-6946-B64B-0A3E34032D7E}" type="sibTrans" cxnId="{C27CD9A1-3F12-434A-98D7-97EC178AB5AA}">
      <dgm:prSet/>
      <dgm:spPr/>
      <dgm:t>
        <a:bodyPr/>
        <a:lstStyle/>
        <a:p>
          <a:endParaRPr lang="en-US"/>
        </a:p>
      </dgm:t>
    </dgm:pt>
    <dgm:pt modelId="{F511B717-70D1-4E4D-B124-84E2A1E85583}">
      <dgm:prSet/>
      <dgm:spPr/>
      <dgm:t>
        <a:bodyPr/>
        <a:lstStyle/>
        <a:p>
          <a:pPr>
            <a:buFont typeface="Arial" panose="020B0604020202020204" pitchFamily="34" charset="0"/>
            <a:buChar char="•"/>
          </a:pPr>
          <a:r>
            <a:rPr lang="en-US" dirty="0"/>
            <a:t>Google. (n.d.). Being on-call. In </a:t>
          </a:r>
          <a:r>
            <a:rPr lang="en-US" i="1" dirty="0"/>
            <a:t>Site reliability engineering.</a:t>
          </a:r>
          <a:r>
            <a:rPr lang="en-US" dirty="0"/>
            <a:t> https://sre.google/sre-book/being-on-call/</a:t>
          </a:r>
        </a:p>
      </dgm:t>
    </dgm:pt>
    <dgm:pt modelId="{35AF7322-C532-554B-9D61-DF1D1B503079}" type="parTrans" cxnId="{7F85FE75-ADE2-A046-A6E5-4365443D3289}">
      <dgm:prSet/>
      <dgm:spPr/>
      <dgm:t>
        <a:bodyPr/>
        <a:lstStyle/>
        <a:p>
          <a:endParaRPr lang="en-US"/>
        </a:p>
      </dgm:t>
    </dgm:pt>
    <dgm:pt modelId="{2D4B72C5-E4DC-0240-9C2E-66D607C231A0}" type="sibTrans" cxnId="{7F85FE75-ADE2-A046-A6E5-4365443D3289}">
      <dgm:prSet/>
      <dgm:spPr/>
      <dgm:t>
        <a:bodyPr/>
        <a:lstStyle/>
        <a:p>
          <a:endParaRPr lang="en-US"/>
        </a:p>
      </dgm:t>
    </dgm:pt>
    <dgm:pt modelId="{D657F740-810B-4549-934D-A604C045F550}">
      <dgm:prSet/>
      <dgm:spPr/>
      <dgm:t>
        <a:bodyPr/>
        <a:lstStyle/>
        <a:p>
          <a:pPr>
            <a:buFont typeface="Arial" panose="020B0604020202020204" pitchFamily="34" charset="0"/>
            <a:buChar char="•"/>
          </a:pPr>
          <a:r>
            <a:rPr lang="en-US" dirty="0"/>
            <a:t>PagerDuty. (2025, September 4). On-call rotations and schedules. https://www.pagerduty.com/resources/incident-management-response/learn/call-rotations-schedules/</a:t>
          </a:r>
        </a:p>
      </dgm:t>
    </dgm:pt>
    <dgm:pt modelId="{AB9666B5-8189-CC42-BAC8-815F60220BDD}" type="parTrans" cxnId="{806DFEBB-99B5-B549-B07E-2BBA988B3E46}">
      <dgm:prSet/>
      <dgm:spPr/>
      <dgm:t>
        <a:bodyPr/>
        <a:lstStyle/>
        <a:p>
          <a:endParaRPr lang="en-US"/>
        </a:p>
      </dgm:t>
    </dgm:pt>
    <dgm:pt modelId="{74A77E68-53E9-114F-AC19-08DFB7C9A0DF}" type="sibTrans" cxnId="{806DFEBB-99B5-B549-B07E-2BBA988B3E46}">
      <dgm:prSet/>
      <dgm:spPr/>
      <dgm:t>
        <a:bodyPr/>
        <a:lstStyle/>
        <a:p>
          <a:endParaRPr lang="en-US"/>
        </a:p>
      </dgm:t>
    </dgm:pt>
    <dgm:pt modelId="{92016168-FEBD-E240-9D8A-C1160F98F38C}">
      <dgm:prSet/>
      <dgm:spPr/>
      <dgm:t>
        <a:bodyPr/>
        <a:lstStyle/>
        <a:p>
          <a:pPr>
            <a:buFont typeface="Arial" panose="020B0604020202020204" pitchFamily="34" charset="0"/>
            <a:buChar char="•"/>
          </a:pPr>
          <a:r>
            <a:rPr lang="en-US" dirty="0" err="1"/>
            <a:t>DevOps.com</a:t>
          </a:r>
          <a:r>
            <a:rPr lang="en-US" dirty="0"/>
            <a:t>. (2026, March 6). On-call rotation best practices: Reducing burnout and improving response. https://devops.com/on-call-rotation-best-practices-reducing-burnout-and-improving-response/</a:t>
          </a:r>
        </a:p>
      </dgm:t>
    </dgm:pt>
    <dgm:pt modelId="{682FFCB2-9AEB-DC42-B470-AD73B712337B}" type="parTrans" cxnId="{D09C7C81-4E7F-8F4C-A566-1CAE7D9E181B}">
      <dgm:prSet/>
      <dgm:spPr/>
      <dgm:t>
        <a:bodyPr/>
        <a:lstStyle/>
        <a:p>
          <a:endParaRPr lang="en-US"/>
        </a:p>
      </dgm:t>
    </dgm:pt>
    <dgm:pt modelId="{7EDDF706-B452-8C45-B5F4-25B0153295CC}" type="sibTrans" cxnId="{D09C7C81-4E7F-8F4C-A566-1CAE7D9E181B}">
      <dgm:prSet/>
      <dgm:spPr/>
      <dgm:t>
        <a:bodyPr/>
        <a:lstStyle/>
        <a:p>
          <a:endParaRPr lang="en-US"/>
        </a:p>
      </dgm:t>
    </dgm:pt>
    <dgm:pt modelId="{A184265D-5624-1944-8812-1289048B2047}" type="pres">
      <dgm:prSet presAssocID="{195B804E-EC3F-B141-BB36-4F70198DD32E}" presName="diagram" presStyleCnt="0">
        <dgm:presLayoutVars>
          <dgm:dir/>
          <dgm:resizeHandles val="exact"/>
        </dgm:presLayoutVars>
      </dgm:prSet>
      <dgm:spPr/>
    </dgm:pt>
    <dgm:pt modelId="{8973E3EC-9291-064D-A614-F2AB5056F820}" type="pres">
      <dgm:prSet presAssocID="{26E59B10-B4E4-6548-95D4-224425821D52}" presName="node" presStyleLbl="node1" presStyleIdx="0" presStyleCnt="4" custScaleY="49157">
        <dgm:presLayoutVars>
          <dgm:bulletEnabled val="1"/>
        </dgm:presLayoutVars>
      </dgm:prSet>
      <dgm:spPr/>
    </dgm:pt>
    <dgm:pt modelId="{A4EC085F-890D-6143-BF5C-037B4A7A4A16}" type="pres">
      <dgm:prSet presAssocID="{A4B978C3-72A6-6946-B64B-0A3E34032D7E}" presName="sibTrans" presStyleCnt="0"/>
      <dgm:spPr/>
    </dgm:pt>
    <dgm:pt modelId="{D31EB85A-16A4-844A-BD23-E003BE7CC1CD}" type="pres">
      <dgm:prSet presAssocID="{F511B717-70D1-4E4D-B124-84E2A1E85583}" presName="node" presStyleLbl="node1" presStyleIdx="1" presStyleCnt="4" custScaleY="49157">
        <dgm:presLayoutVars>
          <dgm:bulletEnabled val="1"/>
        </dgm:presLayoutVars>
      </dgm:prSet>
      <dgm:spPr/>
    </dgm:pt>
    <dgm:pt modelId="{DCBEB7C7-0CAE-A74E-A41C-6ABFD4369D01}" type="pres">
      <dgm:prSet presAssocID="{2D4B72C5-E4DC-0240-9C2E-66D607C231A0}" presName="sibTrans" presStyleCnt="0"/>
      <dgm:spPr/>
    </dgm:pt>
    <dgm:pt modelId="{0E427CFA-06BF-BB42-A55C-C49AFAC9655D}" type="pres">
      <dgm:prSet presAssocID="{D657F740-810B-4549-934D-A604C045F550}" presName="node" presStyleLbl="node1" presStyleIdx="2" presStyleCnt="4" custScaleY="49157">
        <dgm:presLayoutVars>
          <dgm:bulletEnabled val="1"/>
        </dgm:presLayoutVars>
      </dgm:prSet>
      <dgm:spPr/>
    </dgm:pt>
    <dgm:pt modelId="{DDC5926B-35E2-3D43-BA9B-1F29ACBEB8E4}" type="pres">
      <dgm:prSet presAssocID="{74A77E68-53E9-114F-AC19-08DFB7C9A0DF}" presName="sibTrans" presStyleCnt="0"/>
      <dgm:spPr/>
    </dgm:pt>
    <dgm:pt modelId="{1561BCF3-4AA5-E949-B247-9110ABAE63AD}" type="pres">
      <dgm:prSet presAssocID="{92016168-FEBD-E240-9D8A-C1160F98F38C}" presName="node" presStyleLbl="node1" presStyleIdx="3" presStyleCnt="4" custScaleY="49157">
        <dgm:presLayoutVars>
          <dgm:bulletEnabled val="1"/>
        </dgm:presLayoutVars>
      </dgm:prSet>
      <dgm:spPr/>
    </dgm:pt>
  </dgm:ptLst>
  <dgm:cxnLst>
    <dgm:cxn modelId="{8F7D8F13-4753-F048-AAC5-6EF0B6D875B2}" type="presOf" srcId="{F511B717-70D1-4E4D-B124-84E2A1E85583}" destId="{D31EB85A-16A4-844A-BD23-E003BE7CC1CD}" srcOrd="0" destOrd="0" presId="urn:microsoft.com/office/officeart/2005/8/layout/default"/>
    <dgm:cxn modelId="{369DF66D-2F0B-6243-B986-A06467B9C2A9}" type="presOf" srcId="{195B804E-EC3F-B141-BB36-4F70198DD32E}" destId="{A184265D-5624-1944-8812-1289048B2047}" srcOrd="0" destOrd="0" presId="urn:microsoft.com/office/officeart/2005/8/layout/default"/>
    <dgm:cxn modelId="{7F85FE75-ADE2-A046-A6E5-4365443D3289}" srcId="{195B804E-EC3F-B141-BB36-4F70198DD32E}" destId="{F511B717-70D1-4E4D-B124-84E2A1E85583}" srcOrd="1" destOrd="0" parTransId="{35AF7322-C532-554B-9D61-DF1D1B503079}" sibTransId="{2D4B72C5-E4DC-0240-9C2E-66D607C231A0}"/>
    <dgm:cxn modelId="{D09C7C81-4E7F-8F4C-A566-1CAE7D9E181B}" srcId="{195B804E-EC3F-B141-BB36-4F70198DD32E}" destId="{92016168-FEBD-E240-9D8A-C1160F98F38C}" srcOrd="3" destOrd="0" parTransId="{682FFCB2-9AEB-DC42-B470-AD73B712337B}" sibTransId="{7EDDF706-B452-8C45-B5F4-25B0153295CC}"/>
    <dgm:cxn modelId="{C6405183-F55B-F441-A14D-55FF345BDA8F}" type="presOf" srcId="{92016168-FEBD-E240-9D8A-C1160F98F38C}" destId="{1561BCF3-4AA5-E949-B247-9110ABAE63AD}" srcOrd="0" destOrd="0" presId="urn:microsoft.com/office/officeart/2005/8/layout/default"/>
    <dgm:cxn modelId="{C27CD9A1-3F12-434A-98D7-97EC178AB5AA}" srcId="{195B804E-EC3F-B141-BB36-4F70198DD32E}" destId="{26E59B10-B4E4-6548-95D4-224425821D52}" srcOrd="0" destOrd="0" parTransId="{10421F14-CB5B-0F46-A024-7028AC74DE43}" sibTransId="{A4B978C3-72A6-6946-B64B-0A3E34032D7E}"/>
    <dgm:cxn modelId="{E6F5B9B4-CEF5-1A4C-A5A8-82E564FF778F}" type="presOf" srcId="{D657F740-810B-4549-934D-A604C045F550}" destId="{0E427CFA-06BF-BB42-A55C-C49AFAC9655D}" srcOrd="0" destOrd="0" presId="urn:microsoft.com/office/officeart/2005/8/layout/default"/>
    <dgm:cxn modelId="{806DFEBB-99B5-B549-B07E-2BBA988B3E46}" srcId="{195B804E-EC3F-B141-BB36-4F70198DD32E}" destId="{D657F740-810B-4549-934D-A604C045F550}" srcOrd="2" destOrd="0" parTransId="{AB9666B5-8189-CC42-BAC8-815F60220BDD}" sibTransId="{74A77E68-53E9-114F-AC19-08DFB7C9A0DF}"/>
    <dgm:cxn modelId="{4F9865F6-F020-F54C-84A2-2A8F59EB9DB4}" type="presOf" srcId="{26E59B10-B4E4-6548-95D4-224425821D52}" destId="{8973E3EC-9291-064D-A614-F2AB5056F820}" srcOrd="0" destOrd="0" presId="urn:microsoft.com/office/officeart/2005/8/layout/default"/>
    <dgm:cxn modelId="{83FA2201-A497-9B45-8627-386158CADC32}" type="presParOf" srcId="{A184265D-5624-1944-8812-1289048B2047}" destId="{8973E3EC-9291-064D-A614-F2AB5056F820}" srcOrd="0" destOrd="0" presId="urn:microsoft.com/office/officeart/2005/8/layout/default"/>
    <dgm:cxn modelId="{ADFDFD94-3649-5349-832C-B65DFE48BAA3}" type="presParOf" srcId="{A184265D-5624-1944-8812-1289048B2047}" destId="{A4EC085F-890D-6143-BF5C-037B4A7A4A16}" srcOrd="1" destOrd="0" presId="urn:microsoft.com/office/officeart/2005/8/layout/default"/>
    <dgm:cxn modelId="{95560938-2E86-A04D-B7C8-AB22B152E00D}" type="presParOf" srcId="{A184265D-5624-1944-8812-1289048B2047}" destId="{D31EB85A-16A4-844A-BD23-E003BE7CC1CD}" srcOrd="2" destOrd="0" presId="urn:microsoft.com/office/officeart/2005/8/layout/default"/>
    <dgm:cxn modelId="{57FCB685-50EB-7140-982A-AD92B4A5BCC0}" type="presParOf" srcId="{A184265D-5624-1944-8812-1289048B2047}" destId="{DCBEB7C7-0CAE-A74E-A41C-6ABFD4369D01}" srcOrd="3" destOrd="0" presId="urn:microsoft.com/office/officeart/2005/8/layout/default"/>
    <dgm:cxn modelId="{A2D9C2F7-59C3-644E-A758-0B0DEA76BC72}" type="presParOf" srcId="{A184265D-5624-1944-8812-1289048B2047}" destId="{0E427CFA-06BF-BB42-A55C-C49AFAC9655D}" srcOrd="4" destOrd="0" presId="urn:microsoft.com/office/officeart/2005/8/layout/default"/>
    <dgm:cxn modelId="{7152AF4C-76FF-5243-8CF0-9DA4A99371B4}" type="presParOf" srcId="{A184265D-5624-1944-8812-1289048B2047}" destId="{DDC5926B-35E2-3D43-BA9B-1F29ACBEB8E4}" srcOrd="5" destOrd="0" presId="urn:microsoft.com/office/officeart/2005/8/layout/default"/>
    <dgm:cxn modelId="{036365C1-D4EE-CB43-BC73-2390A6EFC476}" type="presParOf" srcId="{A184265D-5624-1944-8812-1289048B2047}" destId="{1561BCF3-4AA5-E949-B247-9110ABAE63AD}" srcOrd="6" destOrd="0" presId="urn:microsoft.com/office/officeart/2005/8/layout/defaul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A89FBB-0D68-8F40-864C-DA7E43FE22DA}">
      <dsp:nvSpPr>
        <dsp:cNvPr id="0" name=""/>
        <dsp:cNvSpPr/>
      </dsp:nvSpPr>
      <dsp:spPr>
        <a:xfrm>
          <a:off x="0" y="638153"/>
          <a:ext cx="6262255" cy="4252500"/>
        </a:xfrm>
        <a:prstGeom prst="roundRect">
          <a:avLst/>
        </a:prstGeom>
        <a:solidFill>
          <a:schemeClr val="accent2">
            <a:lumMod val="75000"/>
            <a:alpha val="90000"/>
          </a:schemeClr>
        </a:solidFill>
        <a:ln w="9525" cap="rnd" cmpd="sng" algn="ctr">
          <a:solidFill>
            <a:schemeClr val="accent1">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86021" tIns="520700" rIns="486021" bIns="177800" numCol="1" spcCol="1270" anchor="t" anchorCtr="0">
          <a:noAutofit/>
        </a:bodyPr>
        <a:lstStyle/>
        <a:p>
          <a:pPr marL="228600" lvl="1" indent="-228600" algn="l" defTabSz="1111250">
            <a:lnSpc>
              <a:spcPct val="90000"/>
            </a:lnSpc>
            <a:spcBef>
              <a:spcPct val="0"/>
            </a:spcBef>
            <a:spcAft>
              <a:spcPct val="15000"/>
            </a:spcAft>
            <a:buNone/>
          </a:pPr>
          <a:r>
            <a:rPr lang="en-US" sz="2500" kern="1200" dirty="0">
              <a:solidFill>
                <a:schemeClr val="tx1"/>
              </a:solidFill>
            </a:rPr>
            <a:t>Pager rotation (sometimes called on-call rotation) is a schedule that assigns the responsibility for responding to incidents to a specific person (or group) for a window of time.  Much like a doctor or a nurse (or team of them) is “on call” for emergencies, a developer (or team) is on call for emergencies.</a:t>
          </a:r>
        </a:p>
      </dsp:txBody>
      <dsp:txXfrm>
        <a:off x="207590" y="845743"/>
        <a:ext cx="5847075" cy="3837320"/>
      </dsp:txXfrm>
    </dsp:sp>
    <dsp:sp modelId="{F7E9F9E9-C3F2-3A4E-AE91-258C0C6B418D}">
      <dsp:nvSpPr>
        <dsp:cNvPr id="0" name=""/>
        <dsp:cNvSpPr/>
      </dsp:nvSpPr>
      <dsp:spPr>
        <a:xfrm>
          <a:off x="313112" y="227539"/>
          <a:ext cx="2748722" cy="552075"/>
        </a:xfrm>
        <a:prstGeom prst="round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5689" tIns="0" rIns="165689" bIns="0" numCol="1" spcCol="1270" anchor="ctr" anchorCtr="0">
          <a:noAutofit/>
        </a:bodyPr>
        <a:lstStyle/>
        <a:p>
          <a:pPr marL="0" lvl="0" indent="0" algn="l" defTabSz="1111250">
            <a:lnSpc>
              <a:spcPct val="90000"/>
            </a:lnSpc>
            <a:spcBef>
              <a:spcPct val="0"/>
            </a:spcBef>
            <a:spcAft>
              <a:spcPct val="35000"/>
            </a:spcAft>
            <a:buNone/>
          </a:pPr>
          <a:r>
            <a:rPr lang="en-US" sz="2500" kern="1200" dirty="0"/>
            <a:t>Pager Rotation	</a:t>
          </a:r>
        </a:p>
      </dsp:txBody>
      <dsp:txXfrm>
        <a:off x="340062" y="254489"/>
        <a:ext cx="2694822" cy="4981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F1AAD4-3092-2649-87C8-2A4ABCE6C901}">
      <dsp:nvSpPr>
        <dsp:cNvPr id="0" name=""/>
        <dsp:cNvSpPr/>
      </dsp:nvSpPr>
      <dsp:spPr>
        <a:xfrm>
          <a:off x="356671" y="1004"/>
          <a:ext cx="10635347" cy="882926"/>
        </a:xfrm>
        <a:prstGeom prst="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What is Pager Rotation?</a:t>
          </a:r>
        </a:p>
      </dsp:txBody>
      <dsp:txXfrm>
        <a:off x="356671" y="1004"/>
        <a:ext cx="10635347" cy="8829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F1AAD4-3092-2649-87C8-2A4ABCE6C901}">
      <dsp:nvSpPr>
        <dsp:cNvPr id="0" name=""/>
        <dsp:cNvSpPr/>
      </dsp:nvSpPr>
      <dsp:spPr>
        <a:xfrm>
          <a:off x="442708" y="355"/>
          <a:ext cx="10561880" cy="884084"/>
        </a:xfrm>
        <a:prstGeom prst="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The DevOps Shift</a:t>
          </a:r>
        </a:p>
      </dsp:txBody>
      <dsp:txXfrm>
        <a:off x="442708" y="355"/>
        <a:ext cx="10561880" cy="8840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177DD-ED9D-F44B-A7DC-95D082095501}">
      <dsp:nvSpPr>
        <dsp:cNvPr id="0" name=""/>
        <dsp:cNvSpPr/>
      </dsp:nvSpPr>
      <dsp:spPr>
        <a:xfrm rot="5400000">
          <a:off x="6459525" y="-3434581"/>
          <a:ext cx="1229391" cy="8410557"/>
        </a:xfrm>
        <a:prstGeom prst="round2SameRect">
          <a:avLst/>
        </a:prstGeom>
        <a:solidFill>
          <a:schemeClr val="accent1">
            <a:alpha val="90000"/>
            <a:tint val="40000"/>
            <a:hueOff val="0"/>
            <a:satOff val="0"/>
            <a:lumOff val="0"/>
            <a:alphaOff val="0"/>
          </a:schemeClr>
        </a:solidFill>
        <a:ln w="9525" cap="rnd" cmpd="sng" algn="ctr">
          <a:solidFill>
            <a:schemeClr val="accent1">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6680" tIns="53340" rIns="106680" bIns="5334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Operations side only carries the “pager.”</a:t>
          </a:r>
        </a:p>
        <a:p>
          <a:pPr marL="114300" lvl="1" indent="-114300" algn="l" defTabSz="622300">
            <a:lnSpc>
              <a:spcPct val="90000"/>
            </a:lnSpc>
            <a:spcBef>
              <a:spcPct val="0"/>
            </a:spcBef>
            <a:spcAft>
              <a:spcPct val="15000"/>
            </a:spcAft>
            <a:buChar char="•"/>
          </a:pPr>
          <a:r>
            <a:rPr lang="en-US" sz="1400" kern="1200" dirty="0"/>
            <a:t>If a system went down, the operations manager would take it offline until a developer could fix it.</a:t>
          </a:r>
        </a:p>
      </dsp:txBody>
      <dsp:txXfrm rot="-5400000">
        <a:off x="2868942" y="216016"/>
        <a:ext cx="8350543" cy="1109363"/>
      </dsp:txXfrm>
    </dsp:sp>
    <dsp:sp modelId="{15103D62-4C23-A948-9AE7-DCAE2AFAEF7B}">
      <dsp:nvSpPr>
        <dsp:cNvPr id="0" name=""/>
        <dsp:cNvSpPr/>
      </dsp:nvSpPr>
      <dsp:spPr>
        <a:xfrm>
          <a:off x="1532" y="2328"/>
          <a:ext cx="2867409" cy="1536738"/>
        </a:xfrm>
        <a:prstGeom prst="round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dirty="0"/>
            <a:t>Ops </a:t>
          </a:r>
        </a:p>
        <a:p>
          <a:pPr marL="0" lvl="0" indent="0" algn="ctr" defTabSz="1644650">
            <a:lnSpc>
              <a:spcPct val="90000"/>
            </a:lnSpc>
            <a:spcBef>
              <a:spcPct val="0"/>
            </a:spcBef>
            <a:spcAft>
              <a:spcPct val="35000"/>
            </a:spcAft>
            <a:buNone/>
          </a:pPr>
          <a:r>
            <a:rPr lang="en-US" sz="3700" kern="1200" dirty="0"/>
            <a:t>“Pager”</a:t>
          </a:r>
        </a:p>
      </dsp:txBody>
      <dsp:txXfrm>
        <a:off x="76549" y="77345"/>
        <a:ext cx="2717375" cy="1386704"/>
      </dsp:txXfrm>
    </dsp:sp>
    <dsp:sp modelId="{E04CA268-54D1-7242-A235-205BEB04A6A0}">
      <dsp:nvSpPr>
        <dsp:cNvPr id="0" name=""/>
        <dsp:cNvSpPr/>
      </dsp:nvSpPr>
      <dsp:spPr>
        <a:xfrm rot="5400000">
          <a:off x="6459525" y="-1821005"/>
          <a:ext cx="1229391" cy="8410557"/>
        </a:xfrm>
        <a:prstGeom prst="round2SameRect">
          <a:avLst/>
        </a:prstGeom>
        <a:solidFill>
          <a:schemeClr val="accent1">
            <a:alpha val="90000"/>
            <a:tint val="40000"/>
            <a:hueOff val="0"/>
            <a:satOff val="0"/>
            <a:lumOff val="0"/>
            <a:alphaOff val="0"/>
          </a:schemeClr>
        </a:solidFill>
        <a:ln w="9525" cap="rnd" cmpd="sng" algn="ctr">
          <a:solidFill>
            <a:schemeClr val="accent1">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Speed of delivery is a core value</a:t>
          </a:r>
        </a:p>
        <a:p>
          <a:pPr marL="114300" lvl="1" indent="-114300" algn="l" defTabSz="622300">
            <a:lnSpc>
              <a:spcPct val="90000"/>
            </a:lnSpc>
            <a:spcBef>
              <a:spcPct val="0"/>
            </a:spcBef>
            <a:spcAft>
              <a:spcPct val="15000"/>
            </a:spcAft>
            <a:buChar char="•"/>
          </a:pPr>
          <a:r>
            <a:rPr lang="en-US" sz="1400" kern="1200" dirty="0"/>
            <a:t>Waiting for a developer downtown might be unacceptable, especially in systems that </a:t>
          </a:r>
          <a:r>
            <a:rPr lang="en-US" sz="1400" i="1" kern="1200" dirty="0"/>
            <a:t>need</a:t>
          </a:r>
          <a:r>
            <a:rPr lang="en-US" sz="1400" kern="1200" dirty="0"/>
            <a:t> to be up and running.  </a:t>
          </a:r>
        </a:p>
        <a:p>
          <a:pPr marL="114300" lvl="1" indent="-114300" algn="l" defTabSz="622300">
            <a:lnSpc>
              <a:spcPct val="90000"/>
            </a:lnSpc>
            <a:spcBef>
              <a:spcPct val="0"/>
            </a:spcBef>
            <a:spcAft>
              <a:spcPct val="15000"/>
            </a:spcAft>
            <a:buChar char="•"/>
          </a:pPr>
          <a:r>
            <a:rPr lang="en-US" sz="1400" kern="1200" dirty="0"/>
            <a:t>Imagine a 911 dispatch system going down on a Friday night and having to wait until Business Hours on Monday before even starting on a fix?  HARD PASS.</a:t>
          </a:r>
        </a:p>
      </dsp:txBody>
      <dsp:txXfrm rot="-5400000">
        <a:off x="2868942" y="1829592"/>
        <a:ext cx="8350543" cy="1109363"/>
      </dsp:txXfrm>
    </dsp:sp>
    <dsp:sp modelId="{7B74F4DC-6B77-8348-876B-DA03A98E702D}">
      <dsp:nvSpPr>
        <dsp:cNvPr id="0" name=""/>
        <dsp:cNvSpPr/>
      </dsp:nvSpPr>
      <dsp:spPr>
        <a:xfrm>
          <a:off x="1532" y="1615904"/>
          <a:ext cx="2867409" cy="1536738"/>
        </a:xfrm>
        <a:prstGeom prst="round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dirty="0"/>
            <a:t>The Friction</a:t>
          </a:r>
        </a:p>
      </dsp:txBody>
      <dsp:txXfrm>
        <a:off x="76549" y="1690921"/>
        <a:ext cx="2717375" cy="1386704"/>
      </dsp:txXfrm>
    </dsp:sp>
    <dsp:sp modelId="{CA81E7AA-E0BF-DB42-8F75-F9B4384EB052}">
      <dsp:nvSpPr>
        <dsp:cNvPr id="0" name=""/>
        <dsp:cNvSpPr/>
      </dsp:nvSpPr>
      <dsp:spPr>
        <a:xfrm rot="5400000">
          <a:off x="6459525" y="-207429"/>
          <a:ext cx="1229391" cy="8410557"/>
        </a:xfrm>
        <a:prstGeom prst="round2SameRect">
          <a:avLst/>
        </a:prstGeom>
        <a:solidFill>
          <a:schemeClr val="accent1">
            <a:alpha val="90000"/>
            <a:tint val="40000"/>
            <a:hueOff val="0"/>
            <a:satOff val="0"/>
            <a:lumOff val="0"/>
            <a:alphaOff val="0"/>
          </a:schemeClr>
        </a:solidFill>
        <a:ln w="9525" cap="rnd" cmpd="sng" algn="ctr">
          <a:solidFill>
            <a:schemeClr val="accent1">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Developers AND Operations </a:t>
          </a:r>
          <a:r>
            <a:rPr lang="en-US" sz="1400" i="1" kern="1200" dirty="0"/>
            <a:t>both</a:t>
          </a:r>
          <a:r>
            <a:rPr lang="en-US" sz="1400" i="0" kern="1200" dirty="0"/>
            <a:t> have pagers.</a:t>
          </a:r>
          <a:endParaRPr lang="en-US" sz="1400" kern="1200" dirty="0"/>
        </a:p>
        <a:p>
          <a:pPr marL="114300" lvl="1" indent="-114300" algn="l" defTabSz="622300">
            <a:lnSpc>
              <a:spcPct val="90000"/>
            </a:lnSpc>
            <a:spcBef>
              <a:spcPct val="0"/>
            </a:spcBef>
            <a:spcAft>
              <a:spcPct val="15000"/>
            </a:spcAft>
            <a:buChar char="•"/>
          </a:pPr>
          <a:r>
            <a:rPr lang="en-US" sz="1400" kern="1200" dirty="0"/>
            <a:t>When a System goes down, a developer is notified WITH operations.</a:t>
          </a:r>
        </a:p>
        <a:p>
          <a:pPr marL="114300" lvl="1" indent="-114300" algn="l" defTabSz="622300">
            <a:lnSpc>
              <a:spcPct val="90000"/>
            </a:lnSpc>
            <a:spcBef>
              <a:spcPct val="0"/>
            </a:spcBef>
            <a:spcAft>
              <a:spcPct val="15000"/>
            </a:spcAft>
            <a:buChar char="•"/>
          </a:pPr>
          <a:r>
            <a:rPr lang="en-US" sz="1400" kern="1200" dirty="0"/>
            <a:t>The developer can already be working on the problem, and work with operations on what the best course of action is (is it a 5-minute fix, or does it need the full team?)</a:t>
          </a:r>
        </a:p>
      </dsp:txBody>
      <dsp:txXfrm rot="-5400000">
        <a:off x="2868942" y="3443168"/>
        <a:ext cx="8350543" cy="1109363"/>
      </dsp:txXfrm>
    </dsp:sp>
    <dsp:sp modelId="{D42CD546-9ABF-C740-A2BA-14701B81AE32}">
      <dsp:nvSpPr>
        <dsp:cNvPr id="0" name=""/>
        <dsp:cNvSpPr/>
      </dsp:nvSpPr>
      <dsp:spPr>
        <a:xfrm>
          <a:off x="1532" y="3229479"/>
          <a:ext cx="2867409" cy="1536738"/>
        </a:xfrm>
        <a:prstGeom prst="round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dirty="0"/>
            <a:t>DevOps </a:t>
          </a:r>
        </a:p>
        <a:p>
          <a:pPr marL="0" lvl="0" indent="0" algn="ctr" defTabSz="1644650">
            <a:lnSpc>
              <a:spcPct val="90000"/>
            </a:lnSpc>
            <a:spcBef>
              <a:spcPct val="0"/>
            </a:spcBef>
            <a:spcAft>
              <a:spcPct val="35000"/>
            </a:spcAft>
            <a:buNone/>
          </a:pPr>
          <a:r>
            <a:rPr lang="en-US" sz="3700" kern="1200" dirty="0"/>
            <a:t>“Pager”</a:t>
          </a:r>
        </a:p>
      </dsp:txBody>
      <dsp:txXfrm>
        <a:off x="76549" y="3304496"/>
        <a:ext cx="2717375" cy="13867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F1AAD4-3092-2649-87C8-2A4ABCE6C901}">
      <dsp:nvSpPr>
        <dsp:cNvPr id="0" name=""/>
        <dsp:cNvSpPr/>
      </dsp:nvSpPr>
      <dsp:spPr>
        <a:xfrm>
          <a:off x="442708" y="355"/>
          <a:ext cx="10561880" cy="884084"/>
        </a:xfrm>
        <a:prstGeom prst="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Why it Works</a:t>
          </a:r>
        </a:p>
      </dsp:txBody>
      <dsp:txXfrm>
        <a:off x="442708" y="355"/>
        <a:ext cx="10561880" cy="88408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8618A-0227-8144-AE5C-5728458494D8}">
      <dsp:nvSpPr>
        <dsp:cNvPr id="0" name=""/>
        <dsp:cNvSpPr/>
      </dsp:nvSpPr>
      <dsp:spPr>
        <a:xfrm>
          <a:off x="3525" y="41585"/>
          <a:ext cx="3437189" cy="1118773"/>
        </a:xfrm>
        <a:prstGeom prst="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en-US" sz="3100" kern="1200" dirty="0"/>
            <a:t>Visceral Feedback</a:t>
          </a:r>
        </a:p>
      </dsp:txBody>
      <dsp:txXfrm>
        <a:off x="3525" y="41585"/>
        <a:ext cx="3437189" cy="1118773"/>
      </dsp:txXfrm>
    </dsp:sp>
    <dsp:sp modelId="{560F072D-399E-7145-A1CE-AB98D11DFEA0}">
      <dsp:nvSpPr>
        <dsp:cNvPr id="0" name=""/>
        <dsp:cNvSpPr/>
      </dsp:nvSpPr>
      <dsp:spPr>
        <a:xfrm>
          <a:off x="3525" y="1160358"/>
          <a:ext cx="3437189" cy="3925006"/>
        </a:xfrm>
        <a:prstGeom prst="rect">
          <a:avLst/>
        </a:prstGeom>
        <a:solidFill>
          <a:schemeClr val="accent1">
            <a:alpha val="90000"/>
            <a:tint val="40000"/>
            <a:hueOff val="0"/>
            <a:satOff val="0"/>
            <a:lumOff val="0"/>
            <a:alphaOff val="0"/>
          </a:schemeClr>
        </a:solidFill>
        <a:ln w="9525" cap="rnd" cmpd="sng" algn="ctr">
          <a:solidFill>
            <a:schemeClr val="accent1">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a:lnSpc>
              <a:spcPct val="90000"/>
            </a:lnSpc>
            <a:spcBef>
              <a:spcPct val="0"/>
            </a:spcBef>
            <a:spcAft>
              <a:spcPct val="15000"/>
            </a:spcAft>
            <a:buChar char="•"/>
          </a:pPr>
          <a:r>
            <a:rPr lang="en-US" sz="3100" kern="1200" dirty="0"/>
            <a:t>Developers get more direct feedback about the issue, making it easier to get to the root cause.</a:t>
          </a:r>
        </a:p>
      </dsp:txBody>
      <dsp:txXfrm>
        <a:off x="3525" y="1160358"/>
        <a:ext cx="3437189" cy="3925006"/>
      </dsp:txXfrm>
    </dsp:sp>
    <dsp:sp modelId="{51C6602E-2486-5643-8956-24EBE543C284}">
      <dsp:nvSpPr>
        <dsp:cNvPr id="0" name=""/>
        <dsp:cNvSpPr/>
      </dsp:nvSpPr>
      <dsp:spPr>
        <a:xfrm>
          <a:off x="3921921" y="41585"/>
          <a:ext cx="3437189" cy="1118773"/>
        </a:xfrm>
        <a:prstGeom prst="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en-US" sz="3100" kern="1200" dirty="0"/>
            <a:t>More Developer Buy In</a:t>
          </a:r>
        </a:p>
      </dsp:txBody>
      <dsp:txXfrm>
        <a:off x="3921921" y="41585"/>
        <a:ext cx="3437189" cy="1118773"/>
      </dsp:txXfrm>
    </dsp:sp>
    <dsp:sp modelId="{85674E27-3FD8-4145-90E7-AE7A2DCB54DC}">
      <dsp:nvSpPr>
        <dsp:cNvPr id="0" name=""/>
        <dsp:cNvSpPr/>
      </dsp:nvSpPr>
      <dsp:spPr>
        <a:xfrm>
          <a:off x="3921921" y="1160358"/>
          <a:ext cx="3437189" cy="3925006"/>
        </a:xfrm>
        <a:prstGeom prst="rect">
          <a:avLst/>
        </a:prstGeom>
        <a:solidFill>
          <a:schemeClr val="accent1">
            <a:alpha val="90000"/>
            <a:tint val="40000"/>
            <a:hueOff val="0"/>
            <a:satOff val="0"/>
            <a:lumOff val="0"/>
            <a:alphaOff val="0"/>
          </a:schemeClr>
        </a:solidFill>
        <a:ln w="9525" cap="rnd" cmpd="sng" algn="ctr">
          <a:solidFill>
            <a:schemeClr val="accent1">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a:lnSpc>
              <a:spcPct val="90000"/>
            </a:lnSpc>
            <a:spcBef>
              <a:spcPct val="0"/>
            </a:spcBef>
            <a:spcAft>
              <a:spcPct val="15000"/>
            </a:spcAft>
            <a:buChar char="•"/>
          </a:pPr>
          <a:r>
            <a:rPr lang="en-US" sz="3100" kern="1200" dirty="0"/>
            <a:t>If a developer is “on the hook” for a 2AM phone call, they tend to care more about the quality of their commits.</a:t>
          </a:r>
        </a:p>
      </dsp:txBody>
      <dsp:txXfrm>
        <a:off x="3921921" y="1160358"/>
        <a:ext cx="3437189" cy="3925006"/>
      </dsp:txXfrm>
    </dsp:sp>
    <dsp:sp modelId="{BF92AE71-8F35-7946-ACB9-E43840E94A58}">
      <dsp:nvSpPr>
        <dsp:cNvPr id="0" name=""/>
        <dsp:cNvSpPr/>
      </dsp:nvSpPr>
      <dsp:spPr>
        <a:xfrm>
          <a:off x="7840317" y="41585"/>
          <a:ext cx="3437189" cy="1118773"/>
        </a:xfrm>
        <a:prstGeom prst="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en-US" sz="3100" kern="1200" dirty="0"/>
            <a:t>Faster Fixing</a:t>
          </a:r>
        </a:p>
      </dsp:txBody>
      <dsp:txXfrm>
        <a:off x="7840317" y="41585"/>
        <a:ext cx="3437189" cy="1118773"/>
      </dsp:txXfrm>
    </dsp:sp>
    <dsp:sp modelId="{B8F89BCE-2C8F-DF4B-B8A7-20594577CE59}">
      <dsp:nvSpPr>
        <dsp:cNvPr id="0" name=""/>
        <dsp:cNvSpPr/>
      </dsp:nvSpPr>
      <dsp:spPr>
        <a:xfrm>
          <a:off x="7840317" y="1160358"/>
          <a:ext cx="3437189" cy="3925006"/>
        </a:xfrm>
        <a:prstGeom prst="rect">
          <a:avLst/>
        </a:prstGeom>
        <a:solidFill>
          <a:schemeClr val="accent1">
            <a:alpha val="90000"/>
            <a:tint val="40000"/>
            <a:hueOff val="0"/>
            <a:satOff val="0"/>
            <a:lumOff val="0"/>
            <a:alphaOff val="0"/>
          </a:schemeClr>
        </a:solidFill>
        <a:ln w="9525" cap="rnd" cmpd="sng" algn="ctr">
          <a:solidFill>
            <a:schemeClr val="accent1">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a:lnSpc>
              <a:spcPct val="90000"/>
            </a:lnSpc>
            <a:spcBef>
              <a:spcPct val="0"/>
            </a:spcBef>
            <a:spcAft>
              <a:spcPct val="15000"/>
            </a:spcAft>
            <a:buChar char="•"/>
          </a:pPr>
          <a:r>
            <a:rPr lang="en-US" sz="3100" kern="1200" dirty="0"/>
            <a:t>Ops doesn’t need to “wake up the dev” at 2AM for a critical fix (like 911 going down).  They’re already on it.</a:t>
          </a:r>
        </a:p>
      </dsp:txBody>
      <dsp:txXfrm>
        <a:off x="7840317" y="1160358"/>
        <a:ext cx="3437189" cy="392500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F1AAD4-3092-2649-87C8-2A4ABCE6C901}">
      <dsp:nvSpPr>
        <dsp:cNvPr id="0" name=""/>
        <dsp:cNvSpPr/>
      </dsp:nvSpPr>
      <dsp:spPr>
        <a:xfrm>
          <a:off x="442708" y="355"/>
          <a:ext cx="10561880" cy="884084"/>
        </a:xfrm>
        <a:prstGeom prst="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Structuring a Rotation</a:t>
          </a:r>
        </a:p>
      </dsp:txBody>
      <dsp:txXfrm>
        <a:off x="442708" y="355"/>
        <a:ext cx="10561880" cy="88408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E6160-DBE7-5446-A1E3-6069A1430889}">
      <dsp:nvSpPr>
        <dsp:cNvPr id="0" name=""/>
        <dsp:cNvSpPr/>
      </dsp:nvSpPr>
      <dsp:spPr>
        <a:xfrm rot="5400000">
          <a:off x="282665" y="1642213"/>
          <a:ext cx="1041584" cy="1185807"/>
        </a:xfrm>
        <a:prstGeom prst="bentUpArrow">
          <a:avLst>
            <a:gd name="adj1" fmla="val 32840"/>
            <a:gd name="adj2" fmla="val 25000"/>
            <a:gd name="adj3" fmla="val 35780"/>
          </a:avLst>
        </a:prstGeom>
        <a:gradFill rotWithShape="0">
          <a:gsLst>
            <a:gs pos="0">
              <a:schemeClr val="accent1">
                <a:tint val="50000"/>
                <a:hueOff val="0"/>
                <a:satOff val="0"/>
                <a:lumOff val="0"/>
                <a:alphaOff val="0"/>
                <a:tint val="98000"/>
                <a:lumMod val="100000"/>
              </a:schemeClr>
            </a:gs>
            <a:gs pos="100000">
              <a:schemeClr val="accent1">
                <a:tint val="50000"/>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flat" dir="t"/>
        </a:scene3d>
        <a:sp3d prstMaterial="plastic">
          <a:bevelT w="88900" h="88900"/>
          <a:bevelB w="88900" h="31750" prst="angle"/>
        </a:sp3d>
      </dsp:spPr>
      <dsp:style>
        <a:lnRef idx="0">
          <a:scrgbClr r="0" g="0" b="0"/>
        </a:lnRef>
        <a:fillRef idx="3">
          <a:scrgbClr r="0" g="0" b="0"/>
        </a:fillRef>
        <a:effectRef idx="2">
          <a:scrgbClr r="0" g="0" b="0"/>
        </a:effectRef>
        <a:fontRef idx="minor"/>
      </dsp:style>
    </dsp:sp>
    <dsp:sp modelId="{1B9C3BF2-798B-984A-A722-0D50A2159DE2}">
      <dsp:nvSpPr>
        <dsp:cNvPr id="0" name=""/>
        <dsp:cNvSpPr/>
      </dsp:nvSpPr>
      <dsp:spPr>
        <a:xfrm>
          <a:off x="6709" y="487595"/>
          <a:ext cx="1753415" cy="1227334"/>
        </a:xfrm>
        <a:prstGeom prst="roundRect">
          <a:avLst>
            <a:gd name="adj" fmla="val 16670"/>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First Call</a:t>
          </a:r>
        </a:p>
      </dsp:txBody>
      <dsp:txXfrm>
        <a:off x="66633" y="547519"/>
        <a:ext cx="1633567" cy="1107486"/>
      </dsp:txXfrm>
    </dsp:sp>
    <dsp:sp modelId="{FF2CDC32-13EF-3241-B274-A658014F714C}">
      <dsp:nvSpPr>
        <dsp:cNvPr id="0" name=""/>
        <dsp:cNvSpPr/>
      </dsp:nvSpPr>
      <dsp:spPr>
        <a:xfrm>
          <a:off x="1747856" y="567510"/>
          <a:ext cx="3148635" cy="99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“Primary Page” Developer</a:t>
          </a:r>
        </a:p>
        <a:p>
          <a:pPr marL="171450" lvl="1" indent="-171450" algn="l" defTabSz="800100">
            <a:lnSpc>
              <a:spcPct val="90000"/>
            </a:lnSpc>
            <a:spcBef>
              <a:spcPct val="0"/>
            </a:spcBef>
            <a:spcAft>
              <a:spcPct val="15000"/>
            </a:spcAft>
            <a:buChar char="•"/>
          </a:pPr>
          <a:r>
            <a:rPr lang="en-US" sz="1800" kern="1200" dirty="0"/>
            <a:t>Time limit to respond</a:t>
          </a:r>
        </a:p>
      </dsp:txBody>
      <dsp:txXfrm>
        <a:off x="1747856" y="567510"/>
        <a:ext cx="3148635" cy="991985"/>
      </dsp:txXfrm>
    </dsp:sp>
    <dsp:sp modelId="{2EE956B3-0B40-F04D-B305-76E8AAF8DE22}">
      <dsp:nvSpPr>
        <dsp:cNvPr id="0" name=""/>
        <dsp:cNvSpPr/>
      </dsp:nvSpPr>
      <dsp:spPr>
        <a:xfrm rot="5400000">
          <a:off x="1878597" y="3033299"/>
          <a:ext cx="1041584" cy="1185807"/>
        </a:xfrm>
        <a:prstGeom prst="bentUpArrow">
          <a:avLst>
            <a:gd name="adj1" fmla="val 32840"/>
            <a:gd name="adj2" fmla="val 25000"/>
            <a:gd name="adj3" fmla="val 35780"/>
          </a:avLst>
        </a:prstGeom>
        <a:gradFill rotWithShape="0">
          <a:gsLst>
            <a:gs pos="0">
              <a:schemeClr val="accent1">
                <a:tint val="50000"/>
                <a:hueOff val="0"/>
                <a:satOff val="0"/>
                <a:lumOff val="0"/>
                <a:alphaOff val="0"/>
                <a:tint val="98000"/>
                <a:lumMod val="100000"/>
              </a:schemeClr>
            </a:gs>
            <a:gs pos="100000">
              <a:schemeClr val="accent1">
                <a:tint val="50000"/>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flat" dir="t"/>
        </a:scene3d>
        <a:sp3d prstMaterial="plastic">
          <a:bevelT w="88900" h="88900"/>
          <a:bevelB w="88900" h="31750" prst="angle"/>
        </a:sp3d>
      </dsp:spPr>
      <dsp:style>
        <a:lnRef idx="0">
          <a:scrgbClr r="0" g="0" b="0"/>
        </a:lnRef>
        <a:fillRef idx="3">
          <a:scrgbClr r="0" g="0" b="0"/>
        </a:fillRef>
        <a:effectRef idx="2">
          <a:scrgbClr r="0" g="0" b="0"/>
        </a:effectRef>
        <a:fontRef idx="minor"/>
      </dsp:style>
    </dsp:sp>
    <dsp:sp modelId="{FBB21F08-F401-9441-BFCD-841886A74663}">
      <dsp:nvSpPr>
        <dsp:cNvPr id="0" name=""/>
        <dsp:cNvSpPr/>
      </dsp:nvSpPr>
      <dsp:spPr>
        <a:xfrm>
          <a:off x="1390145" y="1891935"/>
          <a:ext cx="1753415" cy="1227334"/>
        </a:xfrm>
        <a:prstGeom prst="roundRect">
          <a:avLst>
            <a:gd name="adj" fmla="val 16670"/>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Second Call</a:t>
          </a:r>
        </a:p>
      </dsp:txBody>
      <dsp:txXfrm>
        <a:off x="1450069" y="1951859"/>
        <a:ext cx="1633567" cy="1107486"/>
      </dsp:txXfrm>
    </dsp:sp>
    <dsp:sp modelId="{4F33634B-578A-C641-A971-7FC4DCA3C573}">
      <dsp:nvSpPr>
        <dsp:cNvPr id="0" name=""/>
        <dsp:cNvSpPr/>
      </dsp:nvSpPr>
      <dsp:spPr>
        <a:xfrm>
          <a:off x="3177675" y="2032871"/>
          <a:ext cx="3088749" cy="99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First Caller can’t or doesn’t answer.</a:t>
          </a:r>
        </a:p>
        <a:p>
          <a:pPr marL="114300" lvl="1" indent="-114300" algn="l" defTabSz="622300">
            <a:lnSpc>
              <a:spcPct val="90000"/>
            </a:lnSpc>
            <a:spcBef>
              <a:spcPct val="0"/>
            </a:spcBef>
            <a:spcAft>
              <a:spcPct val="15000"/>
            </a:spcAft>
            <a:buChar char="•"/>
          </a:pPr>
          <a:r>
            <a:rPr lang="en-US" sz="1400" kern="1200" dirty="0"/>
            <a:t>Sometimes the first caller is already on a call.</a:t>
          </a:r>
        </a:p>
        <a:p>
          <a:pPr marL="114300" lvl="1" indent="-114300" algn="l" defTabSz="622300">
            <a:lnSpc>
              <a:spcPct val="90000"/>
            </a:lnSpc>
            <a:spcBef>
              <a:spcPct val="0"/>
            </a:spcBef>
            <a:spcAft>
              <a:spcPct val="15000"/>
            </a:spcAft>
            <a:buChar char="•"/>
          </a:pPr>
          <a:r>
            <a:rPr lang="en-US" sz="1400" kern="1200" dirty="0"/>
            <a:t>Call the “Backup Page”</a:t>
          </a:r>
        </a:p>
      </dsp:txBody>
      <dsp:txXfrm>
        <a:off x="3177675" y="2032871"/>
        <a:ext cx="3088749" cy="991985"/>
      </dsp:txXfrm>
    </dsp:sp>
    <dsp:sp modelId="{39503365-A133-0140-89FF-904E65DD2A08}">
      <dsp:nvSpPr>
        <dsp:cNvPr id="0" name=""/>
        <dsp:cNvSpPr/>
      </dsp:nvSpPr>
      <dsp:spPr>
        <a:xfrm>
          <a:off x="2984025" y="3305640"/>
          <a:ext cx="1753415" cy="1227334"/>
        </a:xfrm>
        <a:prstGeom prst="roundRect">
          <a:avLst>
            <a:gd name="adj" fmla="val 16670"/>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Third Call</a:t>
          </a:r>
        </a:p>
      </dsp:txBody>
      <dsp:txXfrm>
        <a:off x="3043949" y="3365564"/>
        <a:ext cx="1633567" cy="1107486"/>
      </dsp:txXfrm>
    </dsp:sp>
    <dsp:sp modelId="{E0FB41A9-E5A9-6945-A1D6-A50521DAEA3D}">
      <dsp:nvSpPr>
        <dsp:cNvPr id="0" name=""/>
        <dsp:cNvSpPr/>
      </dsp:nvSpPr>
      <dsp:spPr>
        <a:xfrm>
          <a:off x="4756100" y="3362052"/>
          <a:ext cx="2896821" cy="99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Depending on the system.</a:t>
          </a:r>
        </a:p>
        <a:p>
          <a:pPr marL="171450" lvl="1" indent="-171450" algn="l" defTabSz="800100">
            <a:lnSpc>
              <a:spcPct val="90000"/>
            </a:lnSpc>
            <a:spcBef>
              <a:spcPct val="0"/>
            </a:spcBef>
            <a:spcAft>
              <a:spcPct val="15000"/>
            </a:spcAft>
            <a:buChar char="•"/>
          </a:pPr>
          <a:r>
            <a:rPr lang="en-US" sz="1800" kern="1200" dirty="0"/>
            <a:t>Could be Development Manager or Operations.</a:t>
          </a:r>
        </a:p>
      </dsp:txBody>
      <dsp:txXfrm>
        <a:off x="4756100" y="3362052"/>
        <a:ext cx="2896821" cy="99198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6A253D-657C-E044-A34B-03B6781E8C4A}">
      <dsp:nvSpPr>
        <dsp:cNvPr id="0" name=""/>
        <dsp:cNvSpPr/>
      </dsp:nvSpPr>
      <dsp:spPr>
        <a:xfrm>
          <a:off x="0" y="371668"/>
          <a:ext cx="3731491" cy="121275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9605" tIns="291592" rIns="28960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The frequency of the rotation is called the Cadence.</a:t>
          </a:r>
        </a:p>
        <a:p>
          <a:pPr marL="114300" lvl="1" indent="-114300" algn="l" defTabSz="622300">
            <a:lnSpc>
              <a:spcPct val="90000"/>
            </a:lnSpc>
            <a:spcBef>
              <a:spcPct val="0"/>
            </a:spcBef>
            <a:spcAft>
              <a:spcPct val="15000"/>
            </a:spcAft>
            <a:buChar char="•"/>
          </a:pPr>
          <a:r>
            <a:rPr lang="en-US" sz="1400" kern="1200" dirty="0"/>
            <a:t>C an be daily, weekly or something between.</a:t>
          </a:r>
        </a:p>
      </dsp:txBody>
      <dsp:txXfrm>
        <a:off x="0" y="371668"/>
        <a:ext cx="3731491" cy="1212750"/>
      </dsp:txXfrm>
    </dsp:sp>
    <dsp:sp modelId="{E7807523-80DE-0046-B99A-56FDBDE35CE3}">
      <dsp:nvSpPr>
        <dsp:cNvPr id="0" name=""/>
        <dsp:cNvSpPr/>
      </dsp:nvSpPr>
      <dsp:spPr>
        <a:xfrm>
          <a:off x="234781" y="141422"/>
          <a:ext cx="2612043" cy="4132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8729" tIns="0" rIns="98729" bIns="0" numCol="1" spcCol="1270" anchor="ctr" anchorCtr="0">
          <a:noAutofit/>
        </a:bodyPr>
        <a:lstStyle/>
        <a:p>
          <a:pPr marL="0" lvl="0" indent="0" algn="l" defTabSz="622300">
            <a:lnSpc>
              <a:spcPct val="90000"/>
            </a:lnSpc>
            <a:spcBef>
              <a:spcPct val="0"/>
            </a:spcBef>
            <a:spcAft>
              <a:spcPct val="35000"/>
            </a:spcAft>
            <a:buNone/>
          </a:pPr>
          <a:r>
            <a:rPr lang="en-US" sz="1400" kern="1200" dirty="0"/>
            <a:t>Cadence</a:t>
          </a:r>
        </a:p>
      </dsp:txBody>
      <dsp:txXfrm>
        <a:off x="254956" y="161597"/>
        <a:ext cx="2571693" cy="372930"/>
      </dsp:txXfrm>
    </dsp:sp>
    <dsp:sp modelId="{46A53B50-9F81-0843-BAFE-7B5ACA7A5ECB}">
      <dsp:nvSpPr>
        <dsp:cNvPr id="0" name=""/>
        <dsp:cNvSpPr/>
      </dsp:nvSpPr>
      <dsp:spPr>
        <a:xfrm>
          <a:off x="0" y="1866659"/>
          <a:ext cx="3731491" cy="10143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9605" tIns="291592" rIns="28960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Engineers cycle through a fixed rotation.  </a:t>
          </a:r>
        </a:p>
        <a:p>
          <a:pPr marL="114300" lvl="1" indent="-114300" algn="l" defTabSz="622300">
            <a:lnSpc>
              <a:spcPct val="90000"/>
            </a:lnSpc>
            <a:spcBef>
              <a:spcPct val="0"/>
            </a:spcBef>
            <a:spcAft>
              <a:spcPct val="15000"/>
            </a:spcAft>
            <a:buChar char="•"/>
          </a:pPr>
          <a:r>
            <a:rPr lang="en-US" sz="1400" kern="1200" dirty="0"/>
            <a:t>This spreads the responsibility and builds experience across the team.</a:t>
          </a:r>
        </a:p>
      </dsp:txBody>
      <dsp:txXfrm>
        <a:off x="0" y="1866659"/>
        <a:ext cx="3731491" cy="1014300"/>
      </dsp:txXfrm>
    </dsp:sp>
    <dsp:sp modelId="{0D33BABF-FF1D-8048-AE00-273E121310B3}">
      <dsp:nvSpPr>
        <dsp:cNvPr id="0" name=""/>
        <dsp:cNvSpPr/>
      </dsp:nvSpPr>
      <dsp:spPr>
        <a:xfrm>
          <a:off x="186574" y="1660019"/>
          <a:ext cx="2612043" cy="4132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8729" tIns="0" rIns="98729" bIns="0" numCol="1" spcCol="1270" anchor="ctr" anchorCtr="0">
          <a:noAutofit/>
        </a:bodyPr>
        <a:lstStyle/>
        <a:p>
          <a:pPr marL="0" lvl="0" indent="0" algn="l" defTabSz="622300">
            <a:lnSpc>
              <a:spcPct val="90000"/>
            </a:lnSpc>
            <a:spcBef>
              <a:spcPct val="0"/>
            </a:spcBef>
            <a:spcAft>
              <a:spcPct val="35000"/>
            </a:spcAft>
            <a:buNone/>
          </a:pPr>
          <a:r>
            <a:rPr lang="en-US" sz="1400" kern="1200" dirty="0"/>
            <a:t>Round Robin</a:t>
          </a:r>
        </a:p>
      </dsp:txBody>
      <dsp:txXfrm>
        <a:off x="206749" y="1680194"/>
        <a:ext cx="2571693" cy="372930"/>
      </dsp:txXfrm>
    </dsp:sp>
    <dsp:sp modelId="{90D9AF5A-C001-AB41-A488-C6FEA62F4B78}">
      <dsp:nvSpPr>
        <dsp:cNvPr id="0" name=""/>
        <dsp:cNvSpPr/>
      </dsp:nvSpPr>
      <dsp:spPr>
        <a:xfrm>
          <a:off x="0" y="3163199"/>
          <a:ext cx="3731491" cy="16317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9605" tIns="291592" rIns="28960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Newer Developers will often "shadow" call the more experienced </a:t>
          </a:r>
          <a:r>
            <a:rPr lang="en-US" sz="1400" kern="1200" dirty="0" err="1"/>
            <a:t>devs</a:t>
          </a:r>
          <a:r>
            <a:rPr lang="en-US" sz="1400" kern="1200" dirty="0"/>
            <a:t> so they are not on call alone.  </a:t>
          </a:r>
        </a:p>
        <a:p>
          <a:pPr marL="114300" lvl="1" indent="-114300" algn="l" defTabSz="622300">
            <a:lnSpc>
              <a:spcPct val="90000"/>
            </a:lnSpc>
            <a:spcBef>
              <a:spcPct val="0"/>
            </a:spcBef>
            <a:spcAft>
              <a:spcPct val="15000"/>
            </a:spcAft>
            <a:buChar char="•"/>
          </a:pPr>
          <a:r>
            <a:rPr lang="en-US" sz="1400" kern="1200" dirty="0"/>
            <a:t>They respond to calls and see how to handle them before being left on their own.</a:t>
          </a:r>
        </a:p>
      </dsp:txBody>
      <dsp:txXfrm>
        <a:off x="0" y="3163199"/>
        <a:ext cx="3731491" cy="1631700"/>
      </dsp:txXfrm>
    </dsp:sp>
    <dsp:sp modelId="{968293D4-4A4F-3148-B318-C13D5A66EB80}">
      <dsp:nvSpPr>
        <dsp:cNvPr id="0" name=""/>
        <dsp:cNvSpPr/>
      </dsp:nvSpPr>
      <dsp:spPr>
        <a:xfrm>
          <a:off x="186574" y="2956559"/>
          <a:ext cx="2612043" cy="4132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8729" tIns="0" rIns="98729" bIns="0" numCol="1" spcCol="1270" anchor="ctr" anchorCtr="0">
          <a:noAutofit/>
        </a:bodyPr>
        <a:lstStyle/>
        <a:p>
          <a:pPr marL="0" lvl="0" indent="0" algn="l" defTabSz="622300">
            <a:lnSpc>
              <a:spcPct val="90000"/>
            </a:lnSpc>
            <a:spcBef>
              <a:spcPct val="0"/>
            </a:spcBef>
            <a:spcAft>
              <a:spcPct val="35000"/>
            </a:spcAft>
            <a:buNone/>
          </a:pPr>
          <a:r>
            <a:rPr lang="en-US" sz="1400" kern="1200" dirty="0"/>
            <a:t>Shadow Rotations</a:t>
          </a:r>
        </a:p>
      </dsp:txBody>
      <dsp:txXfrm>
        <a:off x="206749" y="2976734"/>
        <a:ext cx="2571693" cy="37293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F1AAD4-3092-2649-87C8-2A4ABCE6C901}">
      <dsp:nvSpPr>
        <dsp:cNvPr id="0" name=""/>
        <dsp:cNvSpPr/>
      </dsp:nvSpPr>
      <dsp:spPr>
        <a:xfrm>
          <a:off x="442708" y="355"/>
          <a:ext cx="10561880" cy="884084"/>
        </a:xfrm>
        <a:prstGeom prst="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Setting Healthy Limits</a:t>
          </a:r>
        </a:p>
      </dsp:txBody>
      <dsp:txXfrm>
        <a:off x="442708" y="355"/>
        <a:ext cx="10561880" cy="88408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6816B8-5F99-7F49-99E2-D2FB380A3A22}">
      <dsp:nvSpPr>
        <dsp:cNvPr id="0" name=""/>
        <dsp:cNvSpPr/>
      </dsp:nvSpPr>
      <dsp:spPr>
        <a:xfrm>
          <a:off x="582851" y="3325"/>
          <a:ext cx="4867352" cy="2283747"/>
        </a:xfrm>
        <a:prstGeom prst="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Time Spent on call should be accounted for, not just time WORKED on call</a:t>
          </a:r>
        </a:p>
      </dsp:txBody>
      <dsp:txXfrm>
        <a:off x="582851" y="3325"/>
        <a:ext cx="4867352" cy="2283747"/>
      </dsp:txXfrm>
    </dsp:sp>
    <dsp:sp modelId="{EDBC4724-DA2D-E44A-B3CE-292F799DF4D6}">
      <dsp:nvSpPr>
        <dsp:cNvPr id="0" name=""/>
        <dsp:cNvSpPr/>
      </dsp:nvSpPr>
      <dsp:spPr>
        <a:xfrm>
          <a:off x="5830828" y="3325"/>
          <a:ext cx="4867352" cy="2283747"/>
        </a:xfrm>
        <a:prstGeom prst="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Google’s SRE has a guideline that you should spend 50% of time on regular operations</a:t>
          </a:r>
        </a:p>
      </dsp:txBody>
      <dsp:txXfrm>
        <a:off x="5830828" y="3325"/>
        <a:ext cx="4867352" cy="2283747"/>
      </dsp:txXfrm>
    </dsp:sp>
    <dsp:sp modelId="{78B5DAE3-F3FF-C24E-9D71-45A406C86062}">
      <dsp:nvSpPr>
        <dsp:cNvPr id="0" name=""/>
        <dsp:cNvSpPr/>
      </dsp:nvSpPr>
      <dsp:spPr>
        <a:xfrm>
          <a:off x="582851" y="2667698"/>
          <a:ext cx="4867352" cy="2283747"/>
        </a:xfrm>
        <a:prstGeom prst="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Google also says you should only take 2 incidents per on call shift.</a:t>
          </a:r>
          <a:endParaRPr lang="en-US" sz="3200" kern="1200" dirty="0"/>
        </a:p>
      </dsp:txBody>
      <dsp:txXfrm>
        <a:off x="582851" y="2667698"/>
        <a:ext cx="4867352" cy="2283747"/>
      </dsp:txXfrm>
    </dsp:sp>
    <dsp:sp modelId="{3E2D6119-0EFE-324A-82F3-2F8946E13202}">
      <dsp:nvSpPr>
        <dsp:cNvPr id="0" name=""/>
        <dsp:cNvSpPr/>
      </dsp:nvSpPr>
      <dsp:spPr>
        <a:xfrm>
          <a:off x="5830828" y="2667698"/>
          <a:ext cx="4867352" cy="2283747"/>
        </a:xfrm>
        <a:prstGeom prst="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If these limits are exceeded, it means you need more resources to lighten the “load per developer.”</a:t>
          </a:r>
          <a:endParaRPr lang="en-US" sz="3200" kern="1200" dirty="0"/>
        </a:p>
      </dsp:txBody>
      <dsp:txXfrm>
        <a:off x="5830828" y="2667698"/>
        <a:ext cx="4867352" cy="228374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F1AAD4-3092-2649-87C8-2A4ABCE6C901}">
      <dsp:nvSpPr>
        <dsp:cNvPr id="0" name=""/>
        <dsp:cNvSpPr/>
      </dsp:nvSpPr>
      <dsp:spPr>
        <a:xfrm>
          <a:off x="442708" y="355"/>
          <a:ext cx="10561880" cy="884084"/>
        </a:xfrm>
        <a:prstGeom prst="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Risks to Avoid and Mitigate</a:t>
          </a:r>
        </a:p>
      </dsp:txBody>
      <dsp:txXfrm>
        <a:off x="442708" y="355"/>
        <a:ext cx="10561880" cy="88408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650163-C685-704C-9503-67754ECE960F}">
      <dsp:nvSpPr>
        <dsp:cNvPr id="0" name=""/>
        <dsp:cNvSpPr/>
      </dsp:nvSpPr>
      <dsp:spPr>
        <a:xfrm>
          <a:off x="3525" y="162522"/>
          <a:ext cx="3437189" cy="662400"/>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a:t>Burnout</a:t>
          </a:r>
        </a:p>
      </dsp:txBody>
      <dsp:txXfrm>
        <a:off x="3525" y="162522"/>
        <a:ext cx="3437189" cy="662400"/>
      </dsp:txXfrm>
    </dsp:sp>
    <dsp:sp modelId="{0113F3C1-D341-554B-8809-A63BBB584865}">
      <dsp:nvSpPr>
        <dsp:cNvPr id="0" name=""/>
        <dsp:cNvSpPr/>
      </dsp:nvSpPr>
      <dsp:spPr>
        <a:xfrm>
          <a:off x="3525" y="824922"/>
          <a:ext cx="3437189" cy="3616451"/>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65% of engineers report burnout - citing on-call stress as a major contributor.</a:t>
          </a:r>
        </a:p>
        <a:p>
          <a:pPr marL="228600" lvl="1" indent="-228600" algn="l" defTabSz="1022350">
            <a:lnSpc>
              <a:spcPct val="90000"/>
            </a:lnSpc>
            <a:spcBef>
              <a:spcPct val="0"/>
            </a:spcBef>
            <a:spcAft>
              <a:spcPct val="15000"/>
            </a:spcAft>
            <a:buChar char="•"/>
          </a:pPr>
          <a:r>
            <a:rPr lang="en-US" sz="2300" kern="1200" dirty="0"/>
            <a:t>On-call engineers lose 30-40% of their bandwidth during a shift to incident response.</a:t>
          </a:r>
        </a:p>
      </dsp:txBody>
      <dsp:txXfrm>
        <a:off x="3525" y="824922"/>
        <a:ext cx="3437189" cy="3616451"/>
      </dsp:txXfrm>
    </dsp:sp>
    <dsp:sp modelId="{138F0E8A-D44D-D449-97CE-AA8244737E35}">
      <dsp:nvSpPr>
        <dsp:cNvPr id="0" name=""/>
        <dsp:cNvSpPr/>
      </dsp:nvSpPr>
      <dsp:spPr>
        <a:xfrm>
          <a:off x="3921920" y="162522"/>
          <a:ext cx="3437189" cy="662400"/>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a:t>Alert Fatigue / Noise</a:t>
          </a:r>
        </a:p>
      </dsp:txBody>
      <dsp:txXfrm>
        <a:off x="3921920" y="162522"/>
        <a:ext cx="3437189" cy="662400"/>
      </dsp:txXfrm>
    </dsp:sp>
    <dsp:sp modelId="{E20834E6-701B-244D-81DA-E3E4E1AA2AD4}">
      <dsp:nvSpPr>
        <dsp:cNvPr id="0" name=""/>
        <dsp:cNvSpPr/>
      </dsp:nvSpPr>
      <dsp:spPr>
        <a:xfrm>
          <a:off x="3921920" y="824922"/>
          <a:ext cx="3437189" cy="3616451"/>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Sometimes being paged for things that are not "emergencies" (i.e., a vending machine is broken) caused them to ignore pages that matter (i.e., the 911 system is down).</a:t>
          </a:r>
        </a:p>
      </dsp:txBody>
      <dsp:txXfrm>
        <a:off x="3921920" y="824922"/>
        <a:ext cx="3437189" cy="3616451"/>
      </dsp:txXfrm>
    </dsp:sp>
    <dsp:sp modelId="{A7D658A7-182B-814B-8CE7-FC1321FEC4AD}">
      <dsp:nvSpPr>
        <dsp:cNvPr id="0" name=""/>
        <dsp:cNvSpPr/>
      </dsp:nvSpPr>
      <dsp:spPr>
        <a:xfrm>
          <a:off x="7840316" y="162522"/>
          <a:ext cx="3437189" cy="662400"/>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a:t>Knowledge Concentration</a:t>
          </a:r>
        </a:p>
      </dsp:txBody>
      <dsp:txXfrm>
        <a:off x="7840316" y="162522"/>
        <a:ext cx="3437189" cy="662400"/>
      </dsp:txXfrm>
    </dsp:sp>
    <dsp:sp modelId="{7375FC17-B79A-9743-9442-E3D4A17AE3F7}">
      <dsp:nvSpPr>
        <dsp:cNvPr id="0" name=""/>
        <dsp:cNvSpPr/>
      </dsp:nvSpPr>
      <dsp:spPr>
        <a:xfrm>
          <a:off x="7840316" y="824922"/>
          <a:ext cx="3437189" cy="3616451"/>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If the response is handled mostly by senior engineers, juniors don’t gain experience.</a:t>
          </a:r>
        </a:p>
        <a:p>
          <a:pPr marL="228600" lvl="1" indent="-228600" algn="l" defTabSz="1022350">
            <a:lnSpc>
              <a:spcPct val="90000"/>
            </a:lnSpc>
            <a:spcBef>
              <a:spcPct val="0"/>
            </a:spcBef>
            <a:spcAft>
              <a:spcPct val="15000"/>
            </a:spcAft>
            <a:buChar char="•"/>
          </a:pPr>
          <a:r>
            <a:rPr lang="en-US" sz="2300" kern="1200" dirty="0"/>
            <a:t>Sometimes, seniors handle the problems because “they built the system anyway.” That robs juniors of the chance to learn.</a:t>
          </a:r>
        </a:p>
      </dsp:txBody>
      <dsp:txXfrm>
        <a:off x="7840316" y="824922"/>
        <a:ext cx="3437189" cy="361645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F1AAD4-3092-2649-87C8-2A4ABCE6C901}">
      <dsp:nvSpPr>
        <dsp:cNvPr id="0" name=""/>
        <dsp:cNvSpPr/>
      </dsp:nvSpPr>
      <dsp:spPr>
        <a:xfrm>
          <a:off x="442708" y="355"/>
          <a:ext cx="10561880" cy="884084"/>
        </a:xfrm>
        <a:prstGeom prst="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Mitigation Practices</a:t>
          </a:r>
        </a:p>
      </dsp:txBody>
      <dsp:txXfrm>
        <a:off x="442708" y="355"/>
        <a:ext cx="10561880" cy="88408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6B6FE-98C6-DF44-A0FB-C609F604D1F6}">
      <dsp:nvSpPr>
        <dsp:cNvPr id="0" name=""/>
        <dsp:cNvSpPr/>
      </dsp:nvSpPr>
      <dsp:spPr>
        <a:xfrm>
          <a:off x="0" y="251593"/>
          <a:ext cx="11281031" cy="874125"/>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5533" tIns="312420" rIns="875533"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Every alert passed a simple test: Has it required human action in the last 90 days?  </a:t>
          </a:r>
        </a:p>
        <a:p>
          <a:pPr marL="114300" lvl="1" indent="-114300" algn="l" defTabSz="666750">
            <a:lnSpc>
              <a:spcPct val="90000"/>
            </a:lnSpc>
            <a:spcBef>
              <a:spcPct val="0"/>
            </a:spcBef>
            <a:spcAft>
              <a:spcPct val="15000"/>
            </a:spcAft>
            <a:buChar char="•"/>
          </a:pPr>
          <a:r>
            <a:rPr lang="en-US" sz="1500" kern="1200" dirty="0"/>
            <a:t>If not, cut it or automate the response.</a:t>
          </a:r>
        </a:p>
      </dsp:txBody>
      <dsp:txXfrm>
        <a:off x="0" y="251593"/>
        <a:ext cx="11281031" cy="874125"/>
      </dsp:txXfrm>
    </dsp:sp>
    <dsp:sp modelId="{F7361FCB-D2BC-6042-B7B4-EE94D573E73E}">
      <dsp:nvSpPr>
        <dsp:cNvPr id="0" name=""/>
        <dsp:cNvSpPr/>
      </dsp:nvSpPr>
      <dsp:spPr>
        <a:xfrm>
          <a:off x="564051" y="30193"/>
          <a:ext cx="7896721" cy="4428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477" tIns="0" rIns="298477" bIns="0" numCol="1" spcCol="1270" anchor="ctr" anchorCtr="0">
          <a:noAutofit/>
        </a:bodyPr>
        <a:lstStyle/>
        <a:p>
          <a:pPr marL="0" lvl="0" indent="0" algn="l" defTabSz="666750">
            <a:lnSpc>
              <a:spcPct val="90000"/>
            </a:lnSpc>
            <a:spcBef>
              <a:spcPct val="0"/>
            </a:spcBef>
            <a:spcAft>
              <a:spcPct val="35000"/>
            </a:spcAft>
            <a:buNone/>
          </a:pPr>
          <a:r>
            <a:rPr lang="en-US" sz="1500" kern="1200" dirty="0"/>
            <a:t>Alert Hygiene</a:t>
          </a:r>
        </a:p>
      </dsp:txBody>
      <dsp:txXfrm>
        <a:off x="585667" y="51809"/>
        <a:ext cx="7853489" cy="399568"/>
      </dsp:txXfrm>
    </dsp:sp>
    <dsp:sp modelId="{2C26E7FA-E203-DF42-91F2-0C4465560C50}">
      <dsp:nvSpPr>
        <dsp:cNvPr id="0" name=""/>
        <dsp:cNvSpPr/>
      </dsp:nvSpPr>
      <dsp:spPr>
        <a:xfrm>
          <a:off x="0" y="1428118"/>
          <a:ext cx="11281031" cy="874125"/>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5533" tIns="312420" rIns="875533"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Rotate Equitably</a:t>
          </a:r>
        </a:p>
        <a:p>
          <a:pPr marL="114300" lvl="1" indent="-114300" algn="l" defTabSz="666750">
            <a:lnSpc>
              <a:spcPct val="90000"/>
            </a:lnSpc>
            <a:spcBef>
              <a:spcPct val="0"/>
            </a:spcBef>
            <a:spcAft>
              <a:spcPct val="15000"/>
            </a:spcAft>
            <a:buChar char="•"/>
          </a:pPr>
          <a:r>
            <a:rPr lang="en-US" sz="1500" kern="1200" dirty="0"/>
            <a:t>Monitor Alert Volume per Person</a:t>
          </a:r>
        </a:p>
      </dsp:txBody>
      <dsp:txXfrm>
        <a:off x="0" y="1428118"/>
        <a:ext cx="11281031" cy="874125"/>
      </dsp:txXfrm>
    </dsp:sp>
    <dsp:sp modelId="{49B87D0C-0276-7C47-B6A4-1D128823BC9E}">
      <dsp:nvSpPr>
        <dsp:cNvPr id="0" name=""/>
        <dsp:cNvSpPr/>
      </dsp:nvSpPr>
      <dsp:spPr>
        <a:xfrm>
          <a:off x="564051" y="1206718"/>
          <a:ext cx="7896721" cy="4428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477" tIns="0" rIns="298477" bIns="0" numCol="1" spcCol="1270" anchor="ctr" anchorCtr="0">
          <a:noAutofit/>
        </a:bodyPr>
        <a:lstStyle/>
        <a:p>
          <a:pPr marL="0" lvl="0" indent="0" algn="l" defTabSz="666750">
            <a:lnSpc>
              <a:spcPct val="90000"/>
            </a:lnSpc>
            <a:spcBef>
              <a:spcPct val="0"/>
            </a:spcBef>
            <a:spcAft>
              <a:spcPct val="35000"/>
            </a:spcAft>
            <a:buNone/>
          </a:pPr>
          <a:r>
            <a:rPr lang="en-US" sz="1500" kern="1200" dirty="0"/>
            <a:t>Fairness and Analytics</a:t>
          </a:r>
        </a:p>
      </dsp:txBody>
      <dsp:txXfrm>
        <a:off x="585667" y="1228334"/>
        <a:ext cx="7853489" cy="399568"/>
      </dsp:txXfrm>
    </dsp:sp>
    <dsp:sp modelId="{3C8A5622-6D7D-514D-9A5C-3B87DD23D1BD}">
      <dsp:nvSpPr>
        <dsp:cNvPr id="0" name=""/>
        <dsp:cNvSpPr/>
      </dsp:nvSpPr>
      <dsp:spPr>
        <a:xfrm>
          <a:off x="0" y="2604643"/>
          <a:ext cx="11281031" cy="874125"/>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5533" tIns="312420" rIns="875533"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Time on call is time spent when you must be "near your computer."  Means, can't go on a date, to the movies, etc.</a:t>
          </a:r>
        </a:p>
        <a:p>
          <a:pPr marL="114300" lvl="1" indent="-114300" algn="l" defTabSz="666750">
            <a:lnSpc>
              <a:spcPct val="90000"/>
            </a:lnSpc>
            <a:spcBef>
              <a:spcPct val="0"/>
            </a:spcBef>
            <a:spcAft>
              <a:spcPct val="15000"/>
            </a:spcAft>
            <a:buChar char="•"/>
          </a:pPr>
          <a:r>
            <a:rPr lang="en-US" sz="1500" kern="1200" dirty="0"/>
            <a:t>This time should be "compensated" because it's time the employee cannot fully "unplug" from work.</a:t>
          </a:r>
        </a:p>
      </dsp:txBody>
      <dsp:txXfrm>
        <a:off x="0" y="2604643"/>
        <a:ext cx="11281031" cy="874125"/>
      </dsp:txXfrm>
    </dsp:sp>
    <dsp:sp modelId="{442DE194-33B5-9C43-A2EC-B7DE8F26D951}">
      <dsp:nvSpPr>
        <dsp:cNvPr id="0" name=""/>
        <dsp:cNvSpPr/>
      </dsp:nvSpPr>
      <dsp:spPr>
        <a:xfrm>
          <a:off x="564051" y="2383243"/>
          <a:ext cx="7896721" cy="4428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477" tIns="0" rIns="298477" bIns="0" numCol="1" spcCol="1270" anchor="ctr" anchorCtr="0">
          <a:noAutofit/>
        </a:bodyPr>
        <a:lstStyle/>
        <a:p>
          <a:pPr marL="0" lvl="0" indent="0" algn="l" defTabSz="666750">
            <a:lnSpc>
              <a:spcPct val="90000"/>
            </a:lnSpc>
            <a:spcBef>
              <a:spcPct val="0"/>
            </a:spcBef>
            <a:spcAft>
              <a:spcPct val="35000"/>
            </a:spcAft>
            <a:buNone/>
          </a:pPr>
          <a:r>
            <a:rPr lang="en-US" sz="1500" kern="1200" dirty="0"/>
            <a:t>Compensation</a:t>
          </a:r>
        </a:p>
      </dsp:txBody>
      <dsp:txXfrm>
        <a:off x="585667" y="2404859"/>
        <a:ext cx="7853489" cy="399568"/>
      </dsp:txXfrm>
    </dsp:sp>
    <dsp:sp modelId="{3A7C0A8F-53BE-FF45-B436-1294C1DF2BC6}">
      <dsp:nvSpPr>
        <dsp:cNvPr id="0" name=""/>
        <dsp:cNvSpPr/>
      </dsp:nvSpPr>
      <dsp:spPr>
        <a:xfrm>
          <a:off x="0" y="3781168"/>
          <a:ext cx="11281031" cy="11340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5533" tIns="312420" rIns="875533"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Rotation Design should be revisited regularly (Quarterly is a standard)</a:t>
          </a:r>
        </a:p>
        <a:p>
          <a:pPr marL="114300" lvl="1" indent="-114300" algn="l" defTabSz="666750">
            <a:lnSpc>
              <a:spcPct val="90000"/>
            </a:lnSpc>
            <a:spcBef>
              <a:spcPct val="0"/>
            </a:spcBef>
            <a:spcAft>
              <a:spcPct val="15000"/>
            </a:spcAft>
            <a:buChar char="•"/>
          </a:pPr>
          <a:r>
            <a:rPr lang="en-US" sz="1500" kern="1200" dirty="0"/>
            <a:t>Team size, services, alert volume can change over time</a:t>
          </a:r>
        </a:p>
        <a:p>
          <a:pPr marL="114300" lvl="1" indent="-114300" algn="l" defTabSz="666750">
            <a:lnSpc>
              <a:spcPct val="90000"/>
            </a:lnSpc>
            <a:spcBef>
              <a:spcPct val="0"/>
            </a:spcBef>
            <a:spcAft>
              <a:spcPct val="15000"/>
            </a:spcAft>
            <a:buChar char="•"/>
          </a:pPr>
          <a:r>
            <a:rPr lang="en-US" sz="1500" kern="1200" dirty="0"/>
            <a:t>What worked six months ago, might not work today.</a:t>
          </a:r>
        </a:p>
      </dsp:txBody>
      <dsp:txXfrm>
        <a:off x="0" y="3781168"/>
        <a:ext cx="11281031" cy="1134000"/>
      </dsp:txXfrm>
    </dsp:sp>
    <dsp:sp modelId="{29650214-DA0D-EA4C-8E72-6E87666EF8DC}">
      <dsp:nvSpPr>
        <dsp:cNvPr id="0" name=""/>
        <dsp:cNvSpPr/>
      </dsp:nvSpPr>
      <dsp:spPr>
        <a:xfrm>
          <a:off x="564051" y="3559768"/>
          <a:ext cx="7896721" cy="4428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477" tIns="0" rIns="298477" bIns="0" numCol="1" spcCol="1270" anchor="ctr" anchorCtr="0">
          <a:noAutofit/>
        </a:bodyPr>
        <a:lstStyle/>
        <a:p>
          <a:pPr marL="0" lvl="0" indent="0" algn="l" defTabSz="666750">
            <a:lnSpc>
              <a:spcPct val="90000"/>
            </a:lnSpc>
            <a:spcBef>
              <a:spcPct val="0"/>
            </a:spcBef>
            <a:spcAft>
              <a:spcPct val="35000"/>
            </a:spcAft>
            <a:buNone/>
          </a:pPr>
          <a:r>
            <a:rPr lang="en-US" sz="1500" kern="1200" dirty="0"/>
            <a:t>Quarterly Review</a:t>
          </a:r>
        </a:p>
      </dsp:txBody>
      <dsp:txXfrm>
        <a:off x="585667" y="3581384"/>
        <a:ext cx="7853489" cy="39956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F1AAD4-3092-2649-87C8-2A4ABCE6C901}">
      <dsp:nvSpPr>
        <dsp:cNvPr id="0" name=""/>
        <dsp:cNvSpPr/>
      </dsp:nvSpPr>
      <dsp:spPr>
        <a:xfrm>
          <a:off x="442708" y="355"/>
          <a:ext cx="10561880" cy="884084"/>
        </a:xfrm>
        <a:prstGeom prst="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Tying it Back to DevOps</a:t>
          </a:r>
        </a:p>
      </dsp:txBody>
      <dsp:txXfrm>
        <a:off x="442708" y="355"/>
        <a:ext cx="10561880" cy="88408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F1AAD4-3092-2649-87C8-2A4ABCE6C901}">
      <dsp:nvSpPr>
        <dsp:cNvPr id="0" name=""/>
        <dsp:cNvSpPr/>
      </dsp:nvSpPr>
      <dsp:spPr>
        <a:xfrm>
          <a:off x="442708" y="355"/>
          <a:ext cx="10561880" cy="884084"/>
        </a:xfrm>
        <a:prstGeom prst="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References</a:t>
          </a:r>
        </a:p>
      </dsp:txBody>
      <dsp:txXfrm>
        <a:off x="442708" y="355"/>
        <a:ext cx="10561880" cy="88408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3E3EC-9291-064D-A614-F2AB5056F820}">
      <dsp:nvSpPr>
        <dsp:cNvPr id="0" name=""/>
        <dsp:cNvSpPr/>
      </dsp:nvSpPr>
      <dsp:spPr>
        <a:xfrm>
          <a:off x="1400" y="631080"/>
          <a:ext cx="5460395" cy="1610500"/>
        </a:xfrm>
        <a:prstGeom prst="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Kim, G., Humble, J., Debois, P., &amp; Willis, J. (2016). </a:t>
          </a:r>
          <a:r>
            <a:rPr lang="en-US" sz="2000" i="1" kern="1200"/>
            <a:t>The DevOps handbook: How to create world-class agility, reliability, and security in technology organizations.</a:t>
          </a:r>
          <a:r>
            <a:rPr lang="en-US" sz="2000" kern="1200"/>
            <a:t> IT Revolution Press.</a:t>
          </a:r>
        </a:p>
      </dsp:txBody>
      <dsp:txXfrm>
        <a:off x="1400" y="631080"/>
        <a:ext cx="5460395" cy="1610500"/>
      </dsp:txXfrm>
    </dsp:sp>
    <dsp:sp modelId="{D31EB85A-16A4-844A-BD23-E003BE7CC1CD}">
      <dsp:nvSpPr>
        <dsp:cNvPr id="0" name=""/>
        <dsp:cNvSpPr/>
      </dsp:nvSpPr>
      <dsp:spPr>
        <a:xfrm>
          <a:off x="6007835" y="631080"/>
          <a:ext cx="5460395" cy="1610500"/>
        </a:xfrm>
        <a:prstGeom prst="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kern="1200" dirty="0"/>
            <a:t>Google. (n.d.). Being on-call. In </a:t>
          </a:r>
          <a:r>
            <a:rPr lang="en-US" sz="2000" i="1" kern="1200" dirty="0"/>
            <a:t>Site reliability engineering.</a:t>
          </a:r>
          <a:r>
            <a:rPr lang="en-US" sz="2000" kern="1200" dirty="0"/>
            <a:t> https://sre.google/sre-book/being-on-call/</a:t>
          </a:r>
        </a:p>
      </dsp:txBody>
      <dsp:txXfrm>
        <a:off x="6007835" y="631080"/>
        <a:ext cx="5460395" cy="1610500"/>
      </dsp:txXfrm>
    </dsp:sp>
    <dsp:sp modelId="{0E427CFA-06BF-BB42-A55C-C49AFAC9655D}">
      <dsp:nvSpPr>
        <dsp:cNvPr id="0" name=""/>
        <dsp:cNvSpPr/>
      </dsp:nvSpPr>
      <dsp:spPr>
        <a:xfrm>
          <a:off x="1400" y="2787619"/>
          <a:ext cx="5460395" cy="1610500"/>
        </a:xfrm>
        <a:prstGeom prst="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kern="1200" dirty="0"/>
            <a:t>PagerDuty. (2025, September 4). On-call rotations and schedules. https://www.pagerduty.com/resources/incident-management-response/learn/call-rotations-schedules/</a:t>
          </a:r>
        </a:p>
      </dsp:txBody>
      <dsp:txXfrm>
        <a:off x="1400" y="2787619"/>
        <a:ext cx="5460395" cy="1610500"/>
      </dsp:txXfrm>
    </dsp:sp>
    <dsp:sp modelId="{1561BCF3-4AA5-E949-B247-9110ABAE63AD}">
      <dsp:nvSpPr>
        <dsp:cNvPr id="0" name=""/>
        <dsp:cNvSpPr/>
      </dsp:nvSpPr>
      <dsp:spPr>
        <a:xfrm>
          <a:off x="6007835" y="2787619"/>
          <a:ext cx="5460395" cy="1610500"/>
        </a:xfrm>
        <a:prstGeom prst="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kern="1200" dirty="0" err="1"/>
            <a:t>DevOps.com</a:t>
          </a:r>
          <a:r>
            <a:rPr lang="en-US" sz="2000" kern="1200" dirty="0"/>
            <a:t>. (2026, March 6). On-call rotation best practices: Reducing burnout and improving response. https://devops.com/on-call-rotation-best-practices-reducing-burnout-and-improving-response/</a:t>
          </a:r>
        </a:p>
      </dsp:txBody>
      <dsp:txXfrm>
        <a:off x="6007835" y="2787619"/>
        <a:ext cx="5460395" cy="16105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ACC28-72F0-474B-8E61-B6D5E96A9366}" type="datetimeFigureOut">
              <a:rPr lang="en-US" smtClean="0"/>
              <a:t>7/11/26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2CEB31-E0A8-454A-B49C-C402BC15C223}" type="slidenum">
              <a:rPr lang="en-US" smtClean="0"/>
              <a:t>‹#›</a:t>
            </a:fld>
            <a:endParaRPr lang="en-US"/>
          </a:p>
        </p:txBody>
      </p:sp>
    </p:spTree>
    <p:extLst>
      <p:ext uri="{BB962C8B-B14F-4D97-AF65-F5344CB8AC3E}">
        <p14:creationId xmlns:p14="http://schemas.microsoft.com/office/powerpoint/2010/main" val="3924236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is almost entirely sourced from (</a:t>
            </a:r>
            <a:r>
              <a:rPr lang="en-US" dirty="0" err="1"/>
              <a:t>DevOps.com</a:t>
            </a:r>
            <a:r>
              <a:rPr lang="en-US" dirty="0"/>
              <a:t>, 2026).</a:t>
            </a:r>
          </a:p>
        </p:txBody>
      </p:sp>
      <p:sp>
        <p:nvSpPr>
          <p:cNvPr id="4" name="Slide Number Placeholder 3"/>
          <p:cNvSpPr>
            <a:spLocks noGrp="1"/>
          </p:cNvSpPr>
          <p:nvPr>
            <p:ph type="sldNum" sz="quarter" idx="5"/>
          </p:nvPr>
        </p:nvSpPr>
        <p:spPr/>
        <p:txBody>
          <a:bodyPr/>
          <a:lstStyle/>
          <a:p>
            <a:fld id="{302CEB31-E0A8-454A-B49C-C402BC15C223}" type="slidenum">
              <a:rPr lang="en-US" smtClean="0"/>
              <a:t>7</a:t>
            </a:fld>
            <a:endParaRPr lang="en-US"/>
          </a:p>
        </p:txBody>
      </p:sp>
    </p:spTree>
    <p:extLst>
      <p:ext uri="{BB962C8B-B14F-4D97-AF65-F5344CB8AC3E}">
        <p14:creationId xmlns:p14="http://schemas.microsoft.com/office/powerpoint/2010/main" val="24147509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6444479B-705B-4489-957E-7E8A228BDFA0}" type="datetime1">
              <a:rPr lang="en-US" smtClean="0"/>
              <a:t>7/11/26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5159236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89F774-3FA6-43B8-9241-99959C8FD463}" type="datetime1">
              <a:rPr lang="en-US" smtClean="0"/>
              <a:t>7/11/26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4044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504452-5DCC-4FE2-A5C9-8A5EF6714D65}" type="datetime1">
              <a:rPr lang="en-US" smtClean="0"/>
              <a:t>7/11/26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99550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7/11/26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92341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7/11/26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76939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15BF18-0007-481C-AA29-413124BC3EE7}" type="datetime1">
              <a:rPr lang="en-US" smtClean="0"/>
              <a:t>7/11/26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72736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09BE9870-3748-43AD-B547-02A075CB4A1D}" type="datetime1">
              <a:rPr lang="en-US" smtClean="0"/>
              <a:t>7/11/26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9013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7/11/26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98664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E171BA-CC09-47C8-A6DF-F5C5CB59CEEC}" type="datetime1">
              <a:rPr lang="en-US" smtClean="0"/>
              <a:t>7/11/26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591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7/11/26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6442430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7/11/26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0261771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7/11/26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7433173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7/11/26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9869083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7/11/26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1621205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7/11/26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6592620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B66AD-7C08-490A-ADA4-B47E10FB2407}" type="datetime1">
              <a:rPr lang="en-US" smtClean="0"/>
              <a:t>7/11/26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746674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95027-4255-49E7-9841-CD21BCC99996}" type="datetime1">
              <a:rPr lang="en-US" smtClean="0"/>
              <a:t>7/11/26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56944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DA38F49-B3E2-4BF0-BEC7-C30D34ABBB8D}" type="datetime1">
              <a:rPr lang="en-US" smtClean="0"/>
              <a:t>7/11/26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2585857579"/>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diagramQuickStyle" Target="../diagrams/quickStyle2.xml"/><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diagramLayout" Target="../diagrams/layout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Data" Target="../diagrams/data2.xml"/><Relationship Id="rId5" Type="http://schemas.openxmlformats.org/officeDocument/2006/relationships/diagramQuickStyle" Target="../diagrams/quickStyle1.xml"/><Relationship Id="rId15" Type="http://schemas.microsoft.com/office/2007/relationships/diagramDrawing" Target="../diagrams/drawing2.xml"/><Relationship Id="rId10" Type="http://schemas.openxmlformats.org/officeDocument/2006/relationships/image" Target="../media/image7.svg"/><Relationship Id="rId4" Type="http://schemas.openxmlformats.org/officeDocument/2006/relationships/diagramLayout" Target="../diagrams/layout1.xml"/><Relationship Id="rId9" Type="http://schemas.openxmlformats.org/officeDocument/2006/relationships/image" Target="../media/image6.svg"/><Relationship Id="rId14" Type="http://schemas.openxmlformats.org/officeDocument/2006/relationships/diagramColors" Target="../diagrams/colors2.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diagramData" Target="../diagrams/data9.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17" Type="http://schemas.microsoft.com/office/2007/relationships/diagramDrawing" Target="../diagrams/drawing9.xml"/><Relationship Id="rId2" Type="http://schemas.openxmlformats.org/officeDocument/2006/relationships/image" Target="../media/image1.jpeg"/><Relationship Id="rId16" Type="http://schemas.openxmlformats.org/officeDocument/2006/relationships/diagramColors" Target="../diagrams/colors9.xml"/><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5" Type="http://schemas.openxmlformats.org/officeDocument/2006/relationships/diagramQuickStyle" Target="../diagrams/quickStyle9.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 Id="rId14" Type="http://schemas.openxmlformats.org/officeDocument/2006/relationships/diagramLayout" Target="../diagrams/layout9.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diagramData" Target="../diagrams/data10.xml"/><Relationship Id="rId7" Type="http://schemas.microsoft.com/office/2007/relationships/diagramDrawing" Target="../diagrams/drawing10.xml"/><Relationship Id="rId12" Type="http://schemas.microsoft.com/office/2007/relationships/diagramDrawing" Target="../diagrams/drawing1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0.xml"/><Relationship Id="rId11" Type="http://schemas.openxmlformats.org/officeDocument/2006/relationships/diagramColors" Target="../diagrams/colors11.xml"/><Relationship Id="rId5" Type="http://schemas.openxmlformats.org/officeDocument/2006/relationships/diagramQuickStyle" Target="../diagrams/quickStyle10.xml"/><Relationship Id="rId10" Type="http://schemas.openxmlformats.org/officeDocument/2006/relationships/diagramQuickStyle" Target="../diagrams/quickStyle11.xml"/><Relationship Id="rId4" Type="http://schemas.openxmlformats.org/officeDocument/2006/relationships/diagramLayout" Target="../diagrams/layout10.xml"/><Relationship Id="rId9" Type="http://schemas.openxmlformats.org/officeDocument/2006/relationships/diagramLayout" Target="../diagrams/layout11.xml"/></Relationships>
</file>

<file path=ppt/slides/_rels/slide7.xml.rels><?xml version="1.0" encoding="UTF-8" standalone="yes"?>
<Relationships xmlns="http://schemas.openxmlformats.org/package/2006/relationships"><Relationship Id="rId8" Type="http://schemas.microsoft.com/office/2007/relationships/diagramDrawing" Target="../diagrams/drawing12.xml"/><Relationship Id="rId13" Type="http://schemas.microsoft.com/office/2007/relationships/diagramDrawing" Target="../diagrams/drawing13.xml"/><Relationship Id="rId3" Type="http://schemas.openxmlformats.org/officeDocument/2006/relationships/image" Target="../media/image1.jpeg"/><Relationship Id="rId7" Type="http://schemas.openxmlformats.org/officeDocument/2006/relationships/diagramColors" Target="../diagrams/colors12.xml"/><Relationship Id="rId12" Type="http://schemas.openxmlformats.org/officeDocument/2006/relationships/diagramColors" Target="../diagrams/colors1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2.xml"/><Relationship Id="rId11" Type="http://schemas.openxmlformats.org/officeDocument/2006/relationships/diagramQuickStyle" Target="../diagrams/quickStyle13.xml"/><Relationship Id="rId5" Type="http://schemas.openxmlformats.org/officeDocument/2006/relationships/diagramLayout" Target="../diagrams/layout12.xml"/><Relationship Id="rId10" Type="http://schemas.openxmlformats.org/officeDocument/2006/relationships/diagramLayout" Target="../diagrams/layout13.xml"/><Relationship Id="rId4" Type="http://schemas.openxmlformats.org/officeDocument/2006/relationships/diagramData" Target="../diagrams/data12.xml"/><Relationship Id="rId9" Type="http://schemas.openxmlformats.org/officeDocument/2006/relationships/diagramData" Target="../diagrams/data13.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15.xml"/><Relationship Id="rId3" Type="http://schemas.openxmlformats.org/officeDocument/2006/relationships/diagramData" Target="../diagrams/data14.xml"/><Relationship Id="rId7" Type="http://schemas.microsoft.com/office/2007/relationships/diagramDrawing" Target="../diagrams/drawing14.xml"/><Relationship Id="rId12" Type="http://schemas.microsoft.com/office/2007/relationships/diagramDrawing" Target="../diagrams/drawing15.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4.xml"/><Relationship Id="rId11" Type="http://schemas.openxmlformats.org/officeDocument/2006/relationships/diagramColors" Target="../diagrams/colors15.xml"/><Relationship Id="rId5" Type="http://schemas.openxmlformats.org/officeDocument/2006/relationships/diagramQuickStyle" Target="../diagrams/quickStyle14.xml"/><Relationship Id="rId10" Type="http://schemas.openxmlformats.org/officeDocument/2006/relationships/diagramQuickStyle" Target="../diagrams/quickStyle15.xml"/><Relationship Id="rId4" Type="http://schemas.openxmlformats.org/officeDocument/2006/relationships/diagramLayout" Target="../diagrams/layout14.xml"/><Relationship Id="rId9" Type="http://schemas.openxmlformats.org/officeDocument/2006/relationships/diagramLayout" Target="../diagrams/layout15.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18.xml"/><Relationship Id="rId3" Type="http://schemas.openxmlformats.org/officeDocument/2006/relationships/diagramData" Target="../diagrams/data17.xml"/><Relationship Id="rId7" Type="http://schemas.microsoft.com/office/2007/relationships/diagramDrawing" Target="../diagrams/drawing17.xml"/><Relationship Id="rId12" Type="http://schemas.microsoft.com/office/2007/relationships/diagramDrawing" Target="../diagrams/drawing18.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7.xml"/><Relationship Id="rId11" Type="http://schemas.openxmlformats.org/officeDocument/2006/relationships/diagramColors" Target="../diagrams/colors18.xml"/><Relationship Id="rId5" Type="http://schemas.openxmlformats.org/officeDocument/2006/relationships/diagramQuickStyle" Target="../diagrams/quickStyle17.xml"/><Relationship Id="rId10" Type="http://schemas.openxmlformats.org/officeDocument/2006/relationships/diagramQuickStyle" Target="../diagrams/quickStyle18.xml"/><Relationship Id="rId4" Type="http://schemas.openxmlformats.org/officeDocument/2006/relationships/diagramLayout" Target="../diagrams/layout17.xml"/><Relationship Id="rId9" Type="http://schemas.openxmlformats.org/officeDocument/2006/relationships/diagramLayout" Target="../diagrams/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597A6D-9E2D-5D59-CD9C-03BA9B05EF43}"/>
              </a:ext>
            </a:extLst>
          </p:cNvPr>
          <p:cNvPicPr>
            <a:picLocks noChangeAspect="1"/>
          </p:cNvPicPr>
          <p:nvPr/>
        </p:nvPicPr>
        <p:blipFill>
          <a:blip r:embed="rId2"/>
          <a:srcRect/>
          <a:stretch>
            <a:fillRect/>
          </a:stretch>
        </p:blipFill>
        <p:spPr>
          <a:xfrm>
            <a:off x="0" y="0"/>
            <a:ext cx="12191999" cy="6857999"/>
          </a:xfrm>
          <a:prstGeom prst="rect">
            <a:avLst/>
          </a:prstGeom>
        </p:spPr>
      </p:pic>
      <p:sp>
        <p:nvSpPr>
          <p:cNvPr id="2" name="Title 1">
            <a:extLst>
              <a:ext uri="{FF2B5EF4-FFF2-40B4-BE49-F238E27FC236}">
                <a16:creationId xmlns:a16="http://schemas.microsoft.com/office/drawing/2014/main" id="{C957D0DE-A9CF-2E49-4137-B9CA13302514}"/>
              </a:ext>
            </a:extLst>
          </p:cNvPr>
          <p:cNvSpPr>
            <a:spLocks noGrp="1"/>
          </p:cNvSpPr>
          <p:nvPr>
            <p:ph type="ctrTitle"/>
          </p:nvPr>
        </p:nvSpPr>
        <p:spPr>
          <a:xfrm>
            <a:off x="407709" y="635687"/>
            <a:ext cx="11376580" cy="4404146"/>
          </a:xfrm>
          <a:noFill/>
        </p:spPr>
        <p:txBody>
          <a:bodyPr anchor="t">
            <a:noAutofit/>
          </a:bodyPr>
          <a:lstStyle/>
          <a:p>
            <a:pPr algn="ctr">
              <a:lnSpc>
                <a:spcPct val="125000"/>
              </a:lnSpc>
            </a:pPr>
            <a:r>
              <a:rPr lang="en-US" sz="8000" cap="none" dirty="0">
                <a:solidFill>
                  <a:schemeClr val="accent1">
                    <a:lumMod val="60000"/>
                    <a:lumOff val="40000"/>
                  </a:schemeClr>
                </a:solidFill>
                <a:effectLst>
                  <a:glow rad="228600">
                    <a:schemeClr val="accent6">
                      <a:satMod val="175000"/>
                      <a:alpha val="40000"/>
                    </a:schemeClr>
                  </a:glow>
                  <a:reflection blurRad="6350" stA="60000" endA="900" endPos="58000" dir="5400000" sy="-100000" algn="bl" rotWithShape="0"/>
                </a:effectLst>
              </a:rPr>
              <a:t>Pager Rotation Duties </a:t>
            </a:r>
            <a:br>
              <a:rPr lang="en-US" sz="8000" cap="none" dirty="0">
                <a:solidFill>
                  <a:schemeClr val="accent1">
                    <a:lumMod val="60000"/>
                    <a:lumOff val="40000"/>
                  </a:schemeClr>
                </a:solidFill>
                <a:effectLst>
                  <a:glow rad="228600">
                    <a:schemeClr val="accent6">
                      <a:satMod val="175000"/>
                      <a:alpha val="40000"/>
                    </a:schemeClr>
                  </a:glow>
                  <a:reflection blurRad="6350" stA="60000" endA="900" endPos="58000" dir="5400000" sy="-100000" algn="bl" rotWithShape="0"/>
                </a:effectLst>
              </a:rPr>
            </a:br>
            <a:r>
              <a:rPr lang="en-US" sz="6000" cap="none" dirty="0">
                <a:solidFill>
                  <a:schemeClr val="accent1">
                    <a:lumMod val="60000"/>
                    <a:lumOff val="40000"/>
                  </a:schemeClr>
                </a:solidFill>
                <a:effectLst>
                  <a:glow rad="228600">
                    <a:schemeClr val="accent6">
                      <a:satMod val="175000"/>
                      <a:alpha val="40000"/>
                    </a:schemeClr>
                  </a:glow>
                  <a:reflection blurRad="6350" stA="60000" endA="900" endPos="58000" dir="5400000" sy="-100000" algn="bl" rotWithShape="0"/>
                </a:effectLst>
              </a:rPr>
              <a:t>in the </a:t>
            </a:r>
            <a:br>
              <a:rPr lang="en-US" sz="8000" cap="none" dirty="0">
                <a:solidFill>
                  <a:schemeClr val="accent1">
                    <a:lumMod val="60000"/>
                    <a:lumOff val="40000"/>
                  </a:schemeClr>
                </a:solidFill>
                <a:effectLst>
                  <a:glow rad="228600">
                    <a:schemeClr val="accent6">
                      <a:satMod val="175000"/>
                      <a:alpha val="40000"/>
                    </a:schemeClr>
                  </a:glow>
                  <a:reflection blurRad="6350" stA="60000" endA="900" endPos="58000" dir="5400000" sy="-100000" algn="bl" rotWithShape="0"/>
                </a:effectLst>
              </a:rPr>
            </a:br>
            <a:r>
              <a:rPr lang="en-US" sz="8000" cap="none" dirty="0">
                <a:solidFill>
                  <a:schemeClr val="accent1">
                    <a:lumMod val="60000"/>
                    <a:lumOff val="40000"/>
                  </a:schemeClr>
                </a:solidFill>
                <a:effectLst>
                  <a:glow rad="228600">
                    <a:schemeClr val="accent6">
                      <a:satMod val="175000"/>
                      <a:alpha val="40000"/>
                    </a:schemeClr>
                  </a:glow>
                  <a:reflection blurRad="6350" stA="60000" endA="900" endPos="58000" dir="5400000" sy="-100000" algn="bl" rotWithShape="0"/>
                </a:effectLst>
              </a:rPr>
              <a:t>DevOps Model</a:t>
            </a:r>
          </a:p>
        </p:txBody>
      </p:sp>
      <p:sp>
        <p:nvSpPr>
          <p:cNvPr id="3" name="Subtitle 2">
            <a:extLst>
              <a:ext uri="{FF2B5EF4-FFF2-40B4-BE49-F238E27FC236}">
                <a16:creationId xmlns:a16="http://schemas.microsoft.com/office/drawing/2014/main" id="{AA84A3D4-4117-93DA-0517-9ACC59336790}"/>
              </a:ext>
            </a:extLst>
          </p:cNvPr>
          <p:cNvSpPr>
            <a:spLocks noGrp="1"/>
          </p:cNvSpPr>
          <p:nvPr>
            <p:ph type="subTitle" idx="1"/>
          </p:nvPr>
        </p:nvSpPr>
        <p:spPr>
          <a:xfrm>
            <a:off x="468090" y="4873045"/>
            <a:ext cx="11316199" cy="1604950"/>
          </a:xfrm>
        </p:spPr>
        <p:txBody>
          <a:bodyPr anchor="t">
            <a:noAutofit/>
          </a:bodyPr>
          <a:lstStyle/>
          <a:p>
            <a:pPr>
              <a:lnSpc>
                <a:spcPct val="120000"/>
              </a:lnSpc>
            </a:pPr>
            <a:r>
              <a:rPr lang="en-US" sz="2000" dirty="0">
                <a:solidFill>
                  <a:schemeClr val="accent6">
                    <a:lumMod val="20000"/>
                    <a:lumOff val="80000"/>
                  </a:schemeClr>
                </a:solidFill>
              </a:rPr>
              <a:t>Author: Robert Breutzmann</a:t>
            </a:r>
          </a:p>
          <a:p>
            <a:pPr>
              <a:lnSpc>
                <a:spcPct val="120000"/>
              </a:lnSpc>
            </a:pPr>
            <a:r>
              <a:rPr lang="en-US" sz="2000" dirty="0">
                <a:solidFill>
                  <a:schemeClr val="accent6">
                    <a:lumMod val="20000"/>
                    <a:lumOff val="80000"/>
                  </a:schemeClr>
                </a:solidFill>
              </a:rPr>
              <a:t>For: CSD 380 – DevOps – Assignment 7.2</a:t>
            </a:r>
          </a:p>
          <a:p>
            <a:pPr>
              <a:lnSpc>
                <a:spcPct val="120000"/>
              </a:lnSpc>
            </a:pPr>
            <a:r>
              <a:rPr lang="en-US" sz="2000" dirty="0">
                <a:solidFill>
                  <a:schemeClr val="accent6">
                    <a:lumMod val="20000"/>
                    <a:lumOff val="80000"/>
                  </a:schemeClr>
                </a:solidFill>
              </a:rPr>
              <a:t>Due Date: July 14</a:t>
            </a:r>
            <a:r>
              <a:rPr lang="en-US" sz="2000" baseline="30000" dirty="0">
                <a:solidFill>
                  <a:schemeClr val="accent6">
                    <a:lumMod val="20000"/>
                    <a:lumOff val="80000"/>
                  </a:schemeClr>
                </a:solidFill>
              </a:rPr>
              <a:t>th</a:t>
            </a:r>
            <a:r>
              <a:rPr lang="en-US" sz="2000" dirty="0">
                <a:solidFill>
                  <a:schemeClr val="accent6">
                    <a:lumMod val="20000"/>
                    <a:lumOff val="80000"/>
                  </a:schemeClr>
                </a:solidFill>
              </a:rPr>
              <a:t>, 2026</a:t>
            </a:r>
          </a:p>
        </p:txBody>
      </p:sp>
    </p:spTree>
    <p:extLst>
      <p:ext uri="{BB962C8B-B14F-4D97-AF65-F5344CB8AC3E}">
        <p14:creationId xmlns:p14="http://schemas.microsoft.com/office/powerpoint/2010/main" val="244965353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DDE715A8-85D2-DDB7-3148-3A9145196ED4}"/>
              </a:ext>
            </a:extLst>
          </p:cNvPr>
          <p:cNvGraphicFramePr/>
          <p:nvPr>
            <p:extLst>
              <p:ext uri="{D42A27DB-BD31-4B8C-83A1-F6EECF244321}">
                <p14:modId xmlns:p14="http://schemas.microsoft.com/office/powerpoint/2010/main" val="3813090803"/>
              </p:ext>
            </p:extLst>
          </p:nvPr>
        </p:nvGraphicFramePr>
        <p:xfrm>
          <a:off x="290945" y="1620982"/>
          <a:ext cx="6262255" cy="48906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8" name="Graphic 17" descr="Medical with solid fill">
            <a:extLst>
              <a:ext uri="{FF2B5EF4-FFF2-40B4-BE49-F238E27FC236}">
                <a16:creationId xmlns:a16="http://schemas.microsoft.com/office/drawing/2014/main" id="{5844597A-98D4-2B15-960A-44AC877E904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44486" y="1918632"/>
            <a:ext cx="2296502" cy="2296502"/>
          </a:xfrm>
          <a:prstGeom prst="rect">
            <a:avLst/>
          </a:prstGeom>
        </p:spPr>
      </p:pic>
      <p:pic>
        <p:nvPicPr>
          <p:cNvPr id="20" name="Graphic 19" descr="Phone Vibration with solid fill">
            <a:extLst>
              <a:ext uri="{FF2B5EF4-FFF2-40B4-BE49-F238E27FC236}">
                <a16:creationId xmlns:a16="http://schemas.microsoft.com/office/drawing/2014/main" id="{8FD70CED-D33A-216D-D0F9-72180C87E30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407246" y="3066883"/>
            <a:ext cx="2296503" cy="2296503"/>
          </a:xfrm>
          <a:prstGeom prst="rect">
            <a:avLst/>
          </a:prstGeom>
        </p:spPr>
      </p:pic>
      <p:pic>
        <p:nvPicPr>
          <p:cNvPr id="22" name="Graphic 21" descr="Web design with solid fill">
            <a:extLst>
              <a:ext uri="{FF2B5EF4-FFF2-40B4-BE49-F238E27FC236}">
                <a16:creationId xmlns:a16="http://schemas.microsoft.com/office/drawing/2014/main" id="{03D61A71-70C7-DCCB-8F6F-901F3720E98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44486" y="4215134"/>
            <a:ext cx="2296502" cy="2296502"/>
          </a:xfrm>
          <a:prstGeom prst="rect">
            <a:avLst/>
          </a:prstGeom>
        </p:spPr>
      </p:pic>
      <p:graphicFrame>
        <p:nvGraphicFramePr>
          <p:cNvPr id="23" name="Diagram 22">
            <a:extLst>
              <a:ext uri="{FF2B5EF4-FFF2-40B4-BE49-F238E27FC236}">
                <a16:creationId xmlns:a16="http://schemas.microsoft.com/office/drawing/2014/main" id="{EBD5BAF5-2765-C09C-B44B-734A78400A2C}"/>
              </a:ext>
            </a:extLst>
          </p:cNvPr>
          <p:cNvGraphicFramePr/>
          <p:nvPr>
            <p:extLst>
              <p:ext uri="{D42A27DB-BD31-4B8C-83A1-F6EECF244321}">
                <p14:modId xmlns:p14="http://schemas.microsoft.com/office/powerpoint/2010/main" val="566189888"/>
              </p:ext>
            </p:extLst>
          </p:nvPr>
        </p:nvGraphicFramePr>
        <p:xfrm>
          <a:off x="521108" y="473305"/>
          <a:ext cx="11182641" cy="88444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2993399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46F10EC9-CD2F-33D7-7A96-579E5C1AA6C5}"/>
            </a:ext>
          </a:extLst>
        </p:cNvPr>
        <p:cNvGrpSpPr/>
        <p:nvPr/>
      </p:nvGrpSpPr>
      <p:grpSpPr>
        <a:xfrm>
          <a:off x="0" y="0"/>
          <a:ext cx="0" cy="0"/>
          <a:chOff x="0" y="0"/>
          <a:chExt cx="0" cy="0"/>
        </a:xfrm>
      </p:grpSpPr>
      <p:graphicFrame>
        <p:nvGraphicFramePr>
          <p:cNvPr id="23" name="Diagram 22">
            <a:extLst>
              <a:ext uri="{FF2B5EF4-FFF2-40B4-BE49-F238E27FC236}">
                <a16:creationId xmlns:a16="http://schemas.microsoft.com/office/drawing/2014/main" id="{3D203A15-B360-A8E9-03A4-E865CFB219E7}"/>
              </a:ext>
            </a:extLst>
          </p:cNvPr>
          <p:cNvGraphicFramePr/>
          <p:nvPr>
            <p:extLst>
              <p:ext uri="{D42A27DB-BD31-4B8C-83A1-F6EECF244321}">
                <p14:modId xmlns:p14="http://schemas.microsoft.com/office/powerpoint/2010/main" val="1383862940"/>
              </p:ext>
            </p:extLst>
          </p:nvPr>
        </p:nvGraphicFramePr>
        <p:xfrm>
          <a:off x="521108" y="473305"/>
          <a:ext cx="11281032" cy="884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Diagram 8">
            <a:extLst>
              <a:ext uri="{FF2B5EF4-FFF2-40B4-BE49-F238E27FC236}">
                <a16:creationId xmlns:a16="http://schemas.microsoft.com/office/drawing/2014/main" id="{14776733-60CD-3DDB-7D8C-558661A08326}"/>
              </a:ext>
            </a:extLst>
          </p:cNvPr>
          <p:cNvGraphicFramePr/>
          <p:nvPr>
            <p:extLst>
              <p:ext uri="{D42A27DB-BD31-4B8C-83A1-F6EECF244321}">
                <p14:modId xmlns:p14="http://schemas.microsoft.com/office/powerpoint/2010/main" val="4066387096"/>
              </p:ext>
            </p:extLst>
          </p:nvPr>
        </p:nvGraphicFramePr>
        <p:xfrm>
          <a:off x="521106" y="1616148"/>
          <a:ext cx="11281033" cy="476854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123863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472AB3D8-46C1-4038-B2F8-CE1B910CBB33}"/>
            </a:ext>
          </a:extLst>
        </p:cNvPr>
        <p:cNvGrpSpPr/>
        <p:nvPr/>
      </p:nvGrpSpPr>
      <p:grpSpPr>
        <a:xfrm>
          <a:off x="0" y="0"/>
          <a:ext cx="0" cy="0"/>
          <a:chOff x="0" y="0"/>
          <a:chExt cx="0" cy="0"/>
        </a:xfrm>
      </p:grpSpPr>
      <p:graphicFrame>
        <p:nvGraphicFramePr>
          <p:cNvPr id="23" name="Diagram 22">
            <a:extLst>
              <a:ext uri="{FF2B5EF4-FFF2-40B4-BE49-F238E27FC236}">
                <a16:creationId xmlns:a16="http://schemas.microsoft.com/office/drawing/2014/main" id="{12E29F0A-EF9A-1C8D-8F9A-8D01783DFC4C}"/>
              </a:ext>
            </a:extLst>
          </p:cNvPr>
          <p:cNvGraphicFramePr/>
          <p:nvPr>
            <p:extLst>
              <p:ext uri="{D42A27DB-BD31-4B8C-83A1-F6EECF244321}">
                <p14:modId xmlns:p14="http://schemas.microsoft.com/office/powerpoint/2010/main" val="3187298256"/>
              </p:ext>
            </p:extLst>
          </p:nvPr>
        </p:nvGraphicFramePr>
        <p:xfrm>
          <a:off x="521108" y="473305"/>
          <a:ext cx="11281032" cy="884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BB652B56-8072-6695-CF91-A87D2CAC6480}"/>
              </a:ext>
            </a:extLst>
          </p:cNvPr>
          <p:cNvGraphicFramePr/>
          <p:nvPr>
            <p:extLst>
              <p:ext uri="{D42A27DB-BD31-4B8C-83A1-F6EECF244321}">
                <p14:modId xmlns:p14="http://schemas.microsoft.com/office/powerpoint/2010/main" val="4162054741"/>
              </p:ext>
            </p:extLst>
          </p:nvPr>
        </p:nvGraphicFramePr>
        <p:xfrm>
          <a:off x="521108" y="1524000"/>
          <a:ext cx="11281032" cy="512695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648390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3C483650-C9C7-0BAE-33C3-8DAF9911EB1C}"/>
            </a:ext>
          </a:extLst>
        </p:cNvPr>
        <p:cNvGrpSpPr/>
        <p:nvPr/>
      </p:nvGrpSpPr>
      <p:grpSpPr>
        <a:xfrm>
          <a:off x="0" y="0"/>
          <a:ext cx="0" cy="0"/>
          <a:chOff x="0" y="0"/>
          <a:chExt cx="0" cy="0"/>
        </a:xfrm>
      </p:grpSpPr>
      <p:graphicFrame>
        <p:nvGraphicFramePr>
          <p:cNvPr id="23" name="Diagram 22">
            <a:extLst>
              <a:ext uri="{FF2B5EF4-FFF2-40B4-BE49-F238E27FC236}">
                <a16:creationId xmlns:a16="http://schemas.microsoft.com/office/drawing/2014/main" id="{E76B7ACE-81CB-AAC7-B529-6AA7A7169435}"/>
              </a:ext>
            </a:extLst>
          </p:cNvPr>
          <p:cNvGraphicFramePr/>
          <p:nvPr>
            <p:extLst>
              <p:ext uri="{D42A27DB-BD31-4B8C-83A1-F6EECF244321}">
                <p14:modId xmlns:p14="http://schemas.microsoft.com/office/powerpoint/2010/main" val="4038968480"/>
              </p:ext>
            </p:extLst>
          </p:nvPr>
        </p:nvGraphicFramePr>
        <p:xfrm>
          <a:off x="521108" y="473305"/>
          <a:ext cx="11281032" cy="884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a:extLst>
              <a:ext uri="{FF2B5EF4-FFF2-40B4-BE49-F238E27FC236}">
                <a16:creationId xmlns:a16="http://schemas.microsoft.com/office/drawing/2014/main" id="{EA7BDDFB-9611-49A6-7EC6-7B332AFB2AFC}"/>
              </a:ext>
            </a:extLst>
          </p:cNvPr>
          <p:cNvGraphicFramePr/>
          <p:nvPr>
            <p:extLst>
              <p:ext uri="{D42A27DB-BD31-4B8C-83A1-F6EECF244321}">
                <p14:modId xmlns:p14="http://schemas.microsoft.com/office/powerpoint/2010/main" val="2152549254"/>
              </p:ext>
            </p:extLst>
          </p:nvPr>
        </p:nvGraphicFramePr>
        <p:xfrm>
          <a:off x="4142509" y="1607128"/>
          <a:ext cx="7659631" cy="495992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Diagram 5">
            <a:extLst>
              <a:ext uri="{FF2B5EF4-FFF2-40B4-BE49-F238E27FC236}">
                <a16:creationId xmlns:a16="http://schemas.microsoft.com/office/drawing/2014/main" id="{1A0ED787-436E-0B56-696F-BEF37E085EF7}"/>
              </a:ext>
            </a:extLst>
          </p:cNvPr>
          <p:cNvGraphicFramePr/>
          <p:nvPr>
            <p:extLst>
              <p:ext uri="{D42A27DB-BD31-4B8C-83A1-F6EECF244321}">
                <p14:modId xmlns:p14="http://schemas.microsoft.com/office/powerpoint/2010/main" val="1125831627"/>
              </p:ext>
            </p:extLst>
          </p:nvPr>
        </p:nvGraphicFramePr>
        <p:xfrm>
          <a:off x="286327" y="1607129"/>
          <a:ext cx="3731491" cy="4959928"/>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638262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DAEABFAE-E371-04FA-7358-808B38CAD04D}"/>
            </a:ext>
          </a:extLst>
        </p:cNvPr>
        <p:cNvGrpSpPr/>
        <p:nvPr/>
      </p:nvGrpSpPr>
      <p:grpSpPr>
        <a:xfrm>
          <a:off x="0" y="0"/>
          <a:ext cx="0" cy="0"/>
          <a:chOff x="0" y="0"/>
          <a:chExt cx="0" cy="0"/>
        </a:xfrm>
      </p:grpSpPr>
      <p:graphicFrame>
        <p:nvGraphicFramePr>
          <p:cNvPr id="23" name="Diagram 22">
            <a:extLst>
              <a:ext uri="{FF2B5EF4-FFF2-40B4-BE49-F238E27FC236}">
                <a16:creationId xmlns:a16="http://schemas.microsoft.com/office/drawing/2014/main" id="{199E5052-DA1D-4770-FA1B-67CA4B29DC03}"/>
              </a:ext>
            </a:extLst>
          </p:cNvPr>
          <p:cNvGraphicFramePr/>
          <p:nvPr>
            <p:extLst>
              <p:ext uri="{D42A27DB-BD31-4B8C-83A1-F6EECF244321}">
                <p14:modId xmlns:p14="http://schemas.microsoft.com/office/powerpoint/2010/main" val="395569726"/>
              </p:ext>
            </p:extLst>
          </p:nvPr>
        </p:nvGraphicFramePr>
        <p:xfrm>
          <a:off x="521108" y="473305"/>
          <a:ext cx="11281032" cy="884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DFF10D12-72BB-1BB3-607D-B1E2DFFCF423}"/>
              </a:ext>
            </a:extLst>
          </p:cNvPr>
          <p:cNvGraphicFramePr/>
          <p:nvPr>
            <p:extLst>
              <p:ext uri="{D42A27DB-BD31-4B8C-83A1-F6EECF244321}">
                <p14:modId xmlns:p14="http://schemas.microsoft.com/office/powerpoint/2010/main" val="2464474382"/>
              </p:ext>
            </p:extLst>
          </p:nvPr>
        </p:nvGraphicFramePr>
        <p:xfrm>
          <a:off x="521108" y="1679944"/>
          <a:ext cx="11281032" cy="495477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270839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a:extLst>
            <a:ext uri="{FF2B5EF4-FFF2-40B4-BE49-F238E27FC236}">
              <a16:creationId xmlns:a16="http://schemas.microsoft.com/office/drawing/2014/main" id="{7C88D5EA-420C-C5E1-0EEB-6912311518C3}"/>
            </a:ext>
          </a:extLst>
        </p:cNvPr>
        <p:cNvGrpSpPr/>
        <p:nvPr/>
      </p:nvGrpSpPr>
      <p:grpSpPr>
        <a:xfrm>
          <a:off x="0" y="0"/>
          <a:ext cx="0" cy="0"/>
          <a:chOff x="0" y="0"/>
          <a:chExt cx="0" cy="0"/>
        </a:xfrm>
      </p:grpSpPr>
      <p:graphicFrame>
        <p:nvGraphicFramePr>
          <p:cNvPr id="23" name="Diagram 22">
            <a:extLst>
              <a:ext uri="{FF2B5EF4-FFF2-40B4-BE49-F238E27FC236}">
                <a16:creationId xmlns:a16="http://schemas.microsoft.com/office/drawing/2014/main" id="{26B584B1-0017-B87F-18BD-0297BAFB4FBF}"/>
              </a:ext>
            </a:extLst>
          </p:cNvPr>
          <p:cNvGraphicFramePr/>
          <p:nvPr>
            <p:extLst>
              <p:ext uri="{D42A27DB-BD31-4B8C-83A1-F6EECF244321}">
                <p14:modId xmlns:p14="http://schemas.microsoft.com/office/powerpoint/2010/main" val="370973459"/>
              </p:ext>
            </p:extLst>
          </p:nvPr>
        </p:nvGraphicFramePr>
        <p:xfrm>
          <a:off x="521108" y="473305"/>
          <a:ext cx="11281032" cy="8844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3" name="Diagram 2">
            <a:extLst>
              <a:ext uri="{FF2B5EF4-FFF2-40B4-BE49-F238E27FC236}">
                <a16:creationId xmlns:a16="http://schemas.microsoft.com/office/drawing/2014/main" id="{6C6D1230-C9D8-429A-B56E-1E97D8B31041}"/>
              </a:ext>
            </a:extLst>
          </p:cNvPr>
          <p:cNvGraphicFramePr/>
          <p:nvPr>
            <p:extLst>
              <p:ext uri="{D42A27DB-BD31-4B8C-83A1-F6EECF244321}">
                <p14:modId xmlns:p14="http://schemas.microsoft.com/office/powerpoint/2010/main" val="1188220935"/>
              </p:ext>
            </p:extLst>
          </p:nvPr>
        </p:nvGraphicFramePr>
        <p:xfrm>
          <a:off x="521107" y="2254102"/>
          <a:ext cx="11281031" cy="460389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66503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A42D8B7-8CE7-B29A-176B-F9C03416ADC1}"/>
            </a:ext>
          </a:extLst>
        </p:cNvPr>
        <p:cNvGrpSpPr/>
        <p:nvPr/>
      </p:nvGrpSpPr>
      <p:grpSpPr>
        <a:xfrm>
          <a:off x="0" y="0"/>
          <a:ext cx="0" cy="0"/>
          <a:chOff x="0" y="0"/>
          <a:chExt cx="0" cy="0"/>
        </a:xfrm>
      </p:grpSpPr>
      <p:graphicFrame>
        <p:nvGraphicFramePr>
          <p:cNvPr id="23" name="Diagram 22">
            <a:extLst>
              <a:ext uri="{FF2B5EF4-FFF2-40B4-BE49-F238E27FC236}">
                <a16:creationId xmlns:a16="http://schemas.microsoft.com/office/drawing/2014/main" id="{E7BF6259-89CD-7B73-24DB-19A80640CBDA}"/>
              </a:ext>
            </a:extLst>
          </p:cNvPr>
          <p:cNvGraphicFramePr/>
          <p:nvPr>
            <p:extLst>
              <p:ext uri="{D42A27DB-BD31-4B8C-83A1-F6EECF244321}">
                <p14:modId xmlns:p14="http://schemas.microsoft.com/office/powerpoint/2010/main" val="1045370873"/>
              </p:ext>
            </p:extLst>
          </p:nvPr>
        </p:nvGraphicFramePr>
        <p:xfrm>
          <a:off x="521108" y="473305"/>
          <a:ext cx="11281032" cy="884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a:extLst>
              <a:ext uri="{FF2B5EF4-FFF2-40B4-BE49-F238E27FC236}">
                <a16:creationId xmlns:a16="http://schemas.microsoft.com/office/drawing/2014/main" id="{7FD043B4-3907-4D0A-B297-FD1387AA0E02}"/>
              </a:ext>
            </a:extLst>
          </p:cNvPr>
          <p:cNvGraphicFramePr/>
          <p:nvPr>
            <p:extLst>
              <p:ext uri="{D42A27DB-BD31-4B8C-83A1-F6EECF244321}">
                <p14:modId xmlns:p14="http://schemas.microsoft.com/office/powerpoint/2010/main" val="612268901"/>
              </p:ext>
            </p:extLst>
          </p:nvPr>
        </p:nvGraphicFramePr>
        <p:xfrm>
          <a:off x="521108" y="1661006"/>
          <a:ext cx="11281031" cy="494536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840236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2176688-915D-456C-B7F2-E908FB71E24D}"/>
            </a:ext>
          </a:extLst>
        </p:cNvPr>
        <p:cNvGrpSpPr/>
        <p:nvPr/>
      </p:nvGrpSpPr>
      <p:grpSpPr>
        <a:xfrm>
          <a:off x="0" y="0"/>
          <a:ext cx="0" cy="0"/>
          <a:chOff x="0" y="0"/>
          <a:chExt cx="0" cy="0"/>
        </a:xfrm>
      </p:grpSpPr>
      <p:graphicFrame>
        <p:nvGraphicFramePr>
          <p:cNvPr id="23" name="Diagram 22">
            <a:extLst>
              <a:ext uri="{FF2B5EF4-FFF2-40B4-BE49-F238E27FC236}">
                <a16:creationId xmlns:a16="http://schemas.microsoft.com/office/drawing/2014/main" id="{59CA6136-57D2-C0E7-497B-EC5BC105F154}"/>
              </a:ext>
            </a:extLst>
          </p:cNvPr>
          <p:cNvGraphicFramePr/>
          <p:nvPr>
            <p:extLst>
              <p:ext uri="{D42A27DB-BD31-4B8C-83A1-F6EECF244321}">
                <p14:modId xmlns:p14="http://schemas.microsoft.com/office/powerpoint/2010/main" val="1568319411"/>
              </p:ext>
            </p:extLst>
          </p:nvPr>
        </p:nvGraphicFramePr>
        <p:xfrm>
          <a:off x="521108" y="473305"/>
          <a:ext cx="11281032" cy="884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A2038C44-DA47-7F00-4667-654F59242100}"/>
              </a:ext>
            </a:extLst>
          </p:cNvPr>
          <p:cNvSpPr txBox="1"/>
          <p:nvPr/>
        </p:nvSpPr>
        <p:spPr>
          <a:xfrm>
            <a:off x="521109" y="2000853"/>
            <a:ext cx="11281031" cy="4154984"/>
          </a:xfrm>
          <a:prstGeom prst="rect">
            <a:avLst/>
          </a:prstGeom>
          <a:noFill/>
        </p:spPr>
        <p:txBody>
          <a:bodyPr wrap="square" rtlCol="0">
            <a:spAutoFit/>
          </a:bodyPr>
          <a:lstStyle/>
          <a:p>
            <a:r>
              <a:rPr lang="en-US" sz="2400" dirty="0"/>
              <a:t>“On Call” developers are a natural evolution to the world of “always online” and “always awake.”  DevOps is all about delivering at speed and fixing things when they break.  Things don’t always break during business hours!</a:t>
            </a:r>
          </a:p>
          <a:p>
            <a:endParaRPr lang="en-US" sz="2400" dirty="0"/>
          </a:p>
          <a:p>
            <a:r>
              <a:rPr lang="en-US" sz="2400" dirty="0"/>
              <a:t>Pager Rotation ensures that every developer gets experience fixing issues while also giving developers time to completely “unplug” from work to avoid burnout. </a:t>
            </a:r>
            <a:br>
              <a:rPr lang="en-US" sz="2400" dirty="0"/>
            </a:br>
            <a:br>
              <a:rPr lang="en-US" sz="2400" dirty="0"/>
            </a:br>
            <a:r>
              <a:rPr lang="en-US" sz="2400" dirty="0"/>
              <a:t>This process helps share the ownership of the entire codebase throughout the team.  Everyone owns everything, so you can adopt a “see it, fix it, ship it” mentality, and the pipeline (GitHub, for example) handles a lot of the documentation for you. (So there is still accountability, but not at the expense of the speed of shipping fixes.</a:t>
            </a:r>
          </a:p>
        </p:txBody>
      </p:sp>
    </p:spTree>
    <p:extLst>
      <p:ext uri="{BB962C8B-B14F-4D97-AF65-F5344CB8AC3E}">
        <p14:creationId xmlns:p14="http://schemas.microsoft.com/office/powerpoint/2010/main" val="1441516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554CCFF-7EFE-60C9-F222-2467D6061C55}"/>
            </a:ext>
          </a:extLst>
        </p:cNvPr>
        <p:cNvGrpSpPr/>
        <p:nvPr/>
      </p:nvGrpSpPr>
      <p:grpSpPr>
        <a:xfrm>
          <a:off x="0" y="0"/>
          <a:ext cx="0" cy="0"/>
          <a:chOff x="0" y="0"/>
          <a:chExt cx="0" cy="0"/>
        </a:xfrm>
      </p:grpSpPr>
      <p:graphicFrame>
        <p:nvGraphicFramePr>
          <p:cNvPr id="23" name="Diagram 22">
            <a:extLst>
              <a:ext uri="{FF2B5EF4-FFF2-40B4-BE49-F238E27FC236}">
                <a16:creationId xmlns:a16="http://schemas.microsoft.com/office/drawing/2014/main" id="{5484067B-D9B1-BB1D-4C75-3FA80733C166}"/>
              </a:ext>
            </a:extLst>
          </p:cNvPr>
          <p:cNvGraphicFramePr/>
          <p:nvPr>
            <p:extLst>
              <p:ext uri="{D42A27DB-BD31-4B8C-83A1-F6EECF244321}">
                <p14:modId xmlns:p14="http://schemas.microsoft.com/office/powerpoint/2010/main" val="1457525828"/>
              </p:ext>
            </p:extLst>
          </p:nvPr>
        </p:nvGraphicFramePr>
        <p:xfrm>
          <a:off x="521108" y="473305"/>
          <a:ext cx="11281032" cy="884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Diagram 1">
            <a:extLst>
              <a:ext uri="{FF2B5EF4-FFF2-40B4-BE49-F238E27FC236}">
                <a16:creationId xmlns:a16="http://schemas.microsoft.com/office/drawing/2014/main" id="{42885F59-B6FD-09E4-F3C2-2FCE5C3C5983}"/>
              </a:ext>
            </a:extLst>
          </p:cNvPr>
          <p:cNvGraphicFramePr/>
          <p:nvPr>
            <p:extLst>
              <p:ext uri="{D42A27DB-BD31-4B8C-83A1-F6EECF244321}">
                <p14:modId xmlns:p14="http://schemas.microsoft.com/office/powerpoint/2010/main" val="3561109246"/>
              </p:ext>
            </p:extLst>
          </p:nvPr>
        </p:nvGraphicFramePr>
        <p:xfrm>
          <a:off x="332509" y="1579418"/>
          <a:ext cx="11469631" cy="50292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5093190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Celestial</Template>
  <TotalTime>608</TotalTime>
  <Words>1081</Words>
  <Application>Microsoft Macintosh PowerPoint</Application>
  <PresentationFormat>Widescreen</PresentationFormat>
  <Paragraphs>87</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Calibri Light</vt:lpstr>
      <vt:lpstr>Celestial</vt:lpstr>
      <vt:lpstr>Pager Rotation Duties  in the  DevOps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breutzmann</dc:creator>
  <cp:lastModifiedBy>Robert breutzmann</cp:lastModifiedBy>
  <cp:revision>5</cp:revision>
  <dcterms:created xsi:type="dcterms:W3CDTF">2026-07-11T18:22:33Z</dcterms:created>
  <dcterms:modified xsi:type="dcterms:W3CDTF">2026-07-12T04:41:02Z</dcterms:modified>
</cp:coreProperties>
</file>