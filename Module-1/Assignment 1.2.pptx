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65" r:id="rId1"/>
  </p:sldMasterIdLst>
  <p:sldIdLst>
    <p:sldId id="256" r:id="rId2"/>
    <p:sldId id="257" r:id="rId3"/>
    <p:sldId id="258" r:id="rId4"/>
    <p:sldId id="259" r:id="rId5"/>
    <p:sldId id="261" r:id="rId6"/>
    <p:sldId id="260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00"/>
    <p:restoredTop sz="94517"/>
  </p:normalViewPr>
  <p:slideViewPr>
    <p:cSldViewPr snapToGrid="0">
      <p:cViewPr>
        <p:scale>
          <a:sx n="91" d="100"/>
          <a:sy n="91" d="100"/>
        </p:scale>
        <p:origin x="488" y="1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5">
  <dgm:title val=""/>
  <dgm:desc val=""/>
  <dgm:catLst>
    <dgm:cat type="accent1" pri="11500"/>
  </dgm:catLst>
  <dgm:styleLbl name="node0">
    <dgm:fillClrLst meth="cycle"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1">
        <a:alpha val="90000"/>
      </a:schemeClr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alpha val="90000"/>
      </a:schemeClr>
      <a:schemeClr val="accent1">
        <a:alpha val="5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/>
    <dgm:txEffectClrLst/>
  </dgm:styleLbl>
  <dgm:styleLbl name="lnNode1">
    <dgm:fillClrLst>
      <a:schemeClr val="accent1">
        <a:shade val="90000"/>
      </a:schemeClr>
      <a:schemeClr val="accent1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  <a:alpha val="90000"/>
      </a:schemeClr>
      <a:schemeClr val="accent1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1">
        <a:alpha val="90000"/>
        <a:tint val="40000"/>
      </a:schemeClr>
      <a:schemeClr val="accent1">
        <a:alpha val="5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DC531BC-4211-3046-B697-86B704BCF52D}" type="doc">
      <dgm:prSet loTypeId="urn:microsoft.com/office/officeart/2005/8/layout/vList2" loCatId="" qsTypeId="urn:microsoft.com/office/officeart/2005/8/quickstyle/3d4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564E5B5-4F25-3C4A-B18D-D640D76A652A}">
      <dgm:prSet/>
      <dgm:spPr/>
      <dgm:t>
        <a:bodyPr/>
        <a:lstStyle/>
        <a:p>
          <a:r>
            <a:rPr lang="en-US" dirty="0"/>
            <a:t>“The Technology Value Stream is the process required to convert a business hypothesis into a technology-enabled service that delivers value to the customer” (Kim et al., 2016).</a:t>
          </a:r>
        </a:p>
      </dgm:t>
    </dgm:pt>
    <dgm:pt modelId="{446F9A22-771E-0C47-B996-64FA40779D34}" type="parTrans" cxnId="{36F711C5-2ED1-9F41-BA48-299B72A7FCF1}">
      <dgm:prSet/>
      <dgm:spPr/>
      <dgm:t>
        <a:bodyPr/>
        <a:lstStyle/>
        <a:p>
          <a:endParaRPr lang="en-US"/>
        </a:p>
      </dgm:t>
    </dgm:pt>
    <dgm:pt modelId="{C70DDFDA-0908-4440-88FF-B1CEAEBF1A4B}" type="sibTrans" cxnId="{36F711C5-2ED1-9F41-BA48-299B72A7FCF1}">
      <dgm:prSet/>
      <dgm:spPr/>
      <dgm:t>
        <a:bodyPr/>
        <a:lstStyle/>
        <a:p>
          <a:endParaRPr lang="en-US"/>
        </a:p>
      </dgm:t>
    </dgm:pt>
    <dgm:pt modelId="{0D8A4D04-81C4-AC4E-9C8A-163413B2F1A6}" type="pres">
      <dgm:prSet presAssocID="{0DC531BC-4211-3046-B697-86B704BCF52D}" presName="linear" presStyleCnt="0">
        <dgm:presLayoutVars>
          <dgm:animLvl val="lvl"/>
          <dgm:resizeHandles val="exact"/>
        </dgm:presLayoutVars>
      </dgm:prSet>
      <dgm:spPr/>
    </dgm:pt>
    <dgm:pt modelId="{DBBD55CF-7529-0D47-A8ED-78C580FD9A36}" type="pres">
      <dgm:prSet presAssocID="{B564E5B5-4F25-3C4A-B18D-D640D76A652A}" presName="parentText" presStyleLbl="node1" presStyleIdx="0" presStyleCnt="1">
        <dgm:presLayoutVars>
          <dgm:chMax val="0"/>
          <dgm:bulletEnabled val="1"/>
        </dgm:presLayoutVars>
      </dgm:prSet>
      <dgm:spPr/>
    </dgm:pt>
  </dgm:ptLst>
  <dgm:cxnLst>
    <dgm:cxn modelId="{D1C44FBE-12AD-3645-A36D-D014B97D87F5}" type="presOf" srcId="{0DC531BC-4211-3046-B697-86B704BCF52D}" destId="{0D8A4D04-81C4-AC4E-9C8A-163413B2F1A6}" srcOrd="0" destOrd="0" presId="urn:microsoft.com/office/officeart/2005/8/layout/vList2"/>
    <dgm:cxn modelId="{36F711C5-2ED1-9F41-BA48-299B72A7FCF1}" srcId="{0DC531BC-4211-3046-B697-86B704BCF52D}" destId="{B564E5B5-4F25-3C4A-B18D-D640D76A652A}" srcOrd="0" destOrd="0" parTransId="{446F9A22-771E-0C47-B996-64FA40779D34}" sibTransId="{C70DDFDA-0908-4440-88FF-B1CEAEBF1A4B}"/>
    <dgm:cxn modelId="{91F3FBED-5E62-4844-991D-97E751EAC96E}" type="presOf" srcId="{B564E5B5-4F25-3C4A-B18D-D640D76A652A}" destId="{DBBD55CF-7529-0D47-A8ED-78C580FD9A36}" srcOrd="0" destOrd="0" presId="urn:microsoft.com/office/officeart/2005/8/layout/vList2"/>
    <dgm:cxn modelId="{728328D2-12B7-6B40-AC40-1AF8256BABE3}" type="presParOf" srcId="{0D8A4D04-81C4-AC4E-9C8A-163413B2F1A6}" destId="{DBBD55CF-7529-0D47-A8ED-78C580FD9A36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4D70CC4-14EE-C743-9594-642FF0F21438}" type="doc">
      <dgm:prSet loTypeId="urn:microsoft.com/office/officeart/2009/3/layout/RandomtoResultProcess" loCatId="" qsTypeId="urn:microsoft.com/office/officeart/2005/8/quickstyle/3d2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DDF94C4-88FA-A94D-A58F-0CADFC59BB90}">
      <dgm:prSet phldrT="[Text]"/>
      <dgm:spPr/>
      <dgm:t>
        <a:bodyPr/>
        <a:lstStyle/>
        <a:p>
          <a:r>
            <a:rPr lang="en-US" dirty="0"/>
            <a:t>Objectives </a:t>
          </a:r>
        </a:p>
        <a:p>
          <a:r>
            <a:rPr lang="en-US" dirty="0"/>
            <a:t>&amp; Ideas</a:t>
          </a:r>
        </a:p>
      </dgm:t>
    </dgm:pt>
    <dgm:pt modelId="{94246602-BD12-9448-B814-637CBF876E62}" type="parTrans" cxnId="{14334D2F-5C13-2E44-8DD4-A678BCD068DB}">
      <dgm:prSet/>
      <dgm:spPr/>
      <dgm:t>
        <a:bodyPr/>
        <a:lstStyle/>
        <a:p>
          <a:endParaRPr lang="en-US"/>
        </a:p>
      </dgm:t>
    </dgm:pt>
    <dgm:pt modelId="{DAE1CB81-39C9-C44D-9E83-5D0FF13E0A87}" type="sibTrans" cxnId="{14334D2F-5C13-2E44-8DD4-A678BCD068DB}">
      <dgm:prSet/>
      <dgm:spPr/>
      <dgm:t>
        <a:bodyPr/>
        <a:lstStyle/>
        <a:p>
          <a:endParaRPr lang="en-US"/>
        </a:p>
      </dgm:t>
    </dgm:pt>
    <dgm:pt modelId="{C0B3012A-68AA-C54D-AF1F-4343CAAB1242}">
      <dgm:prSet phldrT="[Text]"/>
      <dgm:spPr/>
      <dgm:t>
        <a:bodyPr/>
        <a:lstStyle/>
        <a:p>
          <a:r>
            <a:rPr lang="en-US" dirty="0"/>
            <a:t> </a:t>
          </a:r>
        </a:p>
      </dgm:t>
    </dgm:pt>
    <dgm:pt modelId="{6BA7B3B1-2CE5-C34D-9416-D34B82237A88}" type="parTrans" cxnId="{3728ACA6-BEF8-7F4B-92F4-56CF15F59F10}">
      <dgm:prSet/>
      <dgm:spPr/>
      <dgm:t>
        <a:bodyPr/>
        <a:lstStyle/>
        <a:p>
          <a:endParaRPr lang="en-US"/>
        </a:p>
      </dgm:t>
    </dgm:pt>
    <dgm:pt modelId="{E8D9BC72-0918-9746-8FD1-49EEE147905C}" type="sibTrans" cxnId="{3728ACA6-BEF8-7F4B-92F4-56CF15F59F10}">
      <dgm:prSet/>
      <dgm:spPr/>
      <dgm:t>
        <a:bodyPr/>
        <a:lstStyle/>
        <a:p>
          <a:endParaRPr lang="en-US"/>
        </a:p>
      </dgm:t>
    </dgm:pt>
    <dgm:pt modelId="{F36AAB3F-2837-5C46-86BB-C7030220FB05}">
      <dgm:prSet phldrT="[Text]"/>
      <dgm:spPr/>
      <dgm:t>
        <a:bodyPr/>
        <a:lstStyle/>
        <a:p>
          <a:r>
            <a:rPr lang="en-US" dirty="0"/>
            <a:t>Code successfully in production</a:t>
          </a:r>
        </a:p>
      </dgm:t>
    </dgm:pt>
    <dgm:pt modelId="{83F93DFD-025E-244C-9F2E-FCBABF50862D}" type="parTrans" cxnId="{0ABA2612-7E28-3A48-A69F-092A6ECDE91E}">
      <dgm:prSet/>
      <dgm:spPr/>
      <dgm:t>
        <a:bodyPr/>
        <a:lstStyle/>
        <a:p>
          <a:endParaRPr lang="en-US"/>
        </a:p>
      </dgm:t>
    </dgm:pt>
    <dgm:pt modelId="{EB33746D-82FE-3141-ACCB-429D1825ACE1}" type="sibTrans" cxnId="{0ABA2612-7E28-3A48-A69F-092A6ECDE91E}">
      <dgm:prSet/>
      <dgm:spPr/>
      <dgm:t>
        <a:bodyPr/>
        <a:lstStyle/>
        <a:p>
          <a:endParaRPr lang="en-US"/>
        </a:p>
      </dgm:t>
    </dgm:pt>
    <dgm:pt modelId="{A5A20311-414B-BF45-84C4-30743715B56B}">
      <dgm:prSet phldrT="[Text]"/>
      <dgm:spPr/>
      <dgm:t>
        <a:bodyPr/>
        <a:lstStyle/>
        <a:p>
          <a:r>
            <a:rPr lang="en-US" dirty="0"/>
            <a:t> </a:t>
          </a:r>
        </a:p>
      </dgm:t>
    </dgm:pt>
    <dgm:pt modelId="{9A5D4504-FED1-D748-9671-6F43E3597943}" type="parTrans" cxnId="{2B7C44D1-7B38-8A46-B5B5-37E3B489FBB3}">
      <dgm:prSet/>
      <dgm:spPr/>
      <dgm:t>
        <a:bodyPr/>
        <a:lstStyle/>
        <a:p>
          <a:endParaRPr lang="en-US"/>
        </a:p>
      </dgm:t>
    </dgm:pt>
    <dgm:pt modelId="{8E08B038-F06F-DE4A-BE3B-6E01FFCF7D2F}" type="sibTrans" cxnId="{2B7C44D1-7B38-8A46-B5B5-37E3B489FBB3}">
      <dgm:prSet/>
      <dgm:spPr/>
      <dgm:t>
        <a:bodyPr/>
        <a:lstStyle/>
        <a:p>
          <a:endParaRPr lang="en-US"/>
        </a:p>
      </dgm:t>
    </dgm:pt>
    <dgm:pt modelId="{DE2F335C-4E49-8C47-BA60-B162C6F8C126}" type="pres">
      <dgm:prSet presAssocID="{74D70CC4-14EE-C743-9594-642FF0F21438}" presName="Name0" presStyleCnt="0">
        <dgm:presLayoutVars>
          <dgm:dir/>
          <dgm:animOne val="branch"/>
          <dgm:animLvl val="lvl"/>
        </dgm:presLayoutVars>
      </dgm:prSet>
      <dgm:spPr/>
    </dgm:pt>
    <dgm:pt modelId="{EAA8A53F-8877-084D-80AB-D58CD5C84F78}" type="pres">
      <dgm:prSet presAssocID="{8DDF94C4-88FA-A94D-A58F-0CADFC59BB90}" presName="chaos" presStyleCnt="0"/>
      <dgm:spPr/>
    </dgm:pt>
    <dgm:pt modelId="{42F1CAC3-57CC-C443-8C43-2E80FEDB38FF}" type="pres">
      <dgm:prSet presAssocID="{8DDF94C4-88FA-A94D-A58F-0CADFC59BB90}" presName="parTx1" presStyleLbl="revTx" presStyleIdx="0" presStyleCnt="3"/>
      <dgm:spPr/>
    </dgm:pt>
    <dgm:pt modelId="{90EB8D76-7125-CC41-B6E3-87ED3DB4F58E}" type="pres">
      <dgm:prSet presAssocID="{8DDF94C4-88FA-A94D-A58F-0CADFC59BB90}" presName="desTx1" presStyleLbl="revTx" presStyleIdx="1" presStyleCnt="3">
        <dgm:presLayoutVars>
          <dgm:bulletEnabled val="1"/>
        </dgm:presLayoutVars>
      </dgm:prSet>
      <dgm:spPr/>
    </dgm:pt>
    <dgm:pt modelId="{E5699CE9-3C7A-E34C-AC9A-703E9F3D442A}" type="pres">
      <dgm:prSet presAssocID="{8DDF94C4-88FA-A94D-A58F-0CADFC59BB90}" presName="c1" presStyleLbl="node1" presStyleIdx="0" presStyleCnt="19"/>
      <dgm:spPr/>
    </dgm:pt>
    <dgm:pt modelId="{2F1691DD-99A9-7846-939E-DC60353ABA1E}" type="pres">
      <dgm:prSet presAssocID="{8DDF94C4-88FA-A94D-A58F-0CADFC59BB90}" presName="c2" presStyleLbl="node1" presStyleIdx="1" presStyleCnt="19"/>
      <dgm:spPr/>
    </dgm:pt>
    <dgm:pt modelId="{D722E302-1BE2-B646-967E-933DB782ECDC}" type="pres">
      <dgm:prSet presAssocID="{8DDF94C4-88FA-A94D-A58F-0CADFC59BB90}" presName="c3" presStyleLbl="node1" presStyleIdx="2" presStyleCnt="19"/>
      <dgm:spPr/>
    </dgm:pt>
    <dgm:pt modelId="{80F7DCA4-6DE0-A845-9BAB-B09128E17923}" type="pres">
      <dgm:prSet presAssocID="{8DDF94C4-88FA-A94D-A58F-0CADFC59BB90}" presName="c4" presStyleLbl="node1" presStyleIdx="3" presStyleCnt="19"/>
      <dgm:spPr/>
    </dgm:pt>
    <dgm:pt modelId="{308BEEDE-E14B-934A-BCB1-A8315D632748}" type="pres">
      <dgm:prSet presAssocID="{8DDF94C4-88FA-A94D-A58F-0CADFC59BB90}" presName="c5" presStyleLbl="node1" presStyleIdx="4" presStyleCnt="19"/>
      <dgm:spPr/>
    </dgm:pt>
    <dgm:pt modelId="{91E9D40F-7857-964A-8748-F2FDC64A543C}" type="pres">
      <dgm:prSet presAssocID="{8DDF94C4-88FA-A94D-A58F-0CADFC59BB90}" presName="c6" presStyleLbl="node1" presStyleIdx="5" presStyleCnt="19"/>
      <dgm:spPr/>
    </dgm:pt>
    <dgm:pt modelId="{56F36A67-164C-224D-A2B9-C856FF75AE1E}" type="pres">
      <dgm:prSet presAssocID="{8DDF94C4-88FA-A94D-A58F-0CADFC59BB90}" presName="c7" presStyleLbl="node1" presStyleIdx="6" presStyleCnt="19"/>
      <dgm:spPr/>
    </dgm:pt>
    <dgm:pt modelId="{6F9B0F01-CE5F-2A4D-8817-002C9EDE9C1C}" type="pres">
      <dgm:prSet presAssocID="{8DDF94C4-88FA-A94D-A58F-0CADFC59BB90}" presName="c8" presStyleLbl="node1" presStyleIdx="7" presStyleCnt="19"/>
      <dgm:spPr/>
    </dgm:pt>
    <dgm:pt modelId="{50756C5D-45CE-7741-A542-F8EADB36CFDB}" type="pres">
      <dgm:prSet presAssocID="{8DDF94C4-88FA-A94D-A58F-0CADFC59BB90}" presName="c9" presStyleLbl="node1" presStyleIdx="8" presStyleCnt="19"/>
      <dgm:spPr/>
    </dgm:pt>
    <dgm:pt modelId="{1CDF9C55-4317-A148-8DBA-4D703F6F4FD5}" type="pres">
      <dgm:prSet presAssocID="{8DDF94C4-88FA-A94D-A58F-0CADFC59BB90}" presName="c10" presStyleLbl="node1" presStyleIdx="9" presStyleCnt="19"/>
      <dgm:spPr/>
    </dgm:pt>
    <dgm:pt modelId="{96413941-18DB-7045-9EC5-1F8E3632A18B}" type="pres">
      <dgm:prSet presAssocID="{8DDF94C4-88FA-A94D-A58F-0CADFC59BB90}" presName="c11" presStyleLbl="node1" presStyleIdx="10" presStyleCnt="19"/>
      <dgm:spPr/>
    </dgm:pt>
    <dgm:pt modelId="{6C45110A-C80A-8141-BA65-F0DEA73B19E7}" type="pres">
      <dgm:prSet presAssocID="{8DDF94C4-88FA-A94D-A58F-0CADFC59BB90}" presName="c12" presStyleLbl="node1" presStyleIdx="11" presStyleCnt="19"/>
      <dgm:spPr/>
    </dgm:pt>
    <dgm:pt modelId="{1F60F3D9-F19F-5442-A498-A4581C91CDB6}" type="pres">
      <dgm:prSet presAssocID="{8DDF94C4-88FA-A94D-A58F-0CADFC59BB90}" presName="c13" presStyleLbl="node1" presStyleIdx="12" presStyleCnt="19"/>
      <dgm:spPr/>
    </dgm:pt>
    <dgm:pt modelId="{A0D0B8F0-3FF0-8046-BA06-33D71A0C26BE}" type="pres">
      <dgm:prSet presAssocID="{8DDF94C4-88FA-A94D-A58F-0CADFC59BB90}" presName="c14" presStyleLbl="node1" presStyleIdx="13" presStyleCnt="19"/>
      <dgm:spPr/>
    </dgm:pt>
    <dgm:pt modelId="{477FBA36-C277-9C49-B594-F1ACA6B21F1A}" type="pres">
      <dgm:prSet presAssocID="{8DDF94C4-88FA-A94D-A58F-0CADFC59BB90}" presName="c15" presStyleLbl="node1" presStyleIdx="14" presStyleCnt="19"/>
      <dgm:spPr/>
    </dgm:pt>
    <dgm:pt modelId="{BB34DE18-4FBD-5247-AF8D-6194FA6DA10C}" type="pres">
      <dgm:prSet presAssocID="{8DDF94C4-88FA-A94D-A58F-0CADFC59BB90}" presName="c16" presStyleLbl="node1" presStyleIdx="15" presStyleCnt="19"/>
      <dgm:spPr/>
    </dgm:pt>
    <dgm:pt modelId="{349B6B68-C54E-D144-9D75-3555C10BDF8B}" type="pres">
      <dgm:prSet presAssocID="{8DDF94C4-88FA-A94D-A58F-0CADFC59BB90}" presName="c17" presStyleLbl="node1" presStyleIdx="16" presStyleCnt="19"/>
      <dgm:spPr/>
    </dgm:pt>
    <dgm:pt modelId="{AE96B075-DA9E-F440-BBB3-943E66AC4678}" type="pres">
      <dgm:prSet presAssocID="{8DDF94C4-88FA-A94D-A58F-0CADFC59BB90}" presName="c18" presStyleLbl="node1" presStyleIdx="17" presStyleCnt="19"/>
      <dgm:spPr/>
    </dgm:pt>
    <dgm:pt modelId="{B951E8B6-4201-6A47-9487-8DC87315FC59}" type="pres">
      <dgm:prSet presAssocID="{DAE1CB81-39C9-C44D-9E83-5D0FF13E0A87}" presName="chevronComposite1" presStyleCnt="0"/>
      <dgm:spPr/>
    </dgm:pt>
    <dgm:pt modelId="{262D3310-C5DC-4440-8D77-857FF5DDD016}" type="pres">
      <dgm:prSet presAssocID="{DAE1CB81-39C9-C44D-9E83-5D0FF13E0A87}" presName="chevron1" presStyleLbl="sibTrans2D1" presStyleIdx="0" presStyleCnt="2"/>
      <dgm:spPr/>
    </dgm:pt>
    <dgm:pt modelId="{81E614BE-CC41-2141-865B-17C597CE01C4}" type="pres">
      <dgm:prSet presAssocID="{DAE1CB81-39C9-C44D-9E83-5D0FF13E0A87}" presName="spChevron1" presStyleCnt="0"/>
      <dgm:spPr/>
    </dgm:pt>
    <dgm:pt modelId="{9AED5377-066D-8344-82E6-2E7C874124E4}" type="pres">
      <dgm:prSet presAssocID="{DAE1CB81-39C9-C44D-9E83-5D0FF13E0A87}" presName="overlap" presStyleCnt="0"/>
      <dgm:spPr/>
    </dgm:pt>
    <dgm:pt modelId="{E30BAB68-6D39-5E4D-8FF8-18B0E829D2F1}" type="pres">
      <dgm:prSet presAssocID="{DAE1CB81-39C9-C44D-9E83-5D0FF13E0A87}" presName="chevronComposite2" presStyleCnt="0"/>
      <dgm:spPr/>
    </dgm:pt>
    <dgm:pt modelId="{71B300E6-F854-024E-B7CE-A905B137CF15}" type="pres">
      <dgm:prSet presAssocID="{DAE1CB81-39C9-C44D-9E83-5D0FF13E0A87}" presName="chevron2" presStyleLbl="sibTrans2D1" presStyleIdx="1" presStyleCnt="2"/>
      <dgm:spPr/>
    </dgm:pt>
    <dgm:pt modelId="{0C578835-A753-7642-9860-F947E52323D0}" type="pres">
      <dgm:prSet presAssocID="{DAE1CB81-39C9-C44D-9E83-5D0FF13E0A87}" presName="spChevron2" presStyleCnt="0"/>
      <dgm:spPr/>
    </dgm:pt>
    <dgm:pt modelId="{4459DEA6-EF82-9145-9245-0BC57CDDD07B}" type="pres">
      <dgm:prSet presAssocID="{F36AAB3F-2837-5C46-86BB-C7030220FB05}" presName="last" presStyleCnt="0"/>
      <dgm:spPr/>
    </dgm:pt>
    <dgm:pt modelId="{AD1CA758-057F-8D42-8E39-087FC63E488E}" type="pres">
      <dgm:prSet presAssocID="{F36AAB3F-2837-5C46-86BB-C7030220FB05}" presName="circleTx" presStyleLbl="node1" presStyleIdx="18" presStyleCnt="19"/>
      <dgm:spPr/>
    </dgm:pt>
    <dgm:pt modelId="{A7CBEFAF-E658-6240-9E71-989EC90BD898}" type="pres">
      <dgm:prSet presAssocID="{F36AAB3F-2837-5C46-86BB-C7030220FB05}" presName="desTxN" presStyleLbl="revTx" presStyleIdx="2" presStyleCnt="3">
        <dgm:presLayoutVars>
          <dgm:bulletEnabled val="1"/>
        </dgm:presLayoutVars>
      </dgm:prSet>
      <dgm:spPr/>
    </dgm:pt>
    <dgm:pt modelId="{B34A691F-F6D2-0E4D-8601-5801D8C22D6D}" type="pres">
      <dgm:prSet presAssocID="{F36AAB3F-2837-5C46-86BB-C7030220FB05}" presName="spN" presStyleCnt="0"/>
      <dgm:spPr/>
    </dgm:pt>
  </dgm:ptLst>
  <dgm:cxnLst>
    <dgm:cxn modelId="{0ABA2612-7E28-3A48-A69F-092A6ECDE91E}" srcId="{74D70CC4-14EE-C743-9594-642FF0F21438}" destId="{F36AAB3F-2837-5C46-86BB-C7030220FB05}" srcOrd="1" destOrd="0" parTransId="{83F93DFD-025E-244C-9F2E-FCBABF50862D}" sibTransId="{EB33746D-82FE-3141-ACCB-429D1825ACE1}"/>
    <dgm:cxn modelId="{14334D2F-5C13-2E44-8DD4-A678BCD068DB}" srcId="{74D70CC4-14EE-C743-9594-642FF0F21438}" destId="{8DDF94C4-88FA-A94D-A58F-0CADFC59BB90}" srcOrd="0" destOrd="0" parTransId="{94246602-BD12-9448-B814-637CBF876E62}" sibTransId="{DAE1CB81-39C9-C44D-9E83-5D0FF13E0A87}"/>
    <dgm:cxn modelId="{6CA7D831-6F44-F74C-8533-75EEBDE89FB4}" type="presOf" srcId="{74D70CC4-14EE-C743-9594-642FF0F21438}" destId="{DE2F335C-4E49-8C47-BA60-B162C6F8C126}" srcOrd="0" destOrd="0" presId="urn:microsoft.com/office/officeart/2009/3/layout/RandomtoResultProcess"/>
    <dgm:cxn modelId="{6C001D36-3A55-D048-9267-3F1077457793}" type="presOf" srcId="{C0B3012A-68AA-C54D-AF1F-4343CAAB1242}" destId="{90EB8D76-7125-CC41-B6E3-87ED3DB4F58E}" srcOrd="0" destOrd="0" presId="urn:microsoft.com/office/officeart/2009/3/layout/RandomtoResultProcess"/>
    <dgm:cxn modelId="{1E9FE271-270A-AF49-811B-80774AD3202E}" type="presOf" srcId="{8DDF94C4-88FA-A94D-A58F-0CADFC59BB90}" destId="{42F1CAC3-57CC-C443-8C43-2E80FEDB38FF}" srcOrd="0" destOrd="0" presId="urn:microsoft.com/office/officeart/2009/3/layout/RandomtoResultProcess"/>
    <dgm:cxn modelId="{3728ACA6-BEF8-7F4B-92F4-56CF15F59F10}" srcId="{8DDF94C4-88FA-A94D-A58F-0CADFC59BB90}" destId="{C0B3012A-68AA-C54D-AF1F-4343CAAB1242}" srcOrd="0" destOrd="0" parTransId="{6BA7B3B1-2CE5-C34D-9416-D34B82237A88}" sibTransId="{E8D9BC72-0918-9746-8FD1-49EEE147905C}"/>
    <dgm:cxn modelId="{2B7C44D1-7B38-8A46-B5B5-37E3B489FBB3}" srcId="{F36AAB3F-2837-5C46-86BB-C7030220FB05}" destId="{A5A20311-414B-BF45-84C4-30743715B56B}" srcOrd="0" destOrd="0" parTransId="{9A5D4504-FED1-D748-9671-6F43E3597943}" sibTransId="{8E08B038-F06F-DE4A-BE3B-6E01FFCF7D2F}"/>
    <dgm:cxn modelId="{F4635EEA-8810-7943-A0EF-3D3410675138}" type="presOf" srcId="{A5A20311-414B-BF45-84C4-30743715B56B}" destId="{A7CBEFAF-E658-6240-9E71-989EC90BD898}" srcOrd="0" destOrd="0" presId="urn:microsoft.com/office/officeart/2009/3/layout/RandomtoResultProcess"/>
    <dgm:cxn modelId="{D1890AF6-3058-E44A-BCA6-6F213C0CFDA9}" type="presOf" srcId="{F36AAB3F-2837-5C46-86BB-C7030220FB05}" destId="{AD1CA758-057F-8D42-8E39-087FC63E488E}" srcOrd="0" destOrd="0" presId="urn:microsoft.com/office/officeart/2009/3/layout/RandomtoResultProcess"/>
    <dgm:cxn modelId="{2FC75E53-1E06-DF4B-82CF-D1232847A4E1}" type="presParOf" srcId="{DE2F335C-4E49-8C47-BA60-B162C6F8C126}" destId="{EAA8A53F-8877-084D-80AB-D58CD5C84F78}" srcOrd="0" destOrd="0" presId="urn:microsoft.com/office/officeart/2009/3/layout/RandomtoResultProcess"/>
    <dgm:cxn modelId="{7DDF083C-4450-884D-BB4F-AA01C59A0306}" type="presParOf" srcId="{EAA8A53F-8877-084D-80AB-D58CD5C84F78}" destId="{42F1CAC3-57CC-C443-8C43-2E80FEDB38FF}" srcOrd="0" destOrd="0" presId="urn:microsoft.com/office/officeart/2009/3/layout/RandomtoResultProcess"/>
    <dgm:cxn modelId="{93264018-A6D6-0D43-946E-02101425F908}" type="presParOf" srcId="{EAA8A53F-8877-084D-80AB-D58CD5C84F78}" destId="{90EB8D76-7125-CC41-B6E3-87ED3DB4F58E}" srcOrd="1" destOrd="0" presId="urn:microsoft.com/office/officeart/2009/3/layout/RandomtoResultProcess"/>
    <dgm:cxn modelId="{012637C2-D0C2-364B-A4AB-83EE3BE57337}" type="presParOf" srcId="{EAA8A53F-8877-084D-80AB-D58CD5C84F78}" destId="{E5699CE9-3C7A-E34C-AC9A-703E9F3D442A}" srcOrd="2" destOrd="0" presId="urn:microsoft.com/office/officeart/2009/3/layout/RandomtoResultProcess"/>
    <dgm:cxn modelId="{5C8884AF-E1F5-B54E-BEDC-7A7C02859F14}" type="presParOf" srcId="{EAA8A53F-8877-084D-80AB-D58CD5C84F78}" destId="{2F1691DD-99A9-7846-939E-DC60353ABA1E}" srcOrd="3" destOrd="0" presId="urn:microsoft.com/office/officeart/2009/3/layout/RandomtoResultProcess"/>
    <dgm:cxn modelId="{F847BEFD-F82E-174F-9CC6-800CA0E70897}" type="presParOf" srcId="{EAA8A53F-8877-084D-80AB-D58CD5C84F78}" destId="{D722E302-1BE2-B646-967E-933DB782ECDC}" srcOrd="4" destOrd="0" presId="urn:microsoft.com/office/officeart/2009/3/layout/RandomtoResultProcess"/>
    <dgm:cxn modelId="{B5BFF56C-C7B0-7D49-A633-2A2BA77942E2}" type="presParOf" srcId="{EAA8A53F-8877-084D-80AB-D58CD5C84F78}" destId="{80F7DCA4-6DE0-A845-9BAB-B09128E17923}" srcOrd="5" destOrd="0" presId="urn:microsoft.com/office/officeart/2009/3/layout/RandomtoResultProcess"/>
    <dgm:cxn modelId="{728D2E5E-D3A9-2642-B8B2-A888573BDB77}" type="presParOf" srcId="{EAA8A53F-8877-084D-80AB-D58CD5C84F78}" destId="{308BEEDE-E14B-934A-BCB1-A8315D632748}" srcOrd="6" destOrd="0" presId="urn:microsoft.com/office/officeart/2009/3/layout/RandomtoResultProcess"/>
    <dgm:cxn modelId="{9E171284-C506-E944-B99A-641DBE863884}" type="presParOf" srcId="{EAA8A53F-8877-084D-80AB-D58CD5C84F78}" destId="{91E9D40F-7857-964A-8748-F2FDC64A543C}" srcOrd="7" destOrd="0" presId="urn:microsoft.com/office/officeart/2009/3/layout/RandomtoResultProcess"/>
    <dgm:cxn modelId="{94589181-53C8-CF40-B285-F02270B8306B}" type="presParOf" srcId="{EAA8A53F-8877-084D-80AB-D58CD5C84F78}" destId="{56F36A67-164C-224D-A2B9-C856FF75AE1E}" srcOrd="8" destOrd="0" presId="urn:microsoft.com/office/officeart/2009/3/layout/RandomtoResultProcess"/>
    <dgm:cxn modelId="{2E705E2C-3186-1C4B-8403-CD6339E9F184}" type="presParOf" srcId="{EAA8A53F-8877-084D-80AB-D58CD5C84F78}" destId="{6F9B0F01-CE5F-2A4D-8817-002C9EDE9C1C}" srcOrd="9" destOrd="0" presId="urn:microsoft.com/office/officeart/2009/3/layout/RandomtoResultProcess"/>
    <dgm:cxn modelId="{4B1C7093-7C34-7F4D-8D9E-D6D9CF70E473}" type="presParOf" srcId="{EAA8A53F-8877-084D-80AB-D58CD5C84F78}" destId="{50756C5D-45CE-7741-A542-F8EADB36CFDB}" srcOrd="10" destOrd="0" presId="urn:microsoft.com/office/officeart/2009/3/layout/RandomtoResultProcess"/>
    <dgm:cxn modelId="{431BFA85-C4B9-7144-8E98-587AB956F26F}" type="presParOf" srcId="{EAA8A53F-8877-084D-80AB-D58CD5C84F78}" destId="{1CDF9C55-4317-A148-8DBA-4D703F6F4FD5}" srcOrd="11" destOrd="0" presId="urn:microsoft.com/office/officeart/2009/3/layout/RandomtoResultProcess"/>
    <dgm:cxn modelId="{A463706A-ACA9-9249-981D-034BA3182CAE}" type="presParOf" srcId="{EAA8A53F-8877-084D-80AB-D58CD5C84F78}" destId="{96413941-18DB-7045-9EC5-1F8E3632A18B}" srcOrd="12" destOrd="0" presId="urn:microsoft.com/office/officeart/2009/3/layout/RandomtoResultProcess"/>
    <dgm:cxn modelId="{935B255E-BF31-4847-A89E-E5C32162E395}" type="presParOf" srcId="{EAA8A53F-8877-084D-80AB-D58CD5C84F78}" destId="{6C45110A-C80A-8141-BA65-F0DEA73B19E7}" srcOrd="13" destOrd="0" presId="urn:microsoft.com/office/officeart/2009/3/layout/RandomtoResultProcess"/>
    <dgm:cxn modelId="{70D6D591-EDC4-1349-B210-F6C5A98AE980}" type="presParOf" srcId="{EAA8A53F-8877-084D-80AB-D58CD5C84F78}" destId="{1F60F3D9-F19F-5442-A498-A4581C91CDB6}" srcOrd="14" destOrd="0" presId="urn:microsoft.com/office/officeart/2009/3/layout/RandomtoResultProcess"/>
    <dgm:cxn modelId="{311DB66C-AEE6-C242-B2D2-022B78E51990}" type="presParOf" srcId="{EAA8A53F-8877-084D-80AB-D58CD5C84F78}" destId="{A0D0B8F0-3FF0-8046-BA06-33D71A0C26BE}" srcOrd="15" destOrd="0" presId="urn:microsoft.com/office/officeart/2009/3/layout/RandomtoResultProcess"/>
    <dgm:cxn modelId="{91D60737-2B49-1B4D-91DD-E790509CDF47}" type="presParOf" srcId="{EAA8A53F-8877-084D-80AB-D58CD5C84F78}" destId="{477FBA36-C277-9C49-B594-F1ACA6B21F1A}" srcOrd="16" destOrd="0" presId="urn:microsoft.com/office/officeart/2009/3/layout/RandomtoResultProcess"/>
    <dgm:cxn modelId="{0D956EC4-6C7D-B741-BF79-D30AE7D20785}" type="presParOf" srcId="{EAA8A53F-8877-084D-80AB-D58CD5C84F78}" destId="{BB34DE18-4FBD-5247-AF8D-6194FA6DA10C}" srcOrd="17" destOrd="0" presId="urn:microsoft.com/office/officeart/2009/3/layout/RandomtoResultProcess"/>
    <dgm:cxn modelId="{8B8E7911-73F9-794F-8589-288180DBAB81}" type="presParOf" srcId="{EAA8A53F-8877-084D-80AB-D58CD5C84F78}" destId="{349B6B68-C54E-D144-9D75-3555C10BDF8B}" srcOrd="18" destOrd="0" presId="urn:microsoft.com/office/officeart/2009/3/layout/RandomtoResultProcess"/>
    <dgm:cxn modelId="{7F769F18-16C9-A242-8C27-561BDC54B4BD}" type="presParOf" srcId="{EAA8A53F-8877-084D-80AB-D58CD5C84F78}" destId="{AE96B075-DA9E-F440-BBB3-943E66AC4678}" srcOrd="19" destOrd="0" presId="urn:microsoft.com/office/officeart/2009/3/layout/RandomtoResultProcess"/>
    <dgm:cxn modelId="{DF56098E-2D4E-434C-A3F3-2ACF2DEA1306}" type="presParOf" srcId="{DE2F335C-4E49-8C47-BA60-B162C6F8C126}" destId="{B951E8B6-4201-6A47-9487-8DC87315FC59}" srcOrd="1" destOrd="0" presId="urn:microsoft.com/office/officeart/2009/3/layout/RandomtoResultProcess"/>
    <dgm:cxn modelId="{3DA45DFC-3B79-C943-9709-B35DF0CEAB51}" type="presParOf" srcId="{B951E8B6-4201-6A47-9487-8DC87315FC59}" destId="{262D3310-C5DC-4440-8D77-857FF5DDD016}" srcOrd="0" destOrd="0" presId="urn:microsoft.com/office/officeart/2009/3/layout/RandomtoResultProcess"/>
    <dgm:cxn modelId="{C39D5CA2-FB79-7F4D-A9E4-187CBB2D6C2B}" type="presParOf" srcId="{B951E8B6-4201-6A47-9487-8DC87315FC59}" destId="{81E614BE-CC41-2141-865B-17C597CE01C4}" srcOrd="1" destOrd="0" presId="urn:microsoft.com/office/officeart/2009/3/layout/RandomtoResultProcess"/>
    <dgm:cxn modelId="{E4F682B2-BFF2-F04B-B003-C5A40BF3F828}" type="presParOf" srcId="{DE2F335C-4E49-8C47-BA60-B162C6F8C126}" destId="{9AED5377-066D-8344-82E6-2E7C874124E4}" srcOrd="2" destOrd="0" presId="urn:microsoft.com/office/officeart/2009/3/layout/RandomtoResultProcess"/>
    <dgm:cxn modelId="{0B2E5B5D-FF75-F548-829B-2C32909D94A2}" type="presParOf" srcId="{DE2F335C-4E49-8C47-BA60-B162C6F8C126}" destId="{E30BAB68-6D39-5E4D-8FF8-18B0E829D2F1}" srcOrd="3" destOrd="0" presId="urn:microsoft.com/office/officeart/2009/3/layout/RandomtoResultProcess"/>
    <dgm:cxn modelId="{4ABFCAA7-7EFD-954B-B745-83CA317FA95B}" type="presParOf" srcId="{E30BAB68-6D39-5E4D-8FF8-18B0E829D2F1}" destId="{71B300E6-F854-024E-B7CE-A905B137CF15}" srcOrd="0" destOrd="0" presId="urn:microsoft.com/office/officeart/2009/3/layout/RandomtoResultProcess"/>
    <dgm:cxn modelId="{26677496-B620-C942-BF6D-CE6D99F2BE6E}" type="presParOf" srcId="{E30BAB68-6D39-5E4D-8FF8-18B0E829D2F1}" destId="{0C578835-A753-7642-9860-F947E52323D0}" srcOrd="1" destOrd="0" presId="urn:microsoft.com/office/officeart/2009/3/layout/RandomtoResultProcess"/>
    <dgm:cxn modelId="{32FB4617-4000-1743-B97B-EDD8E9056E87}" type="presParOf" srcId="{DE2F335C-4E49-8C47-BA60-B162C6F8C126}" destId="{4459DEA6-EF82-9145-9245-0BC57CDDD07B}" srcOrd="4" destOrd="0" presId="urn:microsoft.com/office/officeart/2009/3/layout/RandomtoResultProcess"/>
    <dgm:cxn modelId="{139C77DB-0B9F-474A-B146-E89243F5E040}" type="presParOf" srcId="{4459DEA6-EF82-9145-9245-0BC57CDDD07B}" destId="{AD1CA758-057F-8D42-8E39-087FC63E488E}" srcOrd="0" destOrd="0" presId="urn:microsoft.com/office/officeart/2009/3/layout/RandomtoResultProcess"/>
    <dgm:cxn modelId="{F63C7A21-B31D-894B-ACB5-30B7801ABCA7}" type="presParOf" srcId="{4459DEA6-EF82-9145-9245-0BC57CDDD07B}" destId="{A7CBEFAF-E658-6240-9E71-989EC90BD898}" srcOrd="1" destOrd="0" presId="urn:microsoft.com/office/officeart/2009/3/layout/RandomtoResultProcess"/>
    <dgm:cxn modelId="{92C4E62E-66BD-DE47-8A79-856AE4BEF849}" type="presParOf" srcId="{4459DEA6-EF82-9145-9245-0BC57CDDD07B}" destId="{B34A691F-F6D2-0E4D-8601-5801D8C22D6D}" srcOrd="2" destOrd="0" presId="urn:microsoft.com/office/officeart/2009/3/layout/RandomtoResultProcess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82ABFF5A-3C2C-3349-92BC-9383EC7CE84F}" type="doc">
      <dgm:prSet loTypeId="urn:microsoft.com/office/officeart/2005/8/layout/cycle1" loCatId="" qsTypeId="urn:microsoft.com/office/officeart/2005/8/quickstyle/3d2" qsCatId="3D" csTypeId="urn:microsoft.com/office/officeart/2005/8/colors/accent1_5" csCatId="accent1" phldr="1"/>
      <dgm:spPr/>
      <dgm:t>
        <a:bodyPr/>
        <a:lstStyle/>
        <a:p>
          <a:endParaRPr lang="en-US"/>
        </a:p>
      </dgm:t>
    </dgm:pt>
    <dgm:pt modelId="{3CFA76A2-13E3-624E-A4FA-4D6F9CFB2C64}">
      <dgm:prSet phldrT="[Text]" custT="1"/>
      <dgm:spPr/>
      <dgm:t>
        <a:bodyPr/>
        <a:lstStyle/>
        <a:p>
          <a:r>
            <a:rPr lang="en-US" sz="1600" dirty="0"/>
            <a:t>Business Hypothesis</a:t>
          </a:r>
        </a:p>
      </dgm:t>
    </dgm:pt>
    <dgm:pt modelId="{B3FA014E-E12A-8B42-8077-5C4595D34138}" type="parTrans" cxnId="{942A2F71-308A-ED4C-BC4C-93AD145AA590}">
      <dgm:prSet/>
      <dgm:spPr/>
      <dgm:t>
        <a:bodyPr/>
        <a:lstStyle/>
        <a:p>
          <a:endParaRPr lang="en-US"/>
        </a:p>
      </dgm:t>
    </dgm:pt>
    <dgm:pt modelId="{6D0A8B7A-8EC1-A048-A818-5A7DA4FCCBCD}" type="sibTrans" cxnId="{942A2F71-308A-ED4C-BC4C-93AD145AA590}">
      <dgm:prSet/>
      <dgm:spPr/>
      <dgm:t>
        <a:bodyPr/>
        <a:lstStyle/>
        <a:p>
          <a:endParaRPr lang="en-US"/>
        </a:p>
      </dgm:t>
    </dgm:pt>
    <dgm:pt modelId="{C2A50905-722F-5340-BA4E-E9CFC3226FD0}">
      <dgm:prSet phldrT="[Text]" custT="1"/>
      <dgm:spPr/>
      <dgm:t>
        <a:bodyPr/>
        <a:lstStyle/>
        <a:p>
          <a:r>
            <a:rPr lang="en-US" sz="1600" dirty="0"/>
            <a:t>Design</a:t>
          </a:r>
        </a:p>
      </dgm:t>
    </dgm:pt>
    <dgm:pt modelId="{4F13CEF4-6830-F747-9A0D-42C22D693899}" type="parTrans" cxnId="{E43CB561-4980-0242-B912-F07D9B1132B6}">
      <dgm:prSet/>
      <dgm:spPr/>
      <dgm:t>
        <a:bodyPr/>
        <a:lstStyle/>
        <a:p>
          <a:endParaRPr lang="en-US"/>
        </a:p>
      </dgm:t>
    </dgm:pt>
    <dgm:pt modelId="{02C5986D-A2DB-3D4C-B771-13C8002E7B8A}" type="sibTrans" cxnId="{E43CB561-4980-0242-B912-F07D9B1132B6}">
      <dgm:prSet/>
      <dgm:spPr/>
      <dgm:t>
        <a:bodyPr/>
        <a:lstStyle/>
        <a:p>
          <a:endParaRPr lang="en-US"/>
        </a:p>
      </dgm:t>
    </dgm:pt>
    <dgm:pt modelId="{318E17A6-E60E-5440-B18B-9E699005E4BF}">
      <dgm:prSet phldrT="[Text]" custT="1"/>
      <dgm:spPr/>
      <dgm:t>
        <a:bodyPr/>
        <a:lstStyle/>
        <a:p>
          <a:r>
            <a:rPr lang="en-US" sz="1600" dirty="0"/>
            <a:t>Develop</a:t>
          </a:r>
        </a:p>
      </dgm:t>
    </dgm:pt>
    <dgm:pt modelId="{973C9F9B-C290-0842-A79F-330F0A73B035}" type="parTrans" cxnId="{422CA087-677A-E445-9B15-53B4283926A0}">
      <dgm:prSet/>
      <dgm:spPr/>
      <dgm:t>
        <a:bodyPr/>
        <a:lstStyle/>
        <a:p>
          <a:endParaRPr lang="en-US"/>
        </a:p>
      </dgm:t>
    </dgm:pt>
    <dgm:pt modelId="{1B500D96-E572-0E40-B1D4-9F03E0E85D50}" type="sibTrans" cxnId="{422CA087-677A-E445-9B15-53B4283926A0}">
      <dgm:prSet/>
      <dgm:spPr/>
      <dgm:t>
        <a:bodyPr/>
        <a:lstStyle/>
        <a:p>
          <a:endParaRPr lang="en-US"/>
        </a:p>
      </dgm:t>
    </dgm:pt>
    <dgm:pt modelId="{FB2D2F6E-C0FB-F346-8A77-4C1B4220801B}">
      <dgm:prSet phldrT="[Text]"/>
      <dgm:spPr/>
      <dgm:t>
        <a:bodyPr/>
        <a:lstStyle/>
        <a:p>
          <a:r>
            <a:rPr lang="en-US" dirty="0"/>
            <a:t>Version Control</a:t>
          </a:r>
        </a:p>
      </dgm:t>
    </dgm:pt>
    <dgm:pt modelId="{07CA5BEE-2879-4F48-92F8-366A4381677A}" type="parTrans" cxnId="{30F00A2A-D754-7344-A2BD-6AD7269BF0AB}">
      <dgm:prSet/>
      <dgm:spPr/>
      <dgm:t>
        <a:bodyPr/>
        <a:lstStyle/>
        <a:p>
          <a:endParaRPr lang="en-US"/>
        </a:p>
      </dgm:t>
    </dgm:pt>
    <dgm:pt modelId="{340892E6-67B5-D243-919D-E1291505715E}" type="sibTrans" cxnId="{30F00A2A-D754-7344-A2BD-6AD7269BF0AB}">
      <dgm:prSet/>
      <dgm:spPr/>
      <dgm:t>
        <a:bodyPr/>
        <a:lstStyle/>
        <a:p>
          <a:endParaRPr lang="en-US"/>
        </a:p>
      </dgm:t>
    </dgm:pt>
    <dgm:pt modelId="{6EADD019-1509-D048-A3A3-64A2F21785AC}">
      <dgm:prSet phldrT="[Text]"/>
      <dgm:spPr/>
      <dgm:t>
        <a:bodyPr/>
        <a:lstStyle/>
        <a:p>
          <a:r>
            <a:rPr lang="en-US" dirty="0"/>
            <a:t>Build &amp; Integrations</a:t>
          </a:r>
        </a:p>
      </dgm:t>
    </dgm:pt>
    <dgm:pt modelId="{C6EB3BC3-F385-F243-967A-DEC043DE0332}" type="parTrans" cxnId="{FC71E72D-2DF5-EA42-B866-0D0D24A5B152}">
      <dgm:prSet/>
      <dgm:spPr/>
      <dgm:t>
        <a:bodyPr/>
        <a:lstStyle/>
        <a:p>
          <a:endParaRPr lang="en-US"/>
        </a:p>
      </dgm:t>
    </dgm:pt>
    <dgm:pt modelId="{134614B3-F973-824B-A912-E795029CE8F2}" type="sibTrans" cxnId="{FC71E72D-2DF5-EA42-B866-0D0D24A5B152}">
      <dgm:prSet/>
      <dgm:spPr/>
      <dgm:t>
        <a:bodyPr/>
        <a:lstStyle/>
        <a:p>
          <a:endParaRPr lang="en-US"/>
        </a:p>
      </dgm:t>
    </dgm:pt>
    <dgm:pt modelId="{1977F85F-CF7D-1F4C-AFCF-E74A441FE255}">
      <dgm:prSet phldrT="[Text]"/>
      <dgm:spPr/>
      <dgm:t>
        <a:bodyPr/>
        <a:lstStyle/>
        <a:p>
          <a:r>
            <a:rPr lang="en-US" dirty="0"/>
            <a:t>Testing</a:t>
          </a:r>
        </a:p>
      </dgm:t>
    </dgm:pt>
    <dgm:pt modelId="{8F6FFF99-BD51-2C42-85C1-569C72081E23}" type="parTrans" cxnId="{BCE6AF1E-FB25-6749-BC08-1C46D5F33571}">
      <dgm:prSet/>
      <dgm:spPr/>
      <dgm:t>
        <a:bodyPr/>
        <a:lstStyle/>
        <a:p>
          <a:endParaRPr lang="en-US"/>
        </a:p>
      </dgm:t>
    </dgm:pt>
    <dgm:pt modelId="{5978DA75-5A20-9848-A815-921EC4678811}" type="sibTrans" cxnId="{BCE6AF1E-FB25-6749-BC08-1C46D5F33571}">
      <dgm:prSet/>
      <dgm:spPr/>
      <dgm:t>
        <a:bodyPr/>
        <a:lstStyle/>
        <a:p>
          <a:endParaRPr lang="en-US"/>
        </a:p>
      </dgm:t>
    </dgm:pt>
    <dgm:pt modelId="{D80F049F-B50F-9544-9E9B-998AF43AE850}">
      <dgm:prSet phldrT="[Text]"/>
      <dgm:spPr/>
      <dgm:t>
        <a:bodyPr/>
        <a:lstStyle/>
        <a:p>
          <a:r>
            <a:rPr lang="en-US" dirty="0"/>
            <a:t>Production Deployment</a:t>
          </a:r>
        </a:p>
      </dgm:t>
    </dgm:pt>
    <dgm:pt modelId="{9E901C1A-A8BD-C841-9DFA-7B829D69908E}" type="parTrans" cxnId="{3FF9851C-36D9-CC46-9C7C-6D54755A1A9C}">
      <dgm:prSet/>
      <dgm:spPr/>
      <dgm:t>
        <a:bodyPr/>
        <a:lstStyle/>
        <a:p>
          <a:endParaRPr lang="en-US"/>
        </a:p>
      </dgm:t>
    </dgm:pt>
    <dgm:pt modelId="{187F873F-2F2C-7943-BE91-BB958AB2A0B9}" type="sibTrans" cxnId="{3FF9851C-36D9-CC46-9C7C-6D54755A1A9C}">
      <dgm:prSet/>
      <dgm:spPr/>
      <dgm:t>
        <a:bodyPr/>
        <a:lstStyle/>
        <a:p>
          <a:endParaRPr lang="en-US"/>
        </a:p>
      </dgm:t>
    </dgm:pt>
    <dgm:pt modelId="{24F1881B-3122-3749-9CC2-5DF8AC583AF8}">
      <dgm:prSet phldrT="[Text]"/>
      <dgm:spPr/>
      <dgm:t>
        <a:bodyPr/>
        <a:lstStyle/>
        <a:p>
          <a:r>
            <a:rPr lang="en-US" dirty="0"/>
            <a:t>Customer Value</a:t>
          </a:r>
        </a:p>
      </dgm:t>
    </dgm:pt>
    <dgm:pt modelId="{41C9774A-CA15-FC46-A8FC-0EB65B4DC654}" type="parTrans" cxnId="{D60582B4-63E6-DD4D-A728-B0CD6DB94177}">
      <dgm:prSet/>
      <dgm:spPr/>
      <dgm:t>
        <a:bodyPr/>
        <a:lstStyle/>
        <a:p>
          <a:endParaRPr lang="en-US"/>
        </a:p>
      </dgm:t>
    </dgm:pt>
    <dgm:pt modelId="{7F26CD1E-0648-FE45-B8D0-0CEB8B364AE1}" type="sibTrans" cxnId="{D60582B4-63E6-DD4D-A728-B0CD6DB94177}">
      <dgm:prSet/>
      <dgm:spPr/>
      <dgm:t>
        <a:bodyPr/>
        <a:lstStyle/>
        <a:p>
          <a:endParaRPr lang="en-US"/>
        </a:p>
      </dgm:t>
    </dgm:pt>
    <dgm:pt modelId="{E9E6A5E8-4027-9741-8479-32C507D78279}">
      <dgm:prSet phldrT="[Text]"/>
      <dgm:spPr/>
      <dgm:t>
        <a:bodyPr/>
        <a:lstStyle/>
        <a:p>
          <a:r>
            <a:rPr lang="en-US" dirty="0"/>
            <a:t>Feedback</a:t>
          </a:r>
        </a:p>
      </dgm:t>
    </dgm:pt>
    <dgm:pt modelId="{5E012DF8-DAC2-2C4C-8A5C-46B4E9F4DFEB}" type="parTrans" cxnId="{981C39D0-F988-E640-BCC2-737230BE62B8}">
      <dgm:prSet/>
      <dgm:spPr/>
      <dgm:t>
        <a:bodyPr/>
        <a:lstStyle/>
        <a:p>
          <a:endParaRPr lang="en-US"/>
        </a:p>
      </dgm:t>
    </dgm:pt>
    <dgm:pt modelId="{1793864C-4EB0-8D47-B44B-EED87966511D}" type="sibTrans" cxnId="{981C39D0-F988-E640-BCC2-737230BE62B8}">
      <dgm:prSet/>
      <dgm:spPr/>
      <dgm:t>
        <a:bodyPr/>
        <a:lstStyle/>
        <a:p>
          <a:endParaRPr lang="en-US"/>
        </a:p>
      </dgm:t>
    </dgm:pt>
    <dgm:pt modelId="{07E8BEC8-028B-CF42-8F9A-75205CBDDE79}">
      <dgm:prSet phldrT="[Text]"/>
      <dgm:spPr/>
      <dgm:t>
        <a:bodyPr/>
        <a:lstStyle/>
        <a:p>
          <a:r>
            <a:rPr lang="en-US" sz="1000" dirty="0"/>
            <a:t>(Start Here)</a:t>
          </a:r>
        </a:p>
      </dgm:t>
    </dgm:pt>
    <dgm:pt modelId="{167D38FA-2DCC-1F48-B7DD-80C709D2034D}" type="parTrans" cxnId="{CE99E13A-7561-B44E-88D7-8144CEA10BF9}">
      <dgm:prSet/>
      <dgm:spPr/>
      <dgm:t>
        <a:bodyPr/>
        <a:lstStyle/>
        <a:p>
          <a:endParaRPr lang="en-US"/>
        </a:p>
      </dgm:t>
    </dgm:pt>
    <dgm:pt modelId="{9A0E4ECA-2A2B-9B42-B8FF-6C85EF7EB317}" type="sibTrans" cxnId="{CE99E13A-7561-B44E-88D7-8144CEA10BF9}">
      <dgm:prSet/>
      <dgm:spPr/>
      <dgm:t>
        <a:bodyPr/>
        <a:lstStyle/>
        <a:p>
          <a:endParaRPr lang="en-US"/>
        </a:p>
      </dgm:t>
    </dgm:pt>
    <dgm:pt modelId="{177FDCD2-56B8-5D43-921A-5671430DC552}" type="pres">
      <dgm:prSet presAssocID="{82ABFF5A-3C2C-3349-92BC-9383EC7CE84F}" presName="cycle" presStyleCnt="0">
        <dgm:presLayoutVars>
          <dgm:dir/>
          <dgm:resizeHandles val="exact"/>
        </dgm:presLayoutVars>
      </dgm:prSet>
      <dgm:spPr/>
    </dgm:pt>
    <dgm:pt modelId="{938AE4E3-DA6B-C54F-A8B3-662EF4D7439B}" type="pres">
      <dgm:prSet presAssocID="{3CFA76A2-13E3-624E-A4FA-4D6F9CFB2C64}" presName="dummy" presStyleCnt="0"/>
      <dgm:spPr/>
    </dgm:pt>
    <dgm:pt modelId="{DFA41776-2E96-954C-AFDE-DB7534D88B84}" type="pres">
      <dgm:prSet presAssocID="{3CFA76A2-13E3-624E-A4FA-4D6F9CFB2C64}" presName="node" presStyleLbl="revTx" presStyleIdx="0" presStyleCnt="9">
        <dgm:presLayoutVars>
          <dgm:bulletEnabled val="1"/>
        </dgm:presLayoutVars>
      </dgm:prSet>
      <dgm:spPr/>
    </dgm:pt>
    <dgm:pt modelId="{3353BDD0-691B-424F-BF14-E99A543546EC}" type="pres">
      <dgm:prSet presAssocID="{6D0A8B7A-8EC1-A048-A818-5A7DA4FCCBCD}" presName="sibTrans" presStyleLbl="node1" presStyleIdx="0" presStyleCnt="9"/>
      <dgm:spPr/>
    </dgm:pt>
    <dgm:pt modelId="{476E3F14-FB99-FA48-B7CB-93CB07D8FD96}" type="pres">
      <dgm:prSet presAssocID="{C2A50905-722F-5340-BA4E-E9CFC3226FD0}" presName="dummy" presStyleCnt="0"/>
      <dgm:spPr/>
    </dgm:pt>
    <dgm:pt modelId="{0D25D5A6-D20E-1544-B204-A31F5B01C1CB}" type="pres">
      <dgm:prSet presAssocID="{C2A50905-722F-5340-BA4E-E9CFC3226FD0}" presName="node" presStyleLbl="revTx" presStyleIdx="1" presStyleCnt="9">
        <dgm:presLayoutVars>
          <dgm:bulletEnabled val="1"/>
        </dgm:presLayoutVars>
      </dgm:prSet>
      <dgm:spPr/>
    </dgm:pt>
    <dgm:pt modelId="{703EAA18-F4FA-CC43-96D7-3A8881080F5C}" type="pres">
      <dgm:prSet presAssocID="{02C5986D-A2DB-3D4C-B771-13C8002E7B8A}" presName="sibTrans" presStyleLbl="node1" presStyleIdx="1" presStyleCnt="9" custLinFactNeighborX="-168" custLinFactNeighborY="-4204"/>
      <dgm:spPr/>
    </dgm:pt>
    <dgm:pt modelId="{B48C49CD-39EF-E74E-B6D8-23ADBEF114EF}" type="pres">
      <dgm:prSet presAssocID="{318E17A6-E60E-5440-B18B-9E699005E4BF}" presName="dummy" presStyleCnt="0"/>
      <dgm:spPr/>
    </dgm:pt>
    <dgm:pt modelId="{A28B5C0F-BCE8-8C46-9693-1546A1EA4D25}" type="pres">
      <dgm:prSet presAssocID="{318E17A6-E60E-5440-B18B-9E699005E4BF}" presName="node" presStyleLbl="revTx" presStyleIdx="2" presStyleCnt="9">
        <dgm:presLayoutVars>
          <dgm:bulletEnabled val="1"/>
        </dgm:presLayoutVars>
      </dgm:prSet>
      <dgm:spPr/>
    </dgm:pt>
    <dgm:pt modelId="{B4FDECA1-CFEA-3349-88AD-63FB188BD613}" type="pres">
      <dgm:prSet presAssocID="{1B500D96-E572-0E40-B1D4-9F03E0E85D50}" presName="sibTrans" presStyleLbl="node1" presStyleIdx="2" presStyleCnt="9"/>
      <dgm:spPr/>
    </dgm:pt>
    <dgm:pt modelId="{C2C0DE21-F0CD-F34F-856E-DA9C71F7CA17}" type="pres">
      <dgm:prSet presAssocID="{FB2D2F6E-C0FB-F346-8A77-4C1B4220801B}" presName="dummy" presStyleCnt="0"/>
      <dgm:spPr/>
    </dgm:pt>
    <dgm:pt modelId="{86035C19-2230-B644-8CD2-9B2723DD2D5B}" type="pres">
      <dgm:prSet presAssocID="{FB2D2F6E-C0FB-F346-8A77-4C1B4220801B}" presName="node" presStyleLbl="revTx" presStyleIdx="3" presStyleCnt="9">
        <dgm:presLayoutVars>
          <dgm:bulletEnabled val="1"/>
        </dgm:presLayoutVars>
      </dgm:prSet>
      <dgm:spPr/>
    </dgm:pt>
    <dgm:pt modelId="{0DE24157-D7D0-EB47-8051-DFBA6610E27B}" type="pres">
      <dgm:prSet presAssocID="{340892E6-67B5-D243-919D-E1291505715E}" presName="sibTrans" presStyleLbl="node1" presStyleIdx="3" presStyleCnt="9"/>
      <dgm:spPr/>
    </dgm:pt>
    <dgm:pt modelId="{185211EB-3D3D-9241-91B1-FCEB61F0DB96}" type="pres">
      <dgm:prSet presAssocID="{6EADD019-1509-D048-A3A3-64A2F21785AC}" presName="dummy" presStyleCnt="0"/>
      <dgm:spPr/>
    </dgm:pt>
    <dgm:pt modelId="{05808A97-1447-E24E-AB87-F494A2626EC0}" type="pres">
      <dgm:prSet presAssocID="{6EADD019-1509-D048-A3A3-64A2F21785AC}" presName="node" presStyleLbl="revTx" presStyleIdx="4" presStyleCnt="9">
        <dgm:presLayoutVars>
          <dgm:bulletEnabled val="1"/>
        </dgm:presLayoutVars>
      </dgm:prSet>
      <dgm:spPr/>
    </dgm:pt>
    <dgm:pt modelId="{34D57200-A0A6-AF45-A9D8-669B849EFF04}" type="pres">
      <dgm:prSet presAssocID="{134614B3-F973-824B-A912-E795029CE8F2}" presName="sibTrans" presStyleLbl="node1" presStyleIdx="4" presStyleCnt="9"/>
      <dgm:spPr/>
    </dgm:pt>
    <dgm:pt modelId="{48C1FD77-374E-574B-96C8-E1BEF3304F94}" type="pres">
      <dgm:prSet presAssocID="{1977F85F-CF7D-1F4C-AFCF-E74A441FE255}" presName="dummy" presStyleCnt="0"/>
      <dgm:spPr/>
    </dgm:pt>
    <dgm:pt modelId="{2AA66425-5941-854A-9424-56C0BD255381}" type="pres">
      <dgm:prSet presAssocID="{1977F85F-CF7D-1F4C-AFCF-E74A441FE255}" presName="node" presStyleLbl="revTx" presStyleIdx="5" presStyleCnt="9">
        <dgm:presLayoutVars>
          <dgm:bulletEnabled val="1"/>
        </dgm:presLayoutVars>
      </dgm:prSet>
      <dgm:spPr/>
    </dgm:pt>
    <dgm:pt modelId="{C9BD8593-97E5-1A4D-B72A-840AAC4EA7C2}" type="pres">
      <dgm:prSet presAssocID="{5978DA75-5A20-9848-A815-921EC4678811}" presName="sibTrans" presStyleLbl="node1" presStyleIdx="5" presStyleCnt="9"/>
      <dgm:spPr/>
    </dgm:pt>
    <dgm:pt modelId="{81C15A9B-A718-0946-9FF9-E93F7A3F8178}" type="pres">
      <dgm:prSet presAssocID="{D80F049F-B50F-9544-9E9B-998AF43AE850}" presName="dummy" presStyleCnt="0"/>
      <dgm:spPr/>
    </dgm:pt>
    <dgm:pt modelId="{71352D5C-5F35-AF41-A0DA-DA8D87EE69EF}" type="pres">
      <dgm:prSet presAssocID="{D80F049F-B50F-9544-9E9B-998AF43AE850}" presName="node" presStyleLbl="revTx" presStyleIdx="6" presStyleCnt="9">
        <dgm:presLayoutVars>
          <dgm:bulletEnabled val="1"/>
        </dgm:presLayoutVars>
      </dgm:prSet>
      <dgm:spPr/>
    </dgm:pt>
    <dgm:pt modelId="{67CE2739-51CA-4E46-A607-360C8FAE400A}" type="pres">
      <dgm:prSet presAssocID="{187F873F-2F2C-7943-BE91-BB958AB2A0B9}" presName="sibTrans" presStyleLbl="node1" presStyleIdx="6" presStyleCnt="9"/>
      <dgm:spPr/>
    </dgm:pt>
    <dgm:pt modelId="{730D01D9-61BF-434C-9BE8-A6952F948932}" type="pres">
      <dgm:prSet presAssocID="{24F1881B-3122-3749-9CC2-5DF8AC583AF8}" presName="dummy" presStyleCnt="0"/>
      <dgm:spPr/>
    </dgm:pt>
    <dgm:pt modelId="{8A3542F8-F430-3640-A6A9-29CB396B46C6}" type="pres">
      <dgm:prSet presAssocID="{24F1881B-3122-3749-9CC2-5DF8AC583AF8}" presName="node" presStyleLbl="revTx" presStyleIdx="7" presStyleCnt="9">
        <dgm:presLayoutVars>
          <dgm:bulletEnabled val="1"/>
        </dgm:presLayoutVars>
      </dgm:prSet>
      <dgm:spPr/>
    </dgm:pt>
    <dgm:pt modelId="{427107EA-DCFE-4047-9810-7F9E42511819}" type="pres">
      <dgm:prSet presAssocID="{7F26CD1E-0648-FE45-B8D0-0CEB8B364AE1}" presName="sibTrans" presStyleLbl="node1" presStyleIdx="7" presStyleCnt="9"/>
      <dgm:spPr/>
    </dgm:pt>
    <dgm:pt modelId="{E87899FA-673C-1F42-A418-65BD37449B08}" type="pres">
      <dgm:prSet presAssocID="{E9E6A5E8-4027-9741-8479-32C507D78279}" presName="dummy" presStyleCnt="0"/>
      <dgm:spPr/>
    </dgm:pt>
    <dgm:pt modelId="{F1E074E3-CE90-B841-8786-6B7BAD859CAB}" type="pres">
      <dgm:prSet presAssocID="{E9E6A5E8-4027-9741-8479-32C507D78279}" presName="node" presStyleLbl="revTx" presStyleIdx="8" presStyleCnt="9">
        <dgm:presLayoutVars>
          <dgm:bulletEnabled val="1"/>
        </dgm:presLayoutVars>
      </dgm:prSet>
      <dgm:spPr/>
    </dgm:pt>
    <dgm:pt modelId="{AE316AF6-ACCE-E64E-99FB-28FA0008CB8C}" type="pres">
      <dgm:prSet presAssocID="{1793864C-4EB0-8D47-B44B-EED87966511D}" presName="sibTrans" presStyleLbl="node1" presStyleIdx="8" presStyleCnt="9"/>
      <dgm:spPr/>
    </dgm:pt>
  </dgm:ptLst>
  <dgm:cxnLst>
    <dgm:cxn modelId="{5E5B4100-E1CD-DF4B-AD3E-C78A6A16FA96}" type="presOf" srcId="{07E8BEC8-028B-CF42-8F9A-75205CBDDE79}" destId="{DFA41776-2E96-954C-AFDE-DB7534D88B84}" srcOrd="0" destOrd="1" presId="urn:microsoft.com/office/officeart/2005/8/layout/cycle1"/>
    <dgm:cxn modelId="{1FD5BD01-D7CC-6842-A532-2EF8EFEC7409}" type="presOf" srcId="{187F873F-2F2C-7943-BE91-BB958AB2A0B9}" destId="{67CE2739-51CA-4E46-A607-360C8FAE400A}" srcOrd="0" destOrd="0" presId="urn:microsoft.com/office/officeart/2005/8/layout/cycle1"/>
    <dgm:cxn modelId="{41355A0B-A769-DB49-8412-27F0DA8B6FBF}" type="presOf" srcId="{D80F049F-B50F-9544-9E9B-998AF43AE850}" destId="{71352D5C-5F35-AF41-A0DA-DA8D87EE69EF}" srcOrd="0" destOrd="0" presId="urn:microsoft.com/office/officeart/2005/8/layout/cycle1"/>
    <dgm:cxn modelId="{39CCFC16-C90B-A040-9552-E8FEC5FF5061}" type="presOf" srcId="{C2A50905-722F-5340-BA4E-E9CFC3226FD0}" destId="{0D25D5A6-D20E-1544-B204-A31F5B01C1CB}" srcOrd="0" destOrd="0" presId="urn:microsoft.com/office/officeart/2005/8/layout/cycle1"/>
    <dgm:cxn modelId="{3FF9851C-36D9-CC46-9C7C-6D54755A1A9C}" srcId="{82ABFF5A-3C2C-3349-92BC-9383EC7CE84F}" destId="{D80F049F-B50F-9544-9E9B-998AF43AE850}" srcOrd="6" destOrd="0" parTransId="{9E901C1A-A8BD-C841-9DFA-7B829D69908E}" sibTransId="{187F873F-2F2C-7943-BE91-BB958AB2A0B9}"/>
    <dgm:cxn modelId="{BCE6AF1E-FB25-6749-BC08-1C46D5F33571}" srcId="{82ABFF5A-3C2C-3349-92BC-9383EC7CE84F}" destId="{1977F85F-CF7D-1F4C-AFCF-E74A441FE255}" srcOrd="5" destOrd="0" parTransId="{8F6FFF99-BD51-2C42-85C1-569C72081E23}" sibTransId="{5978DA75-5A20-9848-A815-921EC4678811}"/>
    <dgm:cxn modelId="{C44C0129-F6FA-FD48-B406-D1B8078E083A}" type="presOf" srcId="{FB2D2F6E-C0FB-F346-8A77-4C1B4220801B}" destId="{86035C19-2230-B644-8CD2-9B2723DD2D5B}" srcOrd="0" destOrd="0" presId="urn:microsoft.com/office/officeart/2005/8/layout/cycle1"/>
    <dgm:cxn modelId="{30F00A2A-D754-7344-A2BD-6AD7269BF0AB}" srcId="{82ABFF5A-3C2C-3349-92BC-9383EC7CE84F}" destId="{FB2D2F6E-C0FB-F346-8A77-4C1B4220801B}" srcOrd="3" destOrd="0" parTransId="{07CA5BEE-2879-4F48-92F8-366A4381677A}" sibTransId="{340892E6-67B5-D243-919D-E1291505715E}"/>
    <dgm:cxn modelId="{FC71E72D-2DF5-EA42-B866-0D0D24A5B152}" srcId="{82ABFF5A-3C2C-3349-92BC-9383EC7CE84F}" destId="{6EADD019-1509-D048-A3A3-64A2F21785AC}" srcOrd="4" destOrd="0" parTransId="{C6EB3BC3-F385-F243-967A-DEC043DE0332}" sibTransId="{134614B3-F973-824B-A912-E795029CE8F2}"/>
    <dgm:cxn modelId="{CE99E13A-7561-B44E-88D7-8144CEA10BF9}" srcId="{3CFA76A2-13E3-624E-A4FA-4D6F9CFB2C64}" destId="{07E8BEC8-028B-CF42-8F9A-75205CBDDE79}" srcOrd="0" destOrd="0" parTransId="{167D38FA-2DCC-1F48-B7DD-80C709D2034D}" sibTransId="{9A0E4ECA-2A2B-9B42-B8FF-6C85EF7EB317}"/>
    <dgm:cxn modelId="{9AC73446-5EF7-7B4C-869E-FBD7778441DF}" type="presOf" srcId="{340892E6-67B5-D243-919D-E1291505715E}" destId="{0DE24157-D7D0-EB47-8051-DFBA6610E27B}" srcOrd="0" destOrd="0" presId="urn:microsoft.com/office/officeart/2005/8/layout/cycle1"/>
    <dgm:cxn modelId="{6CFB4B4F-BC53-F246-BEB4-20E08FD27B59}" type="presOf" srcId="{82ABFF5A-3C2C-3349-92BC-9383EC7CE84F}" destId="{177FDCD2-56B8-5D43-921A-5671430DC552}" srcOrd="0" destOrd="0" presId="urn:microsoft.com/office/officeart/2005/8/layout/cycle1"/>
    <dgm:cxn modelId="{E43CB561-4980-0242-B912-F07D9B1132B6}" srcId="{82ABFF5A-3C2C-3349-92BC-9383EC7CE84F}" destId="{C2A50905-722F-5340-BA4E-E9CFC3226FD0}" srcOrd="1" destOrd="0" parTransId="{4F13CEF4-6830-F747-9A0D-42C22D693899}" sibTransId="{02C5986D-A2DB-3D4C-B771-13C8002E7B8A}"/>
    <dgm:cxn modelId="{BE3BC56C-A59A-1A4D-A4A8-7484EA2D9FE1}" type="presOf" srcId="{1B500D96-E572-0E40-B1D4-9F03E0E85D50}" destId="{B4FDECA1-CFEA-3349-88AD-63FB188BD613}" srcOrd="0" destOrd="0" presId="urn:microsoft.com/office/officeart/2005/8/layout/cycle1"/>
    <dgm:cxn modelId="{942A2F71-308A-ED4C-BC4C-93AD145AA590}" srcId="{82ABFF5A-3C2C-3349-92BC-9383EC7CE84F}" destId="{3CFA76A2-13E3-624E-A4FA-4D6F9CFB2C64}" srcOrd="0" destOrd="0" parTransId="{B3FA014E-E12A-8B42-8077-5C4595D34138}" sibTransId="{6D0A8B7A-8EC1-A048-A818-5A7DA4FCCBCD}"/>
    <dgm:cxn modelId="{41880875-DC17-464A-A24E-938600DDE1B0}" type="presOf" srcId="{134614B3-F973-824B-A912-E795029CE8F2}" destId="{34D57200-A0A6-AF45-A9D8-669B849EFF04}" srcOrd="0" destOrd="0" presId="urn:microsoft.com/office/officeart/2005/8/layout/cycle1"/>
    <dgm:cxn modelId="{AFEDB57E-5145-B240-B9A4-BF1832D7A084}" type="presOf" srcId="{1793864C-4EB0-8D47-B44B-EED87966511D}" destId="{AE316AF6-ACCE-E64E-99FB-28FA0008CB8C}" srcOrd="0" destOrd="0" presId="urn:microsoft.com/office/officeart/2005/8/layout/cycle1"/>
    <dgm:cxn modelId="{422CA087-677A-E445-9B15-53B4283926A0}" srcId="{82ABFF5A-3C2C-3349-92BC-9383EC7CE84F}" destId="{318E17A6-E60E-5440-B18B-9E699005E4BF}" srcOrd="2" destOrd="0" parTransId="{973C9F9B-C290-0842-A79F-330F0A73B035}" sibTransId="{1B500D96-E572-0E40-B1D4-9F03E0E85D50}"/>
    <dgm:cxn modelId="{08B0C395-B5AE-C744-862C-A30D8B959378}" type="presOf" srcId="{7F26CD1E-0648-FE45-B8D0-0CEB8B364AE1}" destId="{427107EA-DCFE-4047-9810-7F9E42511819}" srcOrd="0" destOrd="0" presId="urn:microsoft.com/office/officeart/2005/8/layout/cycle1"/>
    <dgm:cxn modelId="{27B8B3A7-B62B-6F45-9D93-D3739BC91DB2}" type="presOf" srcId="{24F1881B-3122-3749-9CC2-5DF8AC583AF8}" destId="{8A3542F8-F430-3640-A6A9-29CB396B46C6}" srcOrd="0" destOrd="0" presId="urn:microsoft.com/office/officeart/2005/8/layout/cycle1"/>
    <dgm:cxn modelId="{D60582B4-63E6-DD4D-A728-B0CD6DB94177}" srcId="{82ABFF5A-3C2C-3349-92BC-9383EC7CE84F}" destId="{24F1881B-3122-3749-9CC2-5DF8AC583AF8}" srcOrd="7" destOrd="0" parTransId="{41C9774A-CA15-FC46-A8FC-0EB65B4DC654}" sibTransId="{7F26CD1E-0648-FE45-B8D0-0CEB8B364AE1}"/>
    <dgm:cxn modelId="{1B1FA3B5-D9BB-5C49-AE80-8239E141A3B7}" type="presOf" srcId="{6D0A8B7A-8EC1-A048-A818-5A7DA4FCCBCD}" destId="{3353BDD0-691B-424F-BF14-E99A543546EC}" srcOrd="0" destOrd="0" presId="urn:microsoft.com/office/officeart/2005/8/layout/cycle1"/>
    <dgm:cxn modelId="{DA2BD5CA-73A3-E748-943F-10F64A251981}" type="presOf" srcId="{318E17A6-E60E-5440-B18B-9E699005E4BF}" destId="{A28B5C0F-BCE8-8C46-9693-1546A1EA4D25}" srcOrd="0" destOrd="0" presId="urn:microsoft.com/office/officeart/2005/8/layout/cycle1"/>
    <dgm:cxn modelId="{981C39D0-F988-E640-BCC2-737230BE62B8}" srcId="{82ABFF5A-3C2C-3349-92BC-9383EC7CE84F}" destId="{E9E6A5E8-4027-9741-8479-32C507D78279}" srcOrd="8" destOrd="0" parTransId="{5E012DF8-DAC2-2C4C-8A5C-46B4E9F4DFEB}" sibTransId="{1793864C-4EB0-8D47-B44B-EED87966511D}"/>
    <dgm:cxn modelId="{6D2B1AD5-EFB4-2744-B9EF-9CCB600632DA}" type="presOf" srcId="{3CFA76A2-13E3-624E-A4FA-4D6F9CFB2C64}" destId="{DFA41776-2E96-954C-AFDE-DB7534D88B84}" srcOrd="0" destOrd="0" presId="urn:microsoft.com/office/officeart/2005/8/layout/cycle1"/>
    <dgm:cxn modelId="{59091CD7-EEAD-694F-87A1-3B477FC4A4FA}" type="presOf" srcId="{1977F85F-CF7D-1F4C-AFCF-E74A441FE255}" destId="{2AA66425-5941-854A-9424-56C0BD255381}" srcOrd="0" destOrd="0" presId="urn:microsoft.com/office/officeart/2005/8/layout/cycle1"/>
    <dgm:cxn modelId="{5A48B9E1-BA5F-854F-82E2-AF1DC4CC7297}" type="presOf" srcId="{5978DA75-5A20-9848-A815-921EC4678811}" destId="{C9BD8593-97E5-1A4D-B72A-840AAC4EA7C2}" srcOrd="0" destOrd="0" presId="urn:microsoft.com/office/officeart/2005/8/layout/cycle1"/>
    <dgm:cxn modelId="{A1DB09E6-B78F-F94C-91D6-AEC572E130BB}" type="presOf" srcId="{6EADD019-1509-D048-A3A3-64A2F21785AC}" destId="{05808A97-1447-E24E-AB87-F494A2626EC0}" srcOrd="0" destOrd="0" presId="urn:microsoft.com/office/officeart/2005/8/layout/cycle1"/>
    <dgm:cxn modelId="{AC9D12ED-040F-3C4C-BDF1-1ECD9C5B7291}" type="presOf" srcId="{02C5986D-A2DB-3D4C-B771-13C8002E7B8A}" destId="{703EAA18-F4FA-CC43-96D7-3A8881080F5C}" srcOrd="0" destOrd="0" presId="urn:microsoft.com/office/officeart/2005/8/layout/cycle1"/>
    <dgm:cxn modelId="{39686DF2-768E-9445-9856-A08A1CD9F211}" type="presOf" srcId="{E9E6A5E8-4027-9741-8479-32C507D78279}" destId="{F1E074E3-CE90-B841-8786-6B7BAD859CAB}" srcOrd="0" destOrd="0" presId="urn:microsoft.com/office/officeart/2005/8/layout/cycle1"/>
    <dgm:cxn modelId="{334F4CF6-6169-7346-B612-489CF7D29E92}" type="presParOf" srcId="{177FDCD2-56B8-5D43-921A-5671430DC552}" destId="{938AE4E3-DA6B-C54F-A8B3-662EF4D7439B}" srcOrd="0" destOrd="0" presId="urn:microsoft.com/office/officeart/2005/8/layout/cycle1"/>
    <dgm:cxn modelId="{03AEABFE-8E4B-CB49-A663-D378FE25A37F}" type="presParOf" srcId="{177FDCD2-56B8-5D43-921A-5671430DC552}" destId="{DFA41776-2E96-954C-AFDE-DB7534D88B84}" srcOrd="1" destOrd="0" presId="urn:microsoft.com/office/officeart/2005/8/layout/cycle1"/>
    <dgm:cxn modelId="{0968BD98-74D4-3641-9B50-15471BBF19ED}" type="presParOf" srcId="{177FDCD2-56B8-5D43-921A-5671430DC552}" destId="{3353BDD0-691B-424F-BF14-E99A543546EC}" srcOrd="2" destOrd="0" presId="urn:microsoft.com/office/officeart/2005/8/layout/cycle1"/>
    <dgm:cxn modelId="{691AB352-33DB-3347-A2B5-CAF99033C851}" type="presParOf" srcId="{177FDCD2-56B8-5D43-921A-5671430DC552}" destId="{476E3F14-FB99-FA48-B7CB-93CB07D8FD96}" srcOrd="3" destOrd="0" presId="urn:microsoft.com/office/officeart/2005/8/layout/cycle1"/>
    <dgm:cxn modelId="{CA4506C7-679D-9540-9310-8889F9E8FD8C}" type="presParOf" srcId="{177FDCD2-56B8-5D43-921A-5671430DC552}" destId="{0D25D5A6-D20E-1544-B204-A31F5B01C1CB}" srcOrd="4" destOrd="0" presId="urn:microsoft.com/office/officeart/2005/8/layout/cycle1"/>
    <dgm:cxn modelId="{C67A1303-044D-CB4F-93EA-A6C8A3A13202}" type="presParOf" srcId="{177FDCD2-56B8-5D43-921A-5671430DC552}" destId="{703EAA18-F4FA-CC43-96D7-3A8881080F5C}" srcOrd="5" destOrd="0" presId="urn:microsoft.com/office/officeart/2005/8/layout/cycle1"/>
    <dgm:cxn modelId="{62AC025F-4D52-8847-B4A2-ACE17E49AC26}" type="presParOf" srcId="{177FDCD2-56B8-5D43-921A-5671430DC552}" destId="{B48C49CD-39EF-E74E-B6D8-23ADBEF114EF}" srcOrd="6" destOrd="0" presId="urn:microsoft.com/office/officeart/2005/8/layout/cycle1"/>
    <dgm:cxn modelId="{CA75CA7C-9714-1B47-9FD0-FCE60E277CCB}" type="presParOf" srcId="{177FDCD2-56B8-5D43-921A-5671430DC552}" destId="{A28B5C0F-BCE8-8C46-9693-1546A1EA4D25}" srcOrd="7" destOrd="0" presId="urn:microsoft.com/office/officeart/2005/8/layout/cycle1"/>
    <dgm:cxn modelId="{6FFE5908-52AD-5446-8D1A-F5F3E5439785}" type="presParOf" srcId="{177FDCD2-56B8-5D43-921A-5671430DC552}" destId="{B4FDECA1-CFEA-3349-88AD-63FB188BD613}" srcOrd="8" destOrd="0" presId="urn:microsoft.com/office/officeart/2005/8/layout/cycle1"/>
    <dgm:cxn modelId="{F4C0258D-B64C-684B-AFC2-D453BC6A576D}" type="presParOf" srcId="{177FDCD2-56B8-5D43-921A-5671430DC552}" destId="{C2C0DE21-F0CD-F34F-856E-DA9C71F7CA17}" srcOrd="9" destOrd="0" presId="urn:microsoft.com/office/officeart/2005/8/layout/cycle1"/>
    <dgm:cxn modelId="{FE0C1B71-E418-094D-96AB-F194D647FDE2}" type="presParOf" srcId="{177FDCD2-56B8-5D43-921A-5671430DC552}" destId="{86035C19-2230-B644-8CD2-9B2723DD2D5B}" srcOrd="10" destOrd="0" presId="urn:microsoft.com/office/officeart/2005/8/layout/cycle1"/>
    <dgm:cxn modelId="{3A717656-0B84-464B-84EE-A6C395BD2032}" type="presParOf" srcId="{177FDCD2-56B8-5D43-921A-5671430DC552}" destId="{0DE24157-D7D0-EB47-8051-DFBA6610E27B}" srcOrd="11" destOrd="0" presId="urn:microsoft.com/office/officeart/2005/8/layout/cycle1"/>
    <dgm:cxn modelId="{AB22B7CA-EC03-724A-B82E-DA70ACAB2C39}" type="presParOf" srcId="{177FDCD2-56B8-5D43-921A-5671430DC552}" destId="{185211EB-3D3D-9241-91B1-FCEB61F0DB96}" srcOrd="12" destOrd="0" presId="urn:microsoft.com/office/officeart/2005/8/layout/cycle1"/>
    <dgm:cxn modelId="{E00E8359-4F89-2547-93CD-98000BAD04B6}" type="presParOf" srcId="{177FDCD2-56B8-5D43-921A-5671430DC552}" destId="{05808A97-1447-E24E-AB87-F494A2626EC0}" srcOrd="13" destOrd="0" presId="urn:microsoft.com/office/officeart/2005/8/layout/cycle1"/>
    <dgm:cxn modelId="{3128F6F7-8C1E-5440-98EE-8C62CD77CF0A}" type="presParOf" srcId="{177FDCD2-56B8-5D43-921A-5671430DC552}" destId="{34D57200-A0A6-AF45-A9D8-669B849EFF04}" srcOrd="14" destOrd="0" presId="urn:microsoft.com/office/officeart/2005/8/layout/cycle1"/>
    <dgm:cxn modelId="{EAC8063E-D7FA-EF4C-B079-9FAC7BDCCF71}" type="presParOf" srcId="{177FDCD2-56B8-5D43-921A-5671430DC552}" destId="{48C1FD77-374E-574B-96C8-E1BEF3304F94}" srcOrd="15" destOrd="0" presId="urn:microsoft.com/office/officeart/2005/8/layout/cycle1"/>
    <dgm:cxn modelId="{02A424AC-6B61-A944-A81A-19E47337D403}" type="presParOf" srcId="{177FDCD2-56B8-5D43-921A-5671430DC552}" destId="{2AA66425-5941-854A-9424-56C0BD255381}" srcOrd="16" destOrd="0" presId="urn:microsoft.com/office/officeart/2005/8/layout/cycle1"/>
    <dgm:cxn modelId="{FE09041C-D83F-AE48-9B6B-655C121D8C98}" type="presParOf" srcId="{177FDCD2-56B8-5D43-921A-5671430DC552}" destId="{C9BD8593-97E5-1A4D-B72A-840AAC4EA7C2}" srcOrd="17" destOrd="0" presId="urn:microsoft.com/office/officeart/2005/8/layout/cycle1"/>
    <dgm:cxn modelId="{1D44F275-089F-4D4B-A375-D847D63FC92F}" type="presParOf" srcId="{177FDCD2-56B8-5D43-921A-5671430DC552}" destId="{81C15A9B-A718-0946-9FF9-E93F7A3F8178}" srcOrd="18" destOrd="0" presId="urn:microsoft.com/office/officeart/2005/8/layout/cycle1"/>
    <dgm:cxn modelId="{5BC6FAFE-9393-7149-8412-8B981292BEFC}" type="presParOf" srcId="{177FDCD2-56B8-5D43-921A-5671430DC552}" destId="{71352D5C-5F35-AF41-A0DA-DA8D87EE69EF}" srcOrd="19" destOrd="0" presId="urn:microsoft.com/office/officeart/2005/8/layout/cycle1"/>
    <dgm:cxn modelId="{7021C806-0D23-074D-A86E-F54129C43281}" type="presParOf" srcId="{177FDCD2-56B8-5D43-921A-5671430DC552}" destId="{67CE2739-51CA-4E46-A607-360C8FAE400A}" srcOrd="20" destOrd="0" presId="urn:microsoft.com/office/officeart/2005/8/layout/cycle1"/>
    <dgm:cxn modelId="{313B7AB9-75BC-7746-BAF5-1E202FA3129A}" type="presParOf" srcId="{177FDCD2-56B8-5D43-921A-5671430DC552}" destId="{730D01D9-61BF-434C-9BE8-A6952F948932}" srcOrd="21" destOrd="0" presId="urn:microsoft.com/office/officeart/2005/8/layout/cycle1"/>
    <dgm:cxn modelId="{88FE99D6-776B-8D48-B19F-CCE68D776F9E}" type="presParOf" srcId="{177FDCD2-56B8-5D43-921A-5671430DC552}" destId="{8A3542F8-F430-3640-A6A9-29CB396B46C6}" srcOrd="22" destOrd="0" presId="urn:microsoft.com/office/officeart/2005/8/layout/cycle1"/>
    <dgm:cxn modelId="{0D92AD9E-5B58-3B4B-BEA1-1FC4881ECDB3}" type="presParOf" srcId="{177FDCD2-56B8-5D43-921A-5671430DC552}" destId="{427107EA-DCFE-4047-9810-7F9E42511819}" srcOrd="23" destOrd="0" presId="urn:microsoft.com/office/officeart/2005/8/layout/cycle1"/>
    <dgm:cxn modelId="{4B7F8493-6E34-7D44-AE53-2DEA6F26277B}" type="presParOf" srcId="{177FDCD2-56B8-5D43-921A-5671430DC552}" destId="{E87899FA-673C-1F42-A418-65BD37449B08}" srcOrd="24" destOrd="0" presId="urn:microsoft.com/office/officeart/2005/8/layout/cycle1"/>
    <dgm:cxn modelId="{2B8AC152-C88A-9C4D-9C80-6C1F319421FE}" type="presParOf" srcId="{177FDCD2-56B8-5D43-921A-5671430DC552}" destId="{F1E074E3-CE90-B841-8786-6B7BAD859CAB}" srcOrd="25" destOrd="0" presId="urn:microsoft.com/office/officeart/2005/8/layout/cycle1"/>
    <dgm:cxn modelId="{660FC05B-7B92-9D4D-A458-6FBA0B589A30}" type="presParOf" srcId="{177FDCD2-56B8-5D43-921A-5671430DC552}" destId="{AE316AF6-ACCE-E64E-99FB-28FA0008CB8C}" srcOrd="26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4F082059-8D5C-E649-A4EB-DA7FC1F4BC41}" type="doc">
      <dgm:prSet loTypeId="urn:microsoft.com/office/officeart/2005/8/layout/vList2" loCatId="" qsTypeId="urn:microsoft.com/office/officeart/2005/8/quickstyle/3d4" qsCatId="3D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CCEE6753-3DB4-1F4F-B835-95D03C770C9A}">
      <dgm:prSet phldrT="[Text]"/>
      <dgm:spPr/>
      <dgm:t>
        <a:bodyPr/>
        <a:lstStyle/>
        <a:p>
          <a:r>
            <a:rPr lang="en-US" dirty="0"/>
            <a:t>Lead Time: The clock starts the moment a request is made and stops when it is fulfilled.</a:t>
          </a:r>
        </a:p>
      </dgm:t>
    </dgm:pt>
    <dgm:pt modelId="{217CB815-37B5-0F4C-9468-6647191A341B}" type="parTrans" cxnId="{644880F3-BA38-FD49-ADE7-456D313315A7}">
      <dgm:prSet/>
      <dgm:spPr/>
      <dgm:t>
        <a:bodyPr/>
        <a:lstStyle/>
        <a:p>
          <a:endParaRPr lang="en-US"/>
        </a:p>
      </dgm:t>
    </dgm:pt>
    <dgm:pt modelId="{EBDC85C9-F950-9C46-8090-F09B8FF1FE67}" type="sibTrans" cxnId="{644880F3-BA38-FD49-ADE7-456D313315A7}">
      <dgm:prSet/>
      <dgm:spPr/>
      <dgm:t>
        <a:bodyPr/>
        <a:lstStyle/>
        <a:p>
          <a:endParaRPr lang="en-US"/>
        </a:p>
      </dgm:t>
    </dgm:pt>
    <dgm:pt modelId="{463F4A23-DA01-8944-BF62-2C0A3ECBDE25}">
      <dgm:prSet/>
      <dgm:spPr/>
      <dgm:t>
        <a:bodyPr/>
        <a:lstStyle/>
        <a:p>
          <a:r>
            <a:rPr lang="en-US" dirty="0"/>
            <a:t>Process Time: The clock starts only when work on a request actually begins.</a:t>
          </a:r>
        </a:p>
      </dgm:t>
    </dgm:pt>
    <dgm:pt modelId="{433898C2-3BD9-8841-99FC-6F1863D625BF}" type="parTrans" cxnId="{C393CA49-99AD-694C-93C0-9D67DCF17773}">
      <dgm:prSet/>
      <dgm:spPr/>
      <dgm:t>
        <a:bodyPr/>
        <a:lstStyle/>
        <a:p>
          <a:endParaRPr lang="en-US"/>
        </a:p>
      </dgm:t>
    </dgm:pt>
    <dgm:pt modelId="{0A3BA1AB-E3B3-0046-8073-A2426FBCD5EB}" type="sibTrans" cxnId="{C393CA49-99AD-694C-93C0-9D67DCF17773}">
      <dgm:prSet/>
      <dgm:spPr/>
      <dgm:t>
        <a:bodyPr/>
        <a:lstStyle/>
        <a:p>
          <a:endParaRPr lang="en-US"/>
        </a:p>
      </dgm:t>
    </dgm:pt>
    <dgm:pt modelId="{C0945C48-33E4-A346-B4AA-64014B7BA8DD}">
      <dgm:prSet/>
      <dgm:spPr/>
      <dgm:t>
        <a:bodyPr/>
        <a:lstStyle/>
        <a:p>
          <a:r>
            <a:rPr lang="en-US"/>
            <a:t>Distinction: The Process Time omits the time the request sits in a queue.</a:t>
          </a:r>
          <a:endParaRPr lang="en-US" dirty="0"/>
        </a:p>
      </dgm:t>
    </dgm:pt>
    <dgm:pt modelId="{6EA6A138-C42A-C34D-8DBA-8F7F16FE6FCA}" type="parTrans" cxnId="{C20DDD56-E618-FF4C-BA6C-F35EC45539CC}">
      <dgm:prSet/>
      <dgm:spPr/>
      <dgm:t>
        <a:bodyPr/>
        <a:lstStyle/>
        <a:p>
          <a:endParaRPr lang="en-US"/>
        </a:p>
      </dgm:t>
    </dgm:pt>
    <dgm:pt modelId="{ECE6CBB1-9BF2-BD4D-A3EA-9CABA915F6D0}" type="sibTrans" cxnId="{C20DDD56-E618-FF4C-BA6C-F35EC45539CC}">
      <dgm:prSet/>
      <dgm:spPr/>
      <dgm:t>
        <a:bodyPr/>
        <a:lstStyle/>
        <a:p>
          <a:endParaRPr lang="en-US"/>
        </a:p>
      </dgm:t>
    </dgm:pt>
    <dgm:pt modelId="{B9892BAE-CA97-B345-9134-C8B414FBCA5D}">
      <dgm:prSet/>
      <dgm:spPr/>
      <dgm:t>
        <a:bodyPr/>
        <a:lstStyle/>
        <a:p>
          <a:r>
            <a:rPr lang="en-US" dirty="0"/>
            <a:t>Importance: Lead Time is what a </a:t>
          </a:r>
          <a:r>
            <a:rPr lang="en-US" i="1" dirty="0"/>
            <a:t>customer</a:t>
          </a:r>
          <a:r>
            <a:rPr lang="en-US" dirty="0"/>
            <a:t> experiences, so it tends to be more important.</a:t>
          </a:r>
        </a:p>
      </dgm:t>
    </dgm:pt>
    <dgm:pt modelId="{20FA6D47-48FE-0F46-8BD9-9E9E908C5636}" type="parTrans" cxnId="{8DE1EA0F-C6DD-264A-94E2-E9E2A1261AD7}">
      <dgm:prSet/>
      <dgm:spPr/>
      <dgm:t>
        <a:bodyPr/>
        <a:lstStyle/>
        <a:p>
          <a:endParaRPr lang="en-US"/>
        </a:p>
      </dgm:t>
    </dgm:pt>
    <dgm:pt modelId="{B3C73047-5DA5-C143-BE1F-9B72794B94BB}" type="sibTrans" cxnId="{8DE1EA0F-C6DD-264A-94E2-E9E2A1261AD7}">
      <dgm:prSet/>
      <dgm:spPr/>
      <dgm:t>
        <a:bodyPr/>
        <a:lstStyle/>
        <a:p>
          <a:endParaRPr lang="en-US"/>
        </a:p>
      </dgm:t>
    </dgm:pt>
    <dgm:pt modelId="{D1C7FA5B-0D1A-2F45-8DA6-8FEF982AF5B3}" type="pres">
      <dgm:prSet presAssocID="{4F082059-8D5C-E649-A4EB-DA7FC1F4BC41}" presName="linear" presStyleCnt="0">
        <dgm:presLayoutVars>
          <dgm:animLvl val="lvl"/>
          <dgm:resizeHandles val="exact"/>
        </dgm:presLayoutVars>
      </dgm:prSet>
      <dgm:spPr/>
    </dgm:pt>
    <dgm:pt modelId="{3FF6D481-74BE-9A4B-A30A-BE126EDDCED8}" type="pres">
      <dgm:prSet presAssocID="{CCEE6753-3DB4-1F4F-B835-95D03C770C9A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CC64F542-7960-7348-B3E9-3D7EE103BE8D}" type="pres">
      <dgm:prSet presAssocID="{EBDC85C9-F950-9C46-8090-F09B8FF1FE67}" presName="spacer" presStyleCnt="0"/>
      <dgm:spPr/>
    </dgm:pt>
    <dgm:pt modelId="{9E800150-F667-4D4B-A93B-89D7C0DB124F}" type="pres">
      <dgm:prSet presAssocID="{463F4A23-DA01-8944-BF62-2C0A3ECBDE25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852B373C-6830-9C48-BE60-8238C79435B7}" type="pres">
      <dgm:prSet presAssocID="{0A3BA1AB-E3B3-0046-8073-A2426FBCD5EB}" presName="spacer" presStyleCnt="0"/>
      <dgm:spPr/>
    </dgm:pt>
    <dgm:pt modelId="{A8B7217C-6362-8C4F-89C4-3171900C9D86}" type="pres">
      <dgm:prSet presAssocID="{C0945C48-33E4-A346-B4AA-64014B7BA8DD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AA0CCDDA-FF2E-814E-A7B3-3FE0E3A39E79}" type="pres">
      <dgm:prSet presAssocID="{ECE6CBB1-9BF2-BD4D-A3EA-9CABA915F6D0}" presName="spacer" presStyleCnt="0"/>
      <dgm:spPr/>
    </dgm:pt>
    <dgm:pt modelId="{A1DA01BB-AD20-AC45-895C-6A2794D04A30}" type="pres">
      <dgm:prSet presAssocID="{B9892BAE-CA97-B345-9134-C8B414FBCA5D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8DE1EA0F-C6DD-264A-94E2-E9E2A1261AD7}" srcId="{4F082059-8D5C-E649-A4EB-DA7FC1F4BC41}" destId="{B9892BAE-CA97-B345-9134-C8B414FBCA5D}" srcOrd="3" destOrd="0" parTransId="{20FA6D47-48FE-0F46-8BD9-9E9E908C5636}" sibTransId="{B3C73047-5DA5-C143-BE1F-9B72794B94BB}"/>
    <dgm:cxn modelId="{A2E5A01F-70CF-C943-BF3E-31CEE5DAC9F5}" type="presOf" srcId="{C0945C48-33E4-A346-B4AA-64014B7BA8DD}" destId="{A8B7217C-6362-8C4F-89C4-3171900C9D86}" srcOrd="0" destOrd="0" presId="urn:microsoft.com/office/officeart/2005/8/layout/vList2"/>
    <dgm:cxn modelId="{C393CA49-99AD-694C-93C0-9D67DCF17773}" srcId="{4F082059-8D5C-E649-A4EB-DA7FC1F4BC41}" destId="{463F4A23-DA01-8944-BF62-2C0A3ECBDE25}" srcOrd="1" destOrd="0" parTransId="{433898C2-3BD9-8841-99FC-6F1863D625BF}" sibTransId="{0A3BA1AB-E3B3-0046-8073-A2426FBCD5EB}"/>
    <dgm:cxn modelId="{C20DDD56-E618-FF4C-BA6C-F35EC45539CC}" srcId="{4F082059-8D5C-E649-A4EB-DA7FC1F4BC41}" destId="{C0945C48-33E4-A346-B4AA-64014B7BA8DD}" srcOrd="2" destOrd="0" parTransId="{6EA6A138-C42A-C34D-8DBA-8F7F16FE6FCA}" sibTransId="{ECE6CBB1-9BF2-BD4D-A3EA-9CABA915F6D0}"/>
    <dgm:cxn modelId="{82B1E25D-C784-F641-B657-88B886341D2A}" type="presOf" srcId="{B9892BAE-CA97-B345-9134-C8B414FBCA5D}" destId="{A1DA01BB-AD20-AC45-895C-6A2794D04A30}" srcOrd="0" destOrd="0" presId="urn:microsoft.com/office/officeart/2005/8/layout/vList2"/>
    <dgm:cxn modelId="{9C1C9DB9-7E67-5D4B-9535-C4E0A9557E76}" type="presOf" srcId="{463F4A23-DA01-8944-BF62-2C0A3ECBDE25}" destId="{9E800150-F667-4D4B-A93B-89D7C0DB124F}" srcOrd="0" destOrd="0" presId="urn:microsoft.com/office/officeart/2005/8/layout/vList2"/>
    <dgm:cxn modelId="{B3A447C0-81F1-0642-9B58-D2850F8BB35D}" type="presOf" srcId="{CCEE6753-3DB4-1F4F-B835-95D03C770C9A}" destId="{3FF6D481-74BE-9A4B-A30A-BE126EDDCED8}" srcOrd="0" destOrd="0" presId="urn:microsoft.com/office/officeart/2005/8/layout/vList2"/>
    <dgm:cxn modelId="{6A2688F1-6EC2-7643-B5E8-93776D33AB25}" type="presOf" srcId="{4F082059-8D5C-E649-A4EB-DA7FC1F4BC41}" destId="{D1C7FA5B-0D1A-2F45-8DA6-8FEF982AF5B3}" srcOrd="0" destOrd="0" presId="urn:microsoft.com/office/officeart/2005/8/layout/vList2"/>
    <dgm:cxn modelId="{644880F3-BA38-FD49-ADE7-456D313315A7}" srcId="{4F082059-8D5C-E649-A4EB-DA7FC1F4BC41}" destId="{CCEE6753-3DB4-1F4F-B835-95D03C770C9A}" srcOrd="0" destOrd="0" parTransId="{217CB815-37B5-0F4C-9468-6647191A341B}" sibTransId="{EBDC85C9-F950-9C46-8090-F09B8FF1FE67}"/>
    <dgm:cxn modelId="{4EEF94A7-0593-3340-99E8-592FFEB50595}" type="presParOf" srcId="{D1C7FA5B-0D1A-2F45-8DA6-8FEF982AF5B3}" destId="{3FF6D481-74BE-9A4B-A30A-BE126EDDCED8}" srcOrd="0" destOrd="0" presId="urn:microsoft.com/office/officeart/2005/8/layout/vList2"/>
    <dgm:cxn modelId="{14F77BE4-F9BA-0E49-B6AA-6879369F86FF}" type="presParOf" srcId="{D1C7FA5B-0D1A-2F45-8DA6-8FEF982AF5B3}" destId="{CC64F542-7960-7348-B3E9-3D7EE103BE8D}" srcOrd="1" destOrd="0" presId="urn:microsoft.com/office/officeart/2005/8/layout/vList2"/>
    <dgm:cxn modelId="{9AF8DFE8-1C99-9F45-9856-939B213F830C}" type="presParOf" srcId="{D1C7FA5B-0D1A-2F45-8DA6-8FEF982AF5B3}" destId="{9E800150-F667-4D4B-A93B-89D7C0DB124F}" srcOrd="2" destOrd="0" presId="urn:microsoft.com/office/officeart/2005/8/layout/vList2"/>
    <dgm:cxn modelId="{85864FFA-96AA-8749-BE19-DF22DE6F1B82}" type="presParOf" srcId="{D1C7FA5B-0D1A-2F45-8DA6-8FEF982AF5B3}" destId="{852B373C-6830-9C48-BE60-8238C79435B7}" srcOrd="3" destOrd="0" presId="urn:microsoft.com/office/officeart/2005/8/layout/vList2"/>
    <dgm:cxn modelId="{6E58B287-1275-AA47-8892-125029B01842}" type="presParOf" srcId="{D1C7FA5B-0D1A-2F45-8DA6-8FEF982AF5B3}" destId="{A8B7217C-6362-8C4F-89C4-3171900C9D86}" srcOrd="4" destOrd="0" presId="urn:microsoft.com/office/officeart/2005/8/layout/vList2"/>
    <dgm:cxn modelId="{3CEF309E-563A-A548-BECF-50B04EC0E58E}" type="presParOf" srcId="{D1C7FA5B-0D1A-2F45-8DA6-8FEF982AF5B3}" destId="{AA0CCDDA-FF2E-814E-A7B3-3FE0E3A39E79}" srcOrd="5" destOrd="0" presId="urn:microsoft.com/office/officeart/2005/8/layout/vList2"/>
    <dgm:cxn modelId="{90E19113-FA78-1347-A88F-F7A90C913B94}" type="presParOf" srcId="{D1C7FA5B-0D1A-2F45-8DA6-8FEF982AF5B3}" destId="{A1DA01BB-AD20-AC45-895C-6A2794D04A30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BBD55CF-7529-0D47-A8ED-78C580FD9A36}">
      <dsp:nvSpPr>
        <dsp:cNvPr id="0" name=""/>
        <dsp:cNvSpPr/>
      </dsp:nvSpPr>
      <dsp:spPr>
        <a:xfrm>
          <a:off x="0" y="13351"/>
          <a:ext cx="7454425" cy="19983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“The Technology Value Stream is the process required to convert a business hypothesis into a technology-enabled service that delivers value to the customer” (Kim et al., 2016).</a:t>
          </a:r>
        </a:p>
      </dsp:txBody>
      <dsp:txXfrm>
        <a:off x="97552" y="110903"/>
        <a:ext cx="7259321" cy="180325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2F1CAC3-57CC-C443-8C43-2E80FEDB38FF}">
      <dsp:nvSpPr>
        <dsp:cNvPr id="0" name=""/>
        <dsp:cNvSpPr/>
      </dsp:nvSpPr>
      <dsp:spPr>
        <a:xfrm>
          <a:off x="772782" y="698445"/>
          <a:ext cx="1959924" cy="6458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Objectives </a:t>
          </a:r>
        </a:p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&amp; Ideas</a:t>
          </a:r>
        </a:p>
      </dsp:txBody>
      <dsp:txXfrm>
        <a:off x="772782" y="698445"/>
        <a:ext cx="1959924" cy="645884"/>
      </dsp:txXfrm>
    </dsp:sp>
    <dsp:sp modelId="{90EB8D76-7125-CC41-B6E3-87ED3DB4F58E}">
      <dsp:nvSpPr>
        <dsp:cNvPr id="0" name=""/>
        <dsp:cNvSpPr/>
      </dsp:nvSpPr>
      <dsp:spPr>
        <a:xfrm>
          <a:off x="772782" y="2060392"/>
          <a:ext cx="1959924" cy="121007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 dirty="0"/>
            <a:t> </a:t>
          </a:r>
        </a:p>
      </dsp:txBody>
      <dsp:txXfrm>
        <a:off x="772782" y="2060392"/>
        <a:ext cx="1959924" cy="1210072"/>
      </dsp:txXfrm>
    </dsp:sp>
    <dsp:sp modelId="{E5699CE9-3C7A-E34C-AC9A-703E9F3D442A}">
      <dsp:nvSpPr>
        <dsp:cNvPr id="0" name=""/>
        <dsp:cNvSpPr/>
      </dsp:nvSpPr>
      <dsp:spPr>
        <a:xfrm>
          <a:off x="770555" y="502007"/>
          <a:ext cx="155903" cy="155903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88000"/>
                <a:lumMod val="88000"/>
              </a:schemeClr>
            </a:gs>
          </a:gsLst>
          <a:lin ang="5400000" scaled="1"/>
        </a:gradFill>
        <a:ln>
          <a:noFill/>
        </a:ln>
        <a:effectLst>
          <a:outerShdw blurRad="50800" dist="38100" dir="5400000" rotWithShape="0">
            <a:srgbClr val="000000">
              <a:alpha val="3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2F1691DD-99A9-7846-939E-DC60353ABA1E}">
      <dsp:nvSpPr>
        <dsp:cNvPr id="0" name=""/>
        <dsp:cNvSpPr/>
      </dsp:nvSpPr>
      <dsp:spPr>
        <a:xfrm>
          <a:off x="879687" y="283743"/>
          <a:ext cx="155903" cy="155903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88000"/>
                <a:lumMod val="88000"/>
              </a:schemeClr>
            </a:gs>
          </a:gsLst>
          <a:lin ang="5400000" scaled="1"/>
        </a:gradFill>
        <a:ln>
          <a:noFill/>
        </a:ln>
        <a:effectLst>
          <a:outerShdw blurRad="50800" dist="38100" dir="5400000" rotWithShape="0">
            <a:srgbClr val="000000">
              <a:alpha val="3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722E302-1BE2-B646-967E-933DB782ECDC}">
      <dsp:nvSpPr>
        <dsp:cNvPr id="0" name=""/>
        <dsp:cNvSpPr/>
      </dsp:nvSpPr>
      <dsp:spPr>
        <a:xfrm>
          <a:off x="1141605" y="327396"/>
          <a:ext cx="244990" cy="244990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88000"/>
                <a:lumMod val="88000"/>
              </a:schemeClr>
            </a:gs>
          </a:gsLst>
          <a:lin ang="5400000" scaled="1"/>
        </a:gradFill>
        <a:ln>
          <a:noFill/>
        </a:ln>
        <a:effectLst>
          <a:outerShdw blurRad="50800" dist="38100" dir="5400000" rotWithShape="0">
            <a:srgbClr val="000000">
              <a:alpha val="3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80F7DCA4-6DE0-A845-9BAB-B09128E17923}">
      <dsp:nvSpPr>
        <dsp:cNvPr id="0" name=""/>
        <dsp:cNvSpPr/>
      </dsp:nvSpPr>
      <dsp:spPr>
        <a:xfrm>
          <a:off x="1359869" y="87305"/>
          <a:ext cx="155903" cy="155903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88000"/>
                <a:lumMod val="88000"/>
              </a:schemeClr>
            </a:gs>
          </a:gsLst>
          <a:lin ang="5400000" scaled="1"/>
        </a:gradFill>
        <a:ln>
          <a:noFill/>
        </a:ln>
        <a:effectLst>
          <a:outerShdw blurRad="50800" dist="38100" dir="5400000" rotWithShape="0">
            <a:srgbClr val="000000">
              <a:alpha val="3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308BEEDE-E14B-934A-BCB1-A8315D632748}">
      <dsp:nvSpPr>
        <dsp:cNvPr id="0" name=""/>
        <dsp:cNvSpPr/>
      </dsp:nvSpPr>
      <dsp:spPr>
        <a:xfrm>
          <a:off x="1643612" y="0"/>
          <a:ext cx="155903" cy="155903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88000"/>
                <a:lumMod val="88000"/>
              </a:schemeClr>
            </a:gs>
          </a:gsLst>
          <a:lin ang="5400000" scaled="1"/>
        </a:gradFill>
        <a:ln>
          <a:noFill/>
        </a:ln>
        <a:effectLst>
          <a:outerShdw blurRad="50800" dist="38100" dir="5400000" rotWithShape="0">
            <a:srgbClr val="000000">
              <a:alpha val="3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91E9D40F-7857-964A-8748-F2FDC64A543C}">
      <dsp:nvSpPr>
        <dsp:cNvPr id="0" name=""/>
        <dsp:cNvSpPr/>
      </dsp:nvSpPr>
      <dsp:spPr>
        <a:xfrm>
          <a:off x="1992835" y="152785"/>
          <a:ext cx="155903" cy="155903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88000"/>
                <a:lumMod val="88000"/>
              </a:schemeClr>
            </a:gs>
          </a:gsLst>
          <a:lin ang="5400000" scaled="1"/>
        </a:gradFill>
        <a:ln>
          <a:noFill/>
        </a:ln>
        <a:effectLst>
          <a:outerShdw blurRad="50800" dist="38100" dir="5400000" rotWithShape="0">
            <a:srgbClr val="000000">
              <a:alpha val="3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56F36A67-164C-224D-A2B9-C856FF75AE1E}">
      <dsp:nvSpPr>
        <dsp:cNvPr id="0" name=""/>
        <dsp:cNvSpPr/>
      </dsp:nvSpPr>
      <dsp:spPr>
        <a:xfrm>
          <a:off x="2211100" y="261917"/>
          <a:ext cx="244990" cy="244990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88000"/>
                <a:lumMod val="88000"/>
              </a:schemeClr>
            </a:gs>
          </a:gsLst>
          <a:lin ang="5400000" scaled="1"/>
        </a:gradFill>
        <a:ln>
          <a:noFill/>
        </a:ln>
        <a:effectLst>
          <a:outerShdw blurRad="50800" dist="38100" dir="5400000" rotWithShape="0">
            <a:srgbClr val="000000">
              <a:alpha val="3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6F9B0F01-CE5F-2A4D-8817-002C9EDE9C1C}">
      <dsp:nvSpPr>
        <dsp:cNvPr id="0" name=""/>
        <dsp:cNvSpPr/>
      </dsp:nvSpPr>
      <dsp:spPr>
        <a:xfrm>
          <a:off x="2516670" y="502007"/>
          <a:ext cx="155903" cy="155903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88000"/>
                <a:lumMod val="88000"/>
              </a:schemeClr>
            </a:gs>
          </a:gsLst>
          <a:lin ang="5400000" scaled="1"/>
        </a:gradFill>
        <a:ln>
          <a:noFill/>
        </a:ln>
        <a:effectLst>
          <a:outerShdw blurRad="50800" dist="38100" dir="5400000" rotWithShape="0">
            <a:srgbClr val="000000">
              <a:alpha val="3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50756C5D-45CE-7741-A542-F8EADB36CFDB}">
      <dsp:nvSpPr>
        <dsp:cNvPr id="0" name=""/>
        <dsp:cNvSpPr/>
      </dsp:nvSpPr>
      <dsp:spPr>
        <a:xfrm>
          <a:off x="2647628" y="742098"/>
          <a:ext cx="155903" cy="155903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88000"/>
                <a:lumMod val="88000"/>
              </a:schemeClr>
            </a:gs>
          </a:gsLst>
          <a:lin ang="5400000" scaled="1"/>
        </a:gradFill>
        <a:ln>
          <a:noFill/>
        </a:ln>
        <a:effectLst>
          <a:outerShdw blurRad="50800" dist="38100" dir="5400000" rotWithShape="0">
            <a:srgbClr val="000000">
              <a:alpha val="3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1CDF9C55-4317-A148-8DBA-4D703F6F4FD5}">
      <dsp:nvSpPr>
        <dsp:cNvPr id="0" name=""/>
        <dsp:cNvSpPr/>
      </dsp:nvSpPr>
      <dsp:spPr>
        <a:xfrm>
          <a:off x="1512654" y="283743"/>
          <a:ext cx="400893" cy="400893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88000"/>
                <a:lumMod val="88000"/>
              </a:schemeClr>
            </a:gs>
          </a:gsLst>
          <a:lin ang="5400000" scaled="1"/>
        </a:gradFill>
        <a:ln>
          <a:noFill/>
        </a:ln>
        <a:effectLst>
          <a:outerShdw blurRad="50800" dist="38100" dir="5400000" rotWithShape="0">
            <a:srgbClr val="000000">
              <a:alpha val="3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96413941-18DB-7045-9EC5-1F8E3632A18B}">
      <dsp:nvSpPr>
        <dsp:cNvPr id="0" name=""/>
        <dsp:cNvSpPr/>
      </dsp:nvSpPr>
      <dsp:spPr>
        <a:xfrm>
          <a:off x="661423" y="1113147"/>
          <a:ext cx="155903" cy="155903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88000"/>
                <a:lumMod val="88000"/>
              </a:schemeClr>
            </a:gs>
          </a:gsLst>
          <a:lin ang="5400000" scaled="1"/>
        </a:gradFill>
        <a:ln>
          <a:noFill/>
        </a:ln>
        <a:effectLst>
          <a:outerShdw blurRad="50800" dist="38100" dir="5400000" rotWithShape="0">
            <a:srgbClr val="000000">
              <a:alpha val="3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6C45110A-C80A-8141-BA65-F0DEA73B19E7}">
      <dsp:nvSpPr>
        <dsp:cNvPr id="0" name=""/>
        <dsp:cNvSpPr/>
      </dsp:nvSpPr>
      <dsp:spPr>
        <a:xfrm>
          <a:off x="792382" y="1309585"/>
          <a:ext cx="244990" cy="244990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88000"/>
                <a:lumMod val="88000"/>
              </a:schemeClr>
            </a:gs>
          </a:gsLst>
          <a:lin ang="5400000" scaled="1"/>
        </a:gradFill>
        <a:ln>
          <a:noFill/>
        </a:ln>
        <a:effectLst>
          <a:outerShdw blurRad="50800" dist="38100" dir="5400000" rotWithShape="0">
            <a:srgbClr val="000000">
              <a:alpha val="3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1F60F3D9-F19F-5442-A498-A4581C91CDB6}">
      <dsp:nvSpPr>
        <dsp:cNvPr id="0" name=""/>
        <dsp:cNvSpPr/>
      </dsp:nvSpPr>
      <dsp:spPr>
        <a:xfrm>
          <a:off x="1119778" y="1484197"/>
          <a:ext cx="356349" cy="356349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88000"/>
                <a:lumMod val="88000"/>
              </a:schemeClr>
            </a:gs>
          </a:gsLst>
          <a:lin ang="5400000" scaled="1"/>
        </a:gradFill>
        <a:ln>
          <a:noFill/>
        </a:ln>
        <a:effectLst>
          <a:outerShdw blurRad="50800" dist="38100" dir="5400000" rotWithShape="0">
            <a:srgbClr val="000000">
              <a:alpha val="3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A0D0B8F0-3FF0-8046-BA06-33D71A0C26BE}">
      <dsp:nvSpPr>
        <dsp:cNvPr id="0" name=""/>
        <dsp:cNvSpPr/>
      </dsp:nvSpPr>
      <dsp:spPr>
        <a:xfrm>
          <a:off x="1578133" y="1767940"/>
          <a:ext cx="155903" cy="155903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88000"/>
                <a:lumMod val="88000"/>
              </a:schemeClr>
            </a:gs>
          </a:gsLst>
          <a:lin ang="5400000" scaled="1"/>
        </a:gradFill>
        <a:ln>
          <a:noFill/>
        </a:ln>
        <a:effectLst>
          <a:outerShdw blurRad="50800" dist="38100" dir="5400000" rotWithShape="0">
            <a:srgbClr val="000000">
              <a:alpha val="3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477FBA36-C277-9C49-B594-F1ACA6B21F1A}">
      <dsp:nvSpPr>
        <dsp:cNvPr id="0" name=""/>
        <dsp:cNvSpPr/>
      </dsp:nvSpPr>
      <dsp:spPr>
        <a:xfrm>
          <a:off x="1665439" y="1484197"/>
          <a:ext cx="244990" cy="244990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88000"/>
                <a:lumMod val="88000"/>
              </a:schemeClr>
            </a:gs>
          </a:gsLst>
          <a:lin ang="5400000" scaled="1"/>
        </a:gradFill>
        <a:ln>
          <a:noFill/>
        </a:ln>
        <a:effectLst>
          <a:outerShdw blurRad="50800" dist="38100" dir="5400000" rotWithShape="0">
            <a:srgbClr val="000000">
              <a:alpha val="3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BB34DE18-4FBD-5247-AF8D-6194FA6DA10C}">
      <dsp:nvSpPr>
        <dsp:cNvPr id="0" name=""/>
        <dsp:cNvSpPr/>
      </dsp:nvSpPr>
      <dsp:spPr>
        <a:xfrm>
          <a:off x="1883703" y="1789767"/>
          <a:ext cx="155903" cy="155903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88000"/>
                <a:lumMod val="88000"/>
              </a:schemeClr>
            </a:gs>
          </a:gsLst>
          <a:lin ang="5400000" scaled="1"/>
        </a:gradFill>
        <a:ln>
          <a:noFill/>
        </a:ln>
        <a:effectLst>
          <a:outerShdw blurRad="50800" dist="38100" dir="5400000" rotWithShape="0">
            <a:srgbClr val="000000">
              <a:alpha val="3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349B6B68-C54E-D144-9D75-3555C10BDF8B}">
      <dsp:nvSpPr>
        <dsp:cNvPr id="0" name=""/>
        <dsp:cNvSpPr/>
      </dsp:nvSpPr>
      <dsp:spPr>
        <a:xfrm>
          <a:off x="2080141" y="1440544"/>
          <a:ext cx="356349" cy="356349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88000"/>
                <a:lumMod val="88000"/>
              </a:schemeClr>
            </a:gs>
          </a:gsLst>
          <a:lin ang="5400000" scaled="1"/>
        </a:gradFill>
        <a:ln>
          <a:noFill/>
        </a:ln>
        <a:effectLst>
          <a:outerShdw blurRad="50800" dist="38100" dir="5400000" rotWithShape="0">
            <a:srgbClr val="000000">
              <a:alpha val="3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AE96B075-DA9E-F440-BBB3-943E66AC4678}">
      <dsp:nvSpPr>
        <dsp:cNvPr id="0" name=""/>
        <dsp:cNvSpPr/>
      </dsp:nvSpPr>
      <dsp:spPr>
        <a:xfrm>
          <a:off x="2560322" y="1353238"/>
          <a:ext cx="244990" cy="244990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88000"/>
                <a:lumMod val="88000"/>
              </a:schemeClr>
            </a:gs>
          </a:gsLst>
          <a:lin ang="5400000" scaled="1"/>
        </a:gradFill>
        <a:ln>
          <a:noFill/>
        </a:ln>
        <a:effectLst>
          <a:outerShdw blurRad="50800" dist="38100" dir="5400000" rotWithShape="0">
            <a:srgbClr val="000000">
              <a:alpha val="3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262D3310-C5DC-4440-8D77-857FF5DDD016}">
      <dsp:nvSpPr>
        <dsp:cNvPr id="0" name=""/>
        <dsp:cNvSpPr/>
      </dsp:nvSpPr>
      <dsp:spPr>
        <a:xfrm>
          <a:off x="2805313" y="327033"/>
          <a:ext cx="719502" cy="1373608"/>
        </a:xfrm>
        <a:prstGeom prst="chevron">
          <a:avLst>
            <a:gd name="adj" fmla="val 6231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50800" dist="38100" dir="5400000" rotWithShape="0">
            <a:srgbClr val="000000">
              <a:alpha val="3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z="-70000" extrusionH="63500" prstMaterial="matte">
          <a:bevelT w="25400" h="6350" prst="relaxedInset"/>
          <a:contourClr>
            <a:schemeClr val="bg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71B300E6-F854-024E-B7CE-A905B137CF15}">
      <dsp:nvSpPr>
        <dsp:cNvPr id="0" name=""/>
        <dsp:cNvSpPr/>
      </dsp:nvSpPr>
      <dsp:spPr>
        <a:xfrm>
          <a:off x="3393997" y="327033"/>
          <a:ext cx="719502" cy="1373608"/>
        </a:xfrm>
        <a:prstGeom prst="chevron">
          <a:avLst>
            <a:gd name="adj" fmla="val 6231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50800" dist="38100" dir="5400000" rotWithShape="0">
            <a:srgbClr val="000000">
              <a:alpha val="3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z="-70000" extrusionH="63500" prstMaterial="matte">
          <a:bevelT w="25400" h="6350" prst="relaxedInset"/>
          <a:contourClr>
            <a:schemeClr val="bg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AD1CA758-057F-8D42-8E39-087FC63E488E}">
      <dsp:nvSpPr>
        <dsp:cNvPr id="0" name=""/>
        <dsp:cNvSpPr/>
      </dsp:nvSpPr>
      <dsp:spPr>
        <a:xfrm>
          <a:off x="4260670" y="229586"/>
          <a:ext cx="1667937" cy="1667937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88000"/>
                <a:lumMod val="88000"/>
              </a:schemeClr>
            </a:gs>
          </a:gsLst>
          <a:lin ang="5400000" scaled="1"/>
        </a:gradFill>
        <a:ln>
          <a:noFill/>
        </a:ln>
        <a:effectLst>
          <a:outerShdw blurRad="50800" dist="38100" dir="5400000" rotWithShape="0">
            <a:srgbClr val="000000">
              <a:alpha val="3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Code successfully in production</a:t>
          </a:r>
        </a:p>
      </dsp:txBody>
      <dsp:txXfrm>
        <a:off x="4504934" y="473850"/>
        <a:ext cx="1179409" cy="1179409"/>
      </dsp:txXfrm>
    </dsp:sp>
    <dsp:sp modelId="{A7CBEFAF-E658-6240-9E71-989EC90BD898}">
      <dsp:nvSpPr>
        <dsp:cNvPr id="0" name=""/>
        <dsp:cNvSpPr/>
      </dsp:nvSpPr>
      <dsp:spPr>
        <a:xfrm>
          <a:off x="4113499" y="2060392"/>
          <a:ext cx="1962279" cy="121007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 dirty="0"/>
            <a:t> </a:t>
          </a:r>
        </a:p>
      </dsp:txBody>
      <dsp:txXfrm>
        <a:off x="4113499" y="2060392"/>
        <a:ext cx="1962279" cy="121007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1776-2E96-954C-AFDE-DB7534D88B84}">
      <dsp:nvSpPr>
        <dsp:cNvPr id="0" name=""/>
        <dsp:cNvSpPr/>
      </dsp:nvSpPr>
      <dsp:spPr>
        <a:xfrm>
          <a:off x="4789545" y="4560"/>
          <a:ext cx="1008480" cy="10084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Business Hypothesis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(Start Here)</a:t>
          </a:r>
        </a:p>
      </dsp:txBody>
      <dsp:txXfrm>
        <a:off x="4789545" y="4560"/>
        <a:ext cx="1008480" cy="1008480"/>
      </dsp:txXfrm>
    </dsp:sp>
    <dsp:sp modelId="{3353BDD0-691B-424F-BF14-E99A543546EC}">
      <dsp:nvSpPr>
        <dsp:cNvPr id="0" name=""/>
        <dsp:cNvSpPr/>
      </dsp:nvSpPr>
      <dsp:spPr>
        <a:xfrm>
          <a:off x="881769" y="107066"/>
          <a:ext cx="6683775" cy="6683775"/>
        </a:xfrm>
        <a:prstGeom prst="circularArrow">
          <a:avLst>
            <a:gd name="adj1" fmla="val 2942"/>
            <a:gd name="adj2" fmla="val 180078"/>
            <a:gd name="adj3" fmla="val 18936625"/>
            <a:gd name="adj4" fmla="val 18012631"/>
            <a:gd name="adj5" fmla="val 3433"/>
          </a:avLst>
        </a:prstGeom>
        <a:gradFill rotWithShape="0">
          <a:gsLst>
            <a:gs pos="0">
              <a:schemeClr val="accent1">
                <a:alpha val="90000"/>
                <a:hueOff val="0"/>
                <a:satOff val="0"/>
                <a:lumOff val="0"/>
                <a:alphaOff val="0"/>
                <a:tint val="98000"/>
                <a:lumMod val="100000"/>
              </a:schemeClr>
            </a:gs>
            <a:gs pos="100000">
              <a:schemeClr val="accent1">
                <a:alpha val="90000"/>
                <a:hueOff val="0"/>
                <a:satOff val="0"/>
                <a:lumOff val="0"/>
                <a:alphaOff val="0"/>
                <a:shade val="88000"/>
                <a:lumMod val="88000"/>
              </a:schemeClr>
            </a:gs>
          </a:gsLst>
          <a:lin ang="5400000" scaled="1"/>
        </a:gradFill>
        <a:ln>
          <a:noFill/>
        </a:ln>
        <a:effectLst>
          <a:outerShdw blurRad="50800" dist="38100" dir="5400000" rotWithShape="0">
            <a:srgbClr val="000000">
              <a:alpha val="3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0D25D5A6-D20E-1544-B204-A31F5B01C1CB}">
      <dsp:nvSpPr>
        <dsp:cNvPr id="0" name=""/>
        <dsp:cNvSpPr/>
      </dsp:nvSpPr>
      <dsp:spPr>
        <a:xfrm>
          <a:off x="6429077" y="1380290"/>
          <a:ext cx="1008480" cy="10084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Design</a:t>
          </a:r>
        </a:p>
      </dsp:txBody>
      <dsp:txXfrm>
        <a:off x="6429077" y="1380290"/>
        <a:ext cx="1008480" cy="1008480"/>
      </dsp:txXfrm>
    </dsp:sp>
    <dsp:sp modelId="{703EAA18-F4FA-CC43-96D7-3A8881080F5C}">
      <dsp:nvSpPr>
        <dsp:cNvPr id="0" name=""/>
        <dsp:cNvSpPr/>
      </dsp:nvSpPr>
      <dsp:spPr>
        <a:xfrm>
          <a:off x="870540" y="-173919"/>
          <a:ext cx="6683775" cy="6683775"/>
        </a:xfrm>
        <a:prstGeom prst="circularArrow">
          <a:avLst>
            <a:gd name="adj1" fmla="val 2942"/>
            <a:gd name="adj2" fmla="val 180078"/>
            <a:gd name="adj3" fmla="val 21462859"/>
            <a:gd name="adj4" fmla="val 20411622"/>
            <a:gd name="adj5" fmla="val 3433"/>
          </a:avLst>
        </a:prstGeom>
        <a:gradFill rotWithShape="0">
          <a:gsLst>
            <a:gs pos="0">
              <a:schemeClr val="accent1">
                <a:alpha val="90000"/>
                <a:hueOff val="0"/>
                <a:satOff val="0"/>
                <a:lumOff val="0"/>
                <a:alphaOff val="-5000"/>
                <a:tint val="98000"/>
                <a:lumMod val="100000"/>
              </a:schemeClr>
            </a:gs>
            <a:gs pos="100000">
              <a:schemeClr val="accent1">
                <a:alpha val="90000"/>
                <a:hueOff val="0"/>
                <a:satOff val="0"/>
                <a:lumOff val="0"/>
                <a:alphaOff val="-5000"/>
                <a:shade val="88000"/>
                <a:lumMod val="88000"/>
              </a:schemeClr>
            </a:gs>
          </a:gsLst>
          <a:lin ang="5400000" scaled="1"/>
        </a:gradFill>
        <a:ln>
          <a:noFill/>
        </a:ln>
        <a:effectLst>
          <a:outerShdw blurRad="50800" dist="38100" dir="5400000" rotWithShape="0">
            <a:srgbClr val="000000">
              <a:alpha val="3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A28B5C0F-BCE8-8C46-9693-1546A1EA4D25}">
      <dsp:nvSpPr>
        <dsp:cNvPr id="0" name=""/>
        <dsp:cNvSpPr/>
      </dsp:nvSpPr>
      <dsp:spPr>
        <a:xfrm>
          <a:off x="6800728" y="3488032"/>
          <a:ext cx="1008480" cy="10084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Develop</a:t>
          </a:r>
        </a:p>
      </dsp:txBody>
      <dsp:txXfrm>
        <a:off x="6800728" y="3488032"/>
        <a:ext cx="1008480" cy="1008480"/>
      </dsp:txXfrm>
    </dsp:sp>
    <dsp:sp modelId="{B4FDECA1-CFEA-3349-88AD-63FB188BD613}">
      <dsp:nvSpPr>
        <dsp:cNvPr id="0" name=""/>
        <dsp:cNvSpPr/>
      </dsp:nvSpPr>
      <dsp:spPr>
        <a:xfrm>
          <a:off x="881769" y="107066"/>
          <a:ext cx="6683775" cy="6683775"/>
        </a:xfrm>
        <a:prstGeom prst="circularArrow">
          <a:avLst>
            <a:gd name="adj1" fmla="val 2942"/>
            <a:gd name="adj2" fmla="val 180078"/>
            <a:gd name="adj3" fmla="val 2053160"/>
            <a:gd name="adj4" fmla="val 1173647"/>
            <a:gd name="adj5" fmla="val 3433"/>
          </a:avLst>
        </a:prstGeom>
        <a:gradFill rotWithShape="0">
          <a:gsLst>
            <a:gs pos="0">
              <a:schemeClr val="accent1">
                <a:alpha val="90000"/>
                <a:hueOff val="0"/>
                <a:satOff val="0"/>
                <a:lumOff val="0"/>
                <a:alphaOff val="-10000"/>
                <a:tint val="98000"/>
                <a:lumMod val="100000"/>
              </a:schemeClr>
            </a:gs>
            <a:gs pos="100000">
              <a:schemeClr val="accent1">
                <a:alpha val="90000"/>
                <a:hueOff val="0"/>
                <a:satOff val="0"/>
                <a:lumOff val="0"/>
                <a:alphaOff val="-10000"/>
                <a:shade val="88000"/>
                <a:lumMod val="88000"/>
              </a:schemeClr>
            </a:gs>
          </a:gsLst>
          <a:lin ang="5400000" scaled="1"/>
        </a:gradFill>
        <a:ln>
          <a:noFill/>
        </a:ln>
        <a:effectLst>
          <a:outerShdw blurRad="50800" dist="38100" dir="5400000" rotWithShape="0">
            <a:srgbClr val="000000">
              <a:alpha val="3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86035C19-2230-B644-8CD2-9B2723DD2D5B}">
      <dsp:nvSpPr>
        <dsp:cNvPr id="0" name=""/>
        <dsp:cNvSpPr/>
      </dsp:nvSpPr>
      <dsp:spPr>
        <a:xfrm>
          <a:off x="5730600" y="5341549"/>
          <a:ext cx="1008480" cy="10084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" tIns="19050" rIns="19050" bIns="190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Version Control</a:t>
          </a:r>
        </a:p>
      </dsp:txBody>
      <dsp:txXfrm>
        <a:off x="5730600" y="5341549"/>
        <a:ext cx="1008480" cy="1008480"/>
      </dsp:txXfrm>
    </dsp:sp>
    <dsp:sp modelId="{0DE24157-D7D0-EB47-8051-DFBA6610E27B}">
      <dsp:nvSpPr>
        <dsp:cNvPr id="0" name=""/>
        <dsp:cNvSpPr/>
      </dsp:nvSpPr>
      <dsp:spPr>
        <a:xfrm>
          <a:off x="881769" y="107066"/>
          <a:ext cx="6683775" cy="6683775"/>
        </a:xfrm>
        <a:prstGeom prst="circularArrow">
          <a:avLst>
            <a:gd name="adj1" fmla="val 2942"/>
            <a:gd name="adj2" fmla="val 180078"/>
            <a:gd name="adj3" fmla="val 4663473"/>
            <a:gd name="adj4" fmla="val 3672489"/>
            <a:gd name="adj5" fmla="val 3433"/>
          </a:avLst>
        </a:prstGeom>
        <a:gradFill rotWithShape="0">
          <a:gsLst>
            <a:gs pos="0">
              <a:schemeClr val="accent1">
                <a:alpha val="90000"/>
                <a:hueOff val="0"/>
                <a:satOff val="0"/>
                <a:lumOff val="0"/>
                <a:alphaOff val="-15000"/>
                <a:tint val="98000"/>
                <a:lumMod val="100000"/>
              </a:schemeClr>
            </a:gs>
            <a:gs pos="100000">
              <a:schemeClr val="accent1">
                <a:alpha val="90000"/>
                <a:hueOff val="0"/>
                <a:satOff val="0"/>
                <a:lumOff val="0"/>
                <a:alphaOff val="-15000"/>
                <a:shade val="88000"/>
                <a:lumMod val="88000"/>
              </a:schemeClr>
            </a:gs>
          </a:gsLst>
          <a:lin ang="5400000" scaled="1"/>
        </a:gradFill>
        <a:ln>
          <a:noFill/>
        </a:ln>
        <a:effectLst>
          <a:outerShdw blurRad="50800" dist="38100" dir="5400000" rotWithShape="0">
            <a:srgbClr val="000000">
              <a:alpha val="3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05808A97-1447-E24E-AB87-F494A2626EC0}">
      <dsp:nvSpPr>
        <dsp:cNvPr id="0" name=""/>
        <dsp:cNvSpPr/>
      </dsp:nvSpPr>
      <dsp:spPr>
        <a:xfrm>
          <a:off x="3719416" y="6073560"/>
          <a:ext cx="1008480" cy="10084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" tIns="19050" rIns="19050" bIns="190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Build &amp; Integrations</a:t>
          </a:r>
        </a:p>
      </dsp:txBody>
      <dsp:txXfrm>
        <a:off x="3719416" y="6073560"/>
        <a:ext cx="1008480" cy="1008480"/>
      </dsp:txXfrm>
    </dsp:sp>
    <dsp:sp modelId="{34D57200-A0A6-AF45-A9D8-669B849EFF04}">
      <dsp:nvSpPr>
        <dsp:cNvPr id="0" name=""/>
        <dsp:cNvSpPr/>
      </dsp:nvSpPr>
      <dsp:spPr>
        <a:xfrm>
          <a:off x="881769" y="107066"/>
          <a:ext cx="6683775" cy="6683775"/>
        </a:xfrm>
        <a:prstGeom prst="circularArrow">
          <a:avLst>
            <a:gd name="adj1" fmla="val 2942"/>
            <a:gd name="adj2" fmla="val 180078"/>
            <a:gd name="adj3" fmla="val 6947433"/>
            <a:gd name="adj4" fmla="val 5956449"/>
            <a:gd name="adj5" fmla="val 3433"/>
          </a:avLst>
        </a:prstGeom>
        <a:gradFill rotWithShape="0">
          <a:gsLst>
            <a:gs pos="0">
              <a:schemeClr val="accent1">
                <a:alpha val="90000"/>
                <a:hueOff val="0"/>
                <a:satOff val="0"/>
                <a:lumOff val="0"/>
                <a:alphaOff val="-20000"/>
                <a:tint val="98000"/>
                <a:lumMod val="100000"/>
              </a:schemeClr>
            </a:gs>
            <a:gs pos="100000">
              <a:schemeClr val="accent1">
                <a:alpha val="90000"/>
                <a:hueOff val="0"/>
                <a:satOff val="0"/>
                <a:lumOff val="0"/>
                <a:alphaOff val="-20000"/>
                <a:shade val="88000"/>
                <a:lumMod val="88000"/>
              </a:schemeClr>
            </a:gs>
          </a:gsLst>
          <a:lin ang="5400000" scaled="1"/>
        </a:gradFill>
        <a:ln>
          <a:noFill/>
        </a:ln>
        <a:effectLst>
          <a:outerShdw blurRad="50800" dist="38100" dir="5400000" rotWithShape="0">
            <a:srgbClr val="000000">
              <a:alpha val="3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2AA66425-5941-854A-9424-56C0BD255381}">
      <dsp:nvSpPr>
        <dsp:cNvPr id="0" name=""/>
        <dsp:cNvSpPr/>
      </dsp:nvSpPr>
      <dsp:spPr>
        <a:xfrm>
          <a:off x="1708233" y="5341549"/>
          <a:ext cx="1008480" cy="10084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" tIns="19050" rIns="19050" bIns="190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Testing</a:t>
          </a:r>
        </a:p>
      </dsp:txBody>
      <dsp:txXfrm>
        <a:off x="1708233" y="5341549"/>
        <a:ext cx="1008480" cy="1008480"/>
      </dsp:txXfrm>
    </dsp:sp>
    <dsp:sp modelId="{C9BD8593-97E5-1A4D-B72A-840AAC4EA7C2}">
      <dsp:nvSpPr>
        <dsp:cNvPr id="0" name=""/>
        <dsp:cNvSpPr/>
      </dsp:nvSpPr>
      <dsp:spPr>
        <a:xfrm>
          <a:off x="881769" y="107066"/>
          <a:ext cx="6683775" cy="6683775"/>
        </a:xfrm>
        <a:prstGeom prst="circularArrow">
          <a:avLst>
            <a:gd name="adj1" fmla="val 2942"/>
            <a:gd name="adj2" fmla="val 180078"/>
            <a:gd name="adj3" fmla="val 9446275"/>
            <a:gd name="adj4" fmla="val 8566762"/>
            <a:gd name="adj5" fmla="val 3433"/>
          </a:avLst>
        </a:prstGeom>
        <a:gradFill rotWithShape="0">
          <a:gsLst>
            <a:gs pos="0">
              <a:schemeClr val="accent1">
                <a:alpha val="90000"/>
                <a:hueOff val="0"/>
                <a:satOff val="0"/>
                <a:lumOff val="0"/>
                <a:alphaOff val="-25000"/>
                <a:tint val="98000"/>
                <a:lumMod val="100000"/>
              </a:schemeClr>
            </a:gs>
            <a:gs pos="100000">
              <a:schemeClr val="accent1">
                <a:alpha val="90000"/>
                <a:hueOff val="0"/>
                <a:satOff val="0"/>
                <a:lumOff val="0"/>
                <a:alphaOff val="-25000"/>
                <a:shade val="88000"/>
                <a:lumMod val="88000"/>
              </a:schemeClr>
            </a:gs>
          </a:gsLst>
          <a:lin ang="5400000" scaled="1"/>
        </a:gradFill>
        <a:ln>
          <a:noFill/>
        </a:ln>
        <a:effectLst>
          <a:outerShdw blurRad="50800" dist="38100" dir="5400000" rotWithShape="0">
            <a:srgbClr val="000000">
              <a:alpha val="3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71352D5C-5F35-AF41-A0DA-DA8D87EE69EF}">
      <dsp:nvSpPr>
        <dsp:cNvPr id="0" name=""/>
        <dsp:cNvSpPr/>
      </dsp:nvSpPr>
      <dsp:spPr>
        <a:xfrm>
          <a:off x="638104" y="3488032"/>
          <a:ext cx="1008480" cy="10084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" tIns="19050" rIns="19050" bIns="190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Production Deployment</a:t>
          </a:r>
        </a:p>
      </dsp:txBody>
      <dsp:txXfrm>
        <a:off x="638104" y="3488032"/>
        <a:ext cx="1008480" cy="1008480"/>
      </dsp:txXfrm>
    </dsp:sp>
    <dsp:sp modelId="{67CE2739-51CA-4E46-A607-360C8FAE400A}">
      <dsp:nvSpPr>
        <dsp:cNvPr id="0" name=""/>
        <dsp:cNvSpPr/>
      </dsp:nvSpPr>
      <dsp:spPr>
        <a:xfrm>
          <a:off x="881769" y="107066"/>
          <a:ext cx="6683775" cy="6683775"/>
        </a:xfrm>
        <a:prstGeom prst="circularArrow">
          <a:avLst>
            <a:gd name="adj1" fmla="val 2942"/>
            <a:gd name="adj2" fmla="val 180078"/>
            <a:gd name="adj3" fmla="val 11808300"/>
            <a:gd name="adj4" fmla="val 10757063"/>
            <a:gd name="adj5" fmla="val 3433"/>
          </a:avLst>
        </a:prstGeom>
        <a:gradFill rotWithShape="0">
          <a:gsLst>
            <a:gs pos="0">
              <a:schemeClr val="accent1">
                <a:alpha val="90000"/>
                <a:hueOff val="0"/>
                <a:satOff val="0"/>
                <a:lumOff val="0"/>
                <a:alphaOff val="-30000"/>
                <a:tint val="98000"/>
                <a:lumMod val="100000"/>
              </a:schemeClr>
            </a:gs>
            <a:gs pos="100000">
              <a:schemeClr val="accent1">
                <a:alpha val="90000"/>
                <a:hueOff val="0"/>
                <a:satOff val="0"/>
                <a:lumOff val="0"/>
                <a:alphaOff val="-30000"/>
                <a:shade val="88000"/>
                <a:lumMod val="88000"/>
              </a:schemeClr>
            </a:gs>
          </a:gsLst>
          <a:lin ang="5400000" scaled="1"/>
        </a:gradFill>
        <a:ln>
          <a:noFill/>
        </a:ln>
        <a:effectLst>
          <a:outerShdw blurRad="50800" dist="38100" dir="5400000" rotWithShape="0">
            <a:srgbClr val="000000">
              <a:alpha val="3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8A3542F8-F430-3640-A6A9-29CB396B46C6}">
      <dsp:nvSpPr>
        <dsp:cNvPr id="0" name=""/>
        <dsp:cNvSpPr/>
      </dsp:nvSpPr>
      <dsp:spPr>
        <a:xfrm>
          <a:off x="1009756" y="1380290"/>
          <a:ext cx="1008480" cy="10084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" tIns="19050" rIns="19050" bIns="190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Customer Value</a:t>
          </a:r>
        </a:p>
      </dsp:txBody>
      <dsp:txXfrm>
        <a:off x="1009756" y="1380290"/>
        <a:ext cx="1008480" cy="1008480"/>
      </dsp:txXfrm>
    </dsp:sp>
    <dsp:sp modelId="{427107EA-DCFE-4047-9810-7F9E42511819}">
      <dsp:nvSpPr>
        <dsp:cNvPr id="0" name=""/>
        <dsp:cNvSpPr/>
      </dsp:nvSpPr>
      <dsp:spPr>
        <a:xfrm>
          <a:off x="881769" y="107066"/>
          <a:ext cx="6683775" cy="6683775"/>
        </a:xfrm>
        <a:prstGeom prst="circularArrow">
          <a:avLst>
            <a:gd name="adj1" fmla="val 2942"/>
            <a:gd name="adj2" fmla="val 180078"/>
            <a:gd name="adj3" fmla="val 14207291"/>
            <a:gd name="adj4" fmla="val 13283297"/>
            <a:gd name="adj5" fmla="val 3433"/>
          </a:avLst>
        </a:prstGeom>
        <a:gradFill rotWithShape="0">
          <a:gsLst>
            <a:gs pos="0">
              <a:schemeClr val="accent1">
                <a:alpha val="90000"/>
                <a:hueOff val="0"/>
                <a:satOff val="0"/>
                <a:lumOff val="0"/>
                <a:alphaOff val="-35000"/>
                <a:tint val="98000"/>
                <a:lumMod val="100000"/>
              </a:schemeClr>
            </a:gs>
            <a:gs pos="100000">
              <a:schemeClr val="accent1">
                <a:alpha val="90000"/>
                <a:hueOff val="0"/>
                <a:satOff val="0"/>
                <a:lumOff val="0"/>
                <a:alphaOff val="-35000"/>
                <a:shade val="88000"/>
                <a:lumMod val="88000"/>
              </a:schemeClr>
            </a:gs>
          </a:gsLst>
          <a:lin ang="5400000" scaled="1"/>
        </a:gradFill>
        <a:ln>
          <a:noFill/>
        </a:ln>
        <a:effectLst>
          <a:outerShdw blurRad="50800" dist="38100" dir="5400000" rotWithShape="0">
            <a:srgbClr val="000000">
              <a:alpha val="3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F1E074E3-CE90-B841-8786-6B7BAD859CAB}">
      <dsp:nvSpPr>
        <dsp:cNvPr id="0" name=""/>
        <dsp:cNvSpPr/>
      </dsp:nvSpPr>
      <dsp:spPr>
        <a:xfrm>
          <a:off x="2649288" y="4560"/>
          <a:ext cx="1008480" cy="10084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" tIns="19050" rIns="19050" bIns="190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Feedback</a:t>
          </a:r>
        </a:p>
      </dsp:txBody>
      <dsp:txXfrm>
        <a:off x="2649288" y="4560"/>
        <a:ext cx="1008480" cy="1008480"/>
      </dsp:txXfrm>
    </dsp:sp>
    <dsp:sp modelId="{AE316AF6-ACCE-E64E-99FB-28FA0008CB8C}">
      <dsp:nvSpPr>
        <dsp:cNvPr id="0" name=""/>
        <dsp:cNvSpPr/>
      </dsp:nvSpPr>
      <dsp:spPr>
        <a:xfrm>
          <a:off x="881769" y="107066"/>
          <a:ext cx="6683775" cy="6683775"/>
        </a:xfrm>
        <a:prstGeom prst="circularArrow">
          <a:avLst>
            <a:gd name="adj1" fmla="val 2942"/>
            <a:gd name="adj2" fmla="val 180078"/>
            <a:gd name="adj3" fmla="val 16645119"/>
            <a:gd name="adj4" fmla="val 15574803"/>
            <a:gd name="adj5" fmla="val 3433"/>
          </a:avLst>
        </a:prstGeom>
        <a:gradFill rotWithShape="0">
          <a:gsLst>
            <a:gs pos="0">
              <a:schemeClr val="accent1">
                <a:alpha val="90000"/>
                <a:hueOff val="0"/>
                <a:satOff val="0"/>
                <a:lumOff val="0"/>
                <a:alphaOff val="-40000"/>
                <a:tint val="98000"/>
                <a:lumMod val="100000"/>
              </a:schemeClr>
            </a:gs>
            <a:gs pos="100000">
              <a:schemeClr val="accent1">
                <a:alpha val="90000"/>
                <a:hueOff val="0"/>
                <a:satOff val="0"/>
                <a:lumOff val="0"/>
                <a:alphaOff val="-40000"/>
                <a:shade val="88000"/>
                <a:lumMod val="88000"/>
              </a:schemeClr>
            </a:gs>
          </a:gsLst>
          <a:lin ang="5400000" scaled="1"/>
        </a:gradFill>
        <a:ln>
          <a:noFill/>
        </a:ln>
        <a:effectLst>
          <a:outerShdw blurRad="50800" dist="38100" dir="5400000" rotWithShape="0">
            <a:srgbClr val="000000">
              <a:alpha val="3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FF6D481-74BE-9A4B-A30A-BE126EDDCED8}">
      <dsp:nvSpPr>
        <dsp:cNvPr id="0" name=""/>
        <dsp:cNvSpPr/>
      </dsp:nvSpPr>
      <dsp:spPr>
        <a:xfrm>
          <a:off x="0" y="248107"/>
          <a:ext cx="6693777" cy="103428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Lead Time: The clock starts the moment a request is made and stops when it is fulfilled.</a:t>
          </a:r>
        </a:p>
      </dsp:txBody>
      <dsp:txXfrm>
        <a:off x="50489" y="298596"/>
        <a:ext cx="6592799" cy="933302"/>
      </dsp:txXfrm>
    </dsp:sp>
    <dsp:sp modelId="{9E800150-F667-4D4B-A93B-89D7C0DB124F}">
      <dsp:nvSpPr>
        <dsp:cNvPr id="0" name=""/>
        <dsp:cNvSpPr/>
      </dsp:nvSpPr>
      <dsp:spPr>
        <a:xfrm>
          <a:off x="0" y="1357268"/>
          <a:ext cx="6693777" cy="1034280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Process Time: The clock starts only when work on a request actually begins.</a:t>
          </a:r>
        </a:p>
      </dsp:txBody>
      <dsp:txXfrm>
        <a:off x="50489" y="1407757"/>
        <a:ext cx="6592799" cy="933302"/>
      </dsp:txXfrm>
    </dsp:sp>
    <dsp:sp modelId="{A8B7217C-6362-8C4F-89C4-3171900C9D86}">
      <dsp:nvSpPr>
        <dsp:cNvPr id="0" name=""/>
        <dsp:cNvSpPr/>
      </dsp:nvSpPr>
      <dsp:spPr>
        <a:xfrm>
          <a:off x="0" y="2466427"/>
          <a:ext cx="6693777" cy="1034280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Distinction: The Process Time omits the time the request sits in a queue.</a:t>
          </a:r>
          <a:endParaRPr lang="en-US" sz="2600" kern="1200" dirty="0"/>
        </a:p>
      </dsp:txBody>
      <dsp:txXfrm>
        <a:off x="50489" y="2516916"/>
        <a:ext cx="6592799" cy="933302"/>
      </dsp:txXfrm>
    </dsp:sp>
    <dsp:sp modelId="{A1DA01BB-AD20-AC45-895C-6A2794D04A30}">
      <dsp:nvSpPr>
        <dsp:cNvPr id="0" name=""/>
        <dsp:cNvSpPr/>
      </dsp:nvSpPr>
      <dsp:spPr>
        <a:xfrm>
          <a:off x="0" y="3575587"/>
          <a:ext cx="6693777" cy="103428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Importance: Lead Time is what a </a:t>
          </a:r>
          <a:r>
            <a:rPr lang="en-US" sz="2600" i="1" kern="1200" dirty="0"/>
            <a:t>customer</a:t>
          </a:r>
          <a:r>
            <a:rPr lang="en-US" sz="2600" kern="1200" dirty="0"/>
            <a:t> experiences, so it tends to be more important.</a:t>
          </a:r>
        </a:p>
      </dsp:txBody>
      <dsp:txXfrm>
        <a:off x="50489" y="3626076"/>
        <a:ext cx="6592799" cy="93330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9/3/layout/RandomtoResultProcess">
  <dgm:title val=""/>
  <dgm:desc val=""/>
  <dgm:catLst>
    <dgm:cat type="process" pri="1275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41" srcId="1" destId="11" srcOrd="0" destOrd="0"/>
        <dgm:cxn modelId="5" srcId="0" destId="2" srcOrd="0" destOrd="0"/>
        <dgm:cxn modelId="51" srcId="2" destId="2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clrData>
  <dgm:layoutNode name="Name0">
    <dgm:varLst>
      <dgm:dir/>
      <dgm:animOne val="branch"/>
      <dgm:animLvl val="lvl"/>
    </dgm:varLst>
    <dgm:choose name="Name1">
      <dgm:if name="Name2" func="var" arg="dir" op="equ" val="norm">
        <dgm:alg type="lin">
          <dgm:param type="fallback" val="2D"/>
          <dgm:param type="nodeVertAlign" val="t"/>
        </dgm:alg>
      </dgm:if>
      <dgm:else name="Name3">
        <dgm:alg type="lin">
          <dgm:param type="fallback" val="2D"/>
          <dgm:param type="nodeVertAlign" val="t"/>
          <dgm:param type="linDir" val="fromR"/>
        </dgm:alg>
      </dgm:else>
    </dgm:choose>
    <dgm:shape xmlns:r="http://schemas.openxmlformats.org/officeDocument/2006/relationships" r:blip="">
      <dgm:adjLst/>
    </dgm:shape>
    <dgm:constrLst>
      <dgm:constr type="userH" refType="h" fact="2"/>
      <dgm:constr type="w" for="ch" forName="chaos" refType="userH" fact="0.681"/>
      <dgm:constr type="h" for="ch" forName="chaos" refType="userH"/>
      <dgm:constr type="w" for="ch" forName="middle" refType="userH" fact="0.6"/>
      <dgm:constr type="h" for="ch" forName="middle" refType="userH"/>
      <dgm:constr type="w" for="ch" forName="last" refType="userH" fact="0.6"/>
      <dgm:constr type="h" for="ch" forName="last" refType="userH"/>
      <dgm:constr type="w" for="ch" forName="chevronComposite1" refType="userH" fact="0.22"/>
      <dgm:constr type="h" for="ch" forName="chevronComposite1" refType="userH" fact="0.52"/>
      <dgm:constr type="w" for="ch" forName="chevronComposite2" refType="userH" fact="0.22"/>
      <dgm:constr type="h" for="ch" forName="chevronComposite2" refType="userH" fact="0.52"/>
      <dgm:constr type="w" for="ch" forName="overlap" refType="userH" fact="-0.04"/>
      <dgm:constr type="h" for="ch" forName="overlap" refType="userH" fact="0.06"/>
      <dgm:constr type="primFontSz" for="des" forName="parTx1" op="equ" val="65"/>
      <dgm:constr type="primFontSz" for="des" forName="parTxMid" refType="primFontSz" refFor="des" refForName="parTx1" op="equ"/>
      <dgm:constr type="primFontSz" for="des" forName="circleTx" refType="primFontSz" refFor="des" refForName="parTx1" op="equ"/>
      <dgm:constr type="primFontSz" for="des" forName="desTx1" op="equ" val="65"/>
      <dgm:constr type="primFontSz" for="des" forName="desTxMid" refType="primFontSz" refFor="des" refForName="desTx1" op="equ"/>
      <dgm:constr type="primFontSz" for="des" forName="desTxN" refType="primFontSz" refFor="des" refForName="desTx1" op="equ"/>
    </dgm:constrLst>
    <dgm:forEach name="Name4" axis="ch" ptType="node">
      <dgm:choose name="Name5">
        <dgm:if name="Name6" axis="self" ptType="node" func="pos" op="equ" val="1">
          <dgm:layoutNode name="chaos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ctrX" for="ch" forName="parTx1" refType="w" fact="0.5"/>
              <dgm:constr type="t" for="ch" forName="parTx1" refType="w" fact="0.32"/>
              <dgm:constr type="w" for="ch" forName="parTx1" refType="w" fact="0.88"/>
              <dgm:constr type="h" for="ch" forName="parTx1" refType="w" fact="0.29"/>
              <dgm:constr type="ctrX" for="ch" forName="desTx1" refType="w" fact="0.5"/>
              <dgm:constr type="b" for="ch" forName="desTx1" refType="h"/>
              <dgm:constr type="w" for="ch" forName="desTx1" refType="w" fact="0.88"/>
              <dgm:constr type="h" for="ch" forName="desTx1" refType="h" fact="0.37"/>
              <dgm:constr type="l" for="ch" forName="c1" refType="w" fact="0.05"/>
              <dgm:constr type="t" for="ch" forName="c1" refType="w" fact="0.23"/>
              <dgm:constr type="w" for="ch" forName="c1" refType="w" fact="0.07"/>
              <dgm:constr type="h" for="ch" forName="c1" refType="w" refFor="ch" refForName="c1"/>
              <dgm:constr type="l" for="ch" forName="c2" refType="w" fact="0.1"/>
              <dgm:constr type="t" for="ch" forName="c2" refType="w" fact="0.13"/>
              <dgm:constr type="w" for="ch" forName="c2" refType="w" fact="0.07"/>
              <dgm:constr type="h" for="ch" forName="c2" refType="w" refFor="ch" refForName="c2"/>
              <dgm:constr type="l" for="ch" forName="c3" refType="w" fact="0.22"/>
              <dgm:constr type="t" for="ch" forName="c3" refType="w" fact="0.15"/>
              <dgm:constr type="w" for="ch" forName="c3" refType="w" fact="0.11"/>
              <dgm:constr type="h" for="ch" forName="c3" refType="w" refFor="ch" refForName="c3"/>
              <dgm:constr type="l" for="ch" forName="c4" refType="w" fact="0.32"/>
              <dgm:constr type="t" for="ch" forName="c4" refType="w" fact="0.04"/>
              <dgm:constr type="w" for="ch" forName="c4" refType="w" fact="0.07"/>
              <dgm:constr type="h" for="ch" forName="c4" refType="w" refFor="ch" refForName="c4"/>
              <dgm:constr type="l" for="ch" forName="c5" refType="w" fact="0.45"/>
              <dgm:constr type="t" for="ch" forName="c5" refType="w" fact="0"/>
              <dgm:constr type="w" for="ch" forName="c5" refType="w" fact="0.07"/>
              <dgm:constr type="h" for="ch" forName="c5" refType="w" refFor="ch" refForName="c5"/>
              <dgm:constr type="l" for="ch" forName="c6" refType="w" fact="0.61"/>
              <dgm:constr type="t" for="ch" forName="c6" refType="w" fact="0.07"/>
              <dgm:constr type="w" for="ch" forName="c6" refType="w" fact="0.07"/>
              <dgm:constr type="h" for="ch" forName="c6" refType="w" refFor="ch" refForName="c6"/>
              <dgm:constr type="l" for="ch" forName="c7" refType="w" fact="0.71"/>
              <dgm:constr type="t" for="ch" forName="c7" refType="w" fact="0.12"/>
              <dgm:constr type="w" for="ch" forName="c7" refType="w" fact="0.11"/>
              <dgm:constr type="h" for="ch" forName="c7" refType="w" refFor="ch" refForName="c7"/>
              <dgm:constr type="l" for="ch" forName="c8" refType="w" fact="0.85"/>
              <dgm:constr type="t" for="ch" forName="c8" refType="w" fact="0.23"/>
              <dgm:constr type="w" for="ch" forName="c8" refType="w" fact="0.07"/>
              <dgm:constr type="h" for="ch" forName="c8" refType="w" refFor="ch" refForName="c8"/>
              <dgm:constr type="l" for="ch" forName="c9" refType="w" fact="0.91"/>
              <dgm:constr type="t" for="ch" forName="c9" refType="w" fact="0.34"/>
              <dgm:constr type="w" for="ch" forName="c9" refType="w" fact="0.07"/>
              <dgm:constr type="h" for="ch" forName="c9" refType="w" refFor="ch" refForName="c9"/>
              <dgm:constr type="l" for="ch" forName="c10" refType="w" fact="0.39"/>
              <dgm:constr type="t" for="ch" forName="c10" refType="w" fact="0.13"/>
              <dgm:constr type="w" for="ch" forName="c10" refType="w" fact="0.18"/>
              <dgm:constr type="h" for="ch" forName="c10" refType="w" refFor="ch" refForName="c10"/>
              <dgm:constr type="l" for="ch" forName="c11" refType="w" fact="0"/>
              <dgm:constr type="t" for="ch" forName="c11" refType="w" fact="0.51"/>
              <dgm:constr type="w" for="ch" forName="c11" refType="w" fact="0.07"/>
              <dgm:constr type="h" for="ch" forName="c11" refType="w" refFor="ch" refForName="c11"/>
              <dgm:constr type="l" for="ch" forName="c12" refType="w" fact="0.06"/>
              <dgm:constr type="t" for="ch" forName="c12" refType="w" fact="0.6"/>
              <dgm:constr type="w" for="ch" forName="c12" refType="w" fact="0.11"/>
              <dgm:constr type="h" for="ch" forName="c12" refType="w" refFor="ch" refForName="c12"/>
              <dgm:constr type="l" for="ch" forName="c13" refType="w" fact="0.21"/>
              <dgm:constr type="t" for="ch" forName="c13" refType="w" fact="0.68"/>
              <dgm:constr type="w" for="ch" forName="c13" refType="w" fact="0.16"/>
              <dgm:constr type="h" for="ch" forName="c13" refType="w" refFor="ch" refForName="c13"/>
              <dgm:constr type="l" for="ch" forName="c14" refType="w" fact="0.42"/>
              <dgm:constr type="t" for="ch" forName="c14" refType="w" fact="0.81"/>
              <dgm:constr type="w" for="ch" forName="c14" refType="w" fact="0.07"/>
              <dgm:constr type="h" for="ch" forName="c14" refType="w" refFor="ch" refForName="c14"/>
              <dgm:constr type="l" for="ch" forName="c15" refType="w" fact="0.46"/>
              <dgm:constr type="t" for="ch" forName="c15" refType="w" fact="0.68"/>
              <dgm:constr type="w" for="ch" forName="c15" refType="w" fact="0.11"/>
              <dgm:constr type="h" for="ch" forName="c15" refType="w" refFor="ch" refForName="c15"/>
              <dgm:constr type="l" for="ch" forName="c16" refType="w" fact="0.56"/>
              <dgm:constr type="t" for="ch" forName="c16" refType="w" fact="0.82"/>
              <dgm:constr type="w" for="ch" forName="c16" refType="w" fact="0.07"/>
              <dgm:constr type="h" for="ch" forName="c16" refType="w" refFor="ch" refForName="c16"/>
              <dgm:constr type="l" for="ch" forName="c17" refType="w" fact="0.65"/>
              <dgm:constr type="t" for="ch" forName="c17" refType="w" fact="0.66"/>
              <dgm:constr type="w" for="ch" forName="c17" refType="w" fact="0.16"/>
              <dgm:constr type="h" for="ch" forName="c17" refType="w" refFor="ch" refForName="c17"/>
              <dgm:constr type="l" for="ch" forName="c18" refType="w" fact="0.87"/>
              <dgm:constr type="t" for="ch" forName="c18" refType="w" fact="0.62"/>
              <dgm:constr type="w" for="ch" forName="c18" refType="w" fact="0.11"/>
              <dgm:constr type="h" for="ch" forName="c18" refType="w" refFor="ch" refForName="c18"/>
            </dgm:constrLst>
            <dgm:layoutNode name="parTx1" styleLbl="revTx">
              <dgm:alg type="tx"/>
              <dgm:shape xmlns:r="http://schemas.openxmlformats.org/officeDocument/2006/relationships" type="rect" r:blip="">
                <dgm:adjLst/>
              </dgm:shape>
              <dgm:presOf axis="self" ptType="node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choose name="Name7">
              <dgm:if name="Name8" axis="ch" ptType="node" func="cnt" op="gte" val="1">
                <dgm:layoutNode name="desTx1" styleLbl="revTx">
                  <dgm:varLst>
                    <dgm:bulletEnabled val="1"/>
                  </dgm:varLst>
                  <dgm:choose name="Name9">
                    <dgm:if name="Name10" axis="ch" ptType="node" func="cnt" op="equ" val="1">
                      <dgm:alg type="tx">
                        <dgm:param type="shpTxLTRAlignCh" val="l"/>
                      </dgm:alg>
                    </dgm:if>
                    <dgm:else name="Name11">
                      <dgm:alg type="tx">
                        <dgm:param type="shpTxLTRAlignCh" val="l"/>
                        <dgm:param type="stBulletLvl" val="1"/>
                      </dgm:alg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" ptType="node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</dgm:if>
              <dgm:else name="Name12"/>
            </dgm:choose>
            <dgm:layoutNode name="c1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2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3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4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5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6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7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8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9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0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1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2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3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4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5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6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7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8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layoutNode>
        </dgm:if>
        <dgm:if name="Name13" axis="self" ptType="node" func="revPos" op="equ" val="1">
          <dgm:layoutNode name="last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ctrX" for="ch" forName="circleTx" refType="w" fact="0.5"/>
              <dgm:constr type="t" for="ch" forName="circleTx" refType="w" fact="0.117"/>
              <dgm:constr type="w" for="ch" forName="circleTx" refType="h" refFor="ch" refForName="circleTx"/>
              <dgm:constr type="h" for="ch" forName="circleTx" refType="w" fact="0.85"/>
              <dgm:constr type="l" for="ch" forName="desTxN"/>
              <dgm:constr type="b" for="ch" forName="desTxN" refType="h"/>
              <dgm:constr type="w" for="ch" forName="desTxN" refType="w"/>
              <dgm:constr type="h" for="ch" forName="desTxN" refType="h" fact="0.37"/>
              <dgm:constr type="ctrX" for="ch" forName="spN" refType="w" fact="0.5"/>
              <dgm:constr type="t" for="ch" forName="spN"/>
              <dgm:constr type="w" for="ch" forName="spN" refType="w" fact="0.93"/>
              <dgm:constr type="h" for="ch" forName="spN" refType="h" fact="0.01"/>
            </dgm:constrLst>
            <dgm:layoutNode name="circleTx" styleLbl="node1">
              <dgm:alg type="tx"/>
              <dgm:shape xmlns:r="http://schemas.openxmlformats.org/officeDocument/2006/relationships" type="ellipse" r:blip="">
                <dgm:adjLst/>
              </dgm:shape>
              <dgm:presOf axis="self" ptType="node"/>
              <dgm:constrLst>
                <dgm:constr type="lMarg"/>
                <dgm:constr type="rMarg"/>
                <dgm:constr type="tMarg"/>
                <dgm:constr type="bMarg"/>
              </dgm:constrLst>
              <dgm:ruleLst>
                <dgm:rule type="primFontSz" val="5" fact="NaN" max="NaN"/>
              </dgm:ruleLst>
            </dgm:layoutNode>
            <dgm:choose name="Name14">
              <dgm:if name="Name15" axis="ch" ptType="node" func="cnt" op="gte" val="1">
                <dgm:layoutNode name="desTxN" styleLbl="revTx">
                  <dgm:varLst>
                    <dgm:bulletEnabled val="1"/>
                  </dgm:varLst>
                  <dgm:choose name="Name16">
                    <dgm:if name="Name17" axis="ch" ptType="node" func="cnt" op="equ" val="1">
                      <dgm:alg type="tx">
                        <dgm:param type="shpTxLTRAlignCh" val="l"/>
                      </dgm:alg>
                    </dgm:if>
                    <dgm:else name="Name18">
                      <dgm:alg type="tx">
                        <dgm:param type="shpTxLTRAlignCh" val="l"/>
                        <dgm:param type="stBulletLvl" val="1"/>
                      </dgm:alg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" ptType="node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</dgm:if>
              <dgm:else name="Name19"/>
            </dgm:choose>
            <dgm:layoutNode name="spN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layoutNode>
        </dgm:if>
        <dgm:else name="Name20">
          <dgm:layoutNode name="middl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l" for="ch" forName="parTxMid"/>
              <dgm:constr type="t" for="ch" forName="parTxMid" refType="w" fact="0.167"/>
              <dgm:constr type="w" for="ch" forName="parTxMid" refType="w"/>
              <dgm:constr type="h" for="ch" forName="parTxMid" refType="w" fact="0.7"/>
              <dgm:constr type="l" for="ch" forName="desTxMid"/>
              <dgm:constr type="b" for="ch" forName="desTxMid" refType="h"/>
              <dgm:constr type="w" for="ch" forName="desTxMid" refType="w"/>
              <dgm:constr type="h" for="ch" forName="desTxMid" refType="h" fact="0.37"/>
              <dgm:constr type="ctrX" for="ch" forName="spMid" refType="w" fact="0.5"/>
              <dgm:constr type="t" for="ch" forName="spMid"/>
              <dgm:constr type="w" for="ch" forName="spMid" refType="w" fact="0.01"/>
              <dgm:constr type="h" for="ch" forName="spMid" refType="h" fact="0.01"/>
            </dgm:constrLst>
            <dgm:layoutNode name="parTxMid" styleLbl="revTx">
              <dgm:alg type="tx"/>
              <dgm:shape xmlns:r="http://schemas.openxmlformats.org/officeDocument/2006/relationships" type="rect" r:blip="">
                <dgm:adjLst/>
              </dgm:shape>
              <dgm:presOf axis="self" ptType="node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choose name="Name21">
              <dgm:if name="Name22" axis="ch" ptType="node" func="cnt" op="gte" val="1">
                <dgm:layoutNode name="desTxMid" styleLbl="revTx">
                  <dgm:varLst>
                    <dgm:bulletEnabled val="1"/>
                  </dgm:varLst>
                  <dgm:choose name="Name23">
                    <dgm:if name="Name24" axis="ch" ptType="node" func="cnt" op="equ" val="1">
                      <dgm:alg type="tx">
                        <dgm:param type="shpTxLTRAlignCh" val="l"/>
                      </dgm:alg>
                    </dgm:if>
                    <dgm:else name="Name25">
                      <dgm:alg type="tx">
                        <dgm:param type="shpTxLTRAlignCh" val="l"/>
                        <dgm:param type="stBulletLvl" val="1"/>
                      </dgm:alg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" ptType="node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</dgm:if>
              <dgm:else name="Name26"/>
            </dgm:choose>
            <dgm:layoutNode name="spMid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layoutNode>
        </dgm:else>
      </dgm:choose>
      <dgm:forEach name="Name27" axis="followSib" ptType="sibTrans" cnt="1">
        <dgm:layoutNode name="chevronComposite1" styleLbl="alignImgPlace1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l" for="ch" forName="chevron1"/>
            <dgm:constr type="t" for="ch" forName="chevron1" refType="h" fact="0.1923"/>
            <dgm:constr type="w" for="ch" forName="chevron1" refType="w"/>
            <dgm:constr type="b" for="ch" forName="chevron1" refType="h"/>
            <dgm:constr type="l" for="ch" forName="spChevron1"/>
            <dgm:constr type="t" for="ch" forName="spChevron1"/>
            <dgm:constr type="w" for="ch" forName="spChevron1" refType="w" fact="0.01"/>
            <dgm:constr type="h" for="ch" forName="spChevron1" refType="h" fact="0.01"/>
          </dgm:constrLst>
          <dgm:layoutNode name="chevron1">
            <dgm:alg type="sp"/>
            <dgm:choose name="Name28">
              <dgm:if name="Name29" func="var" arg="dir" op="equ" val="norm">
                <dgm:shape xmlns:r="http://schemas.openxmlformats.org/officeDocument/2006/relationships" type="chevron" r:blip="">
                  <dgm:adjLst>
                    <dgm:adj idx="1" val="0.6231"/>
                  </dgm:adjLst>
                </dgm:shape>
              </dgm:if>
              <dgm:else name="Name30">
                <dgm:shape xmlns:r="http://schemas.openxmlformats.org/officeDocument/2006/relationships" rot="180" type="chevron" r:blip="">
                  <dgm:adjLst>
                    <dgm:adj idx="1" val="0.6231"/>
                  </dgm:adjLst>
                </dgm:shape>
              </dgm:else>
            </dgm:choose>
            <dgm:presOf/>
          </dgm:layoutNode>
          <dgm:layoutNode name="spChevron1">
            <dgm:alg type="sp"/>
            <dgm:shape xmlns:r="http://schemas.openxmlformats.org/officeDocument/2006/relationships" r:blip="">
              <dgm:adjLst/>
            </dgm:shape>
            <dgm:presOf/>
          </dgm:layoutNode>
        </dgm:layoutNode>
        <dgm:choose name="Name31">
          <dgm:if name="Name32" axis="root ch" ptType="all node" func="cnt" op="equ" val="2">
            <dgm:layoutNode name="overlap">
              <dgm:alg type="sp"/>
              <dgm:shape xmlns:r="http://schemas.openxmlformats.org/officeDocument/2006/relationships" r:blip="">
                <dgm:adjLst/>
              </dgm:shape>
              <dgm:presOf/>
            </dgm:layoutNode>
            <dgm:layoutNode name="chevronComposite2" styleLbl="alignImgPlace1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l" for="ch" forName="chevron2"/>
                <dgm:constr type="t" for="ch" forName="chevron2" refType="h" fact="0.1923"/>
                <dgm:constr type="w" for="ch" forName="chevron2" refType="w"/>
                <dgm:constr type="b" for="ch" forName="chevron2" refType="h"/>
                <dgm:constr type="l" for="ch" forName="spChevron2"/>
                <dgm:constr type="t" for="ch" forName="spChevron2"/>
                <dgm:constr type="w" for="ch" forName="spChevron2" refType="w" fact="0.01"/>
                <dgm:constr type="h" for="ch" forName="spChevron2" refType="h" fact="0.01"/>
              </dgm:constrLst>
              <dgm:layoutNode name="chevron2">
                <dgm:alg type="sp"/>
                <dgm:choose name="Name33">
                  <dgm:if name="Name34" func="var" arg="dir" op="equ" val="norm">
                    <dgm:shape xmlns:r="http://schemas.openxmlformats.org/officeDocument/2006/relationships" type="chevron" r:blip="">
                      <dgm:adjLst>
                        <dgm:adj idx="1" val="0.6231"/>
                      </dgm:adjLst>
                    </dgm:shape>
                  </dgm:if>
                  <dgm:else name="Name35">
                    <dgm:shape xmlns:r="http://schemas.openxmlformats.org/officeDocument/2006/relationships" rot="180" type="chevron" r:blip="">
                      <dgm:adjLst>
                        <dgm:adj idx="1" val="0.6231"/>
                      </dgm:adjLst>
                    </dgm:shape>
                  </dgm:else>
                </dgm:choose>
                <dgm:presOf/>
              </dgm:layoutNode>
              <dgm:layoutNode name="spChevron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</dgm:layoutNode>
          </dgm:if>
          <dgm:else name="Name36"/>
        </dgm:choos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4">
  <dgm:title val=""/>
  <dgm:desc val=""/>
  <dgm:catLst>
    <dgm:cat type="3D" pri="11400"/>
  </dgm:catLst>
  <dgm:scene3d>
    <a:camera prst="orthographicFront"/>
    <a:lightRig rig="threePt" dir="t"/>
  </dgm:scene3d>
  <dgm:styleLbl name="node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chilly" dir="t"/>
    </dgm:scene3d>
    <dgm:sp3d z="12700" extrusionH="12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ImgPlace1">
    <dgm:scene3d>
      <a:camera prst="orthographicFront"/>
      <a:lightRig rig="chilly" dir="t"/>
    </dgm:scene3d>
    <dgm:sp3d z="-257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chilly" dir="t"/>
    </dgm:scene3d>
    <dgm:sp3d z="-700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chilly" dir="t"/>
    </dgm:scene3d>
    <dgm:sp3d z="-25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chilly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chilly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chilly" dir="t"/>
    </dgm:scene3d>
    <dgm:sp3d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chilly" dir="t"/>
    </dgm:scene3d>
    <dgm:sp3d prstMaterial="dkEdge">
      <a:bevelT w="1270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chilly" dir="t"/>
    </dgm:scene3d>
    <dgm:sp3d z="-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chilly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3d4">
  <dgm:title val=""/>
  <dgm:desc val=""/>
  <dgm:catLst>
    <dgm:cat type="3D" pri="11400"/>
  </dgm:catLst>
  <dgm:scene3d>
    <a:camera prst="orthographicFront"/>
    <a:lightRig rig="threePt" dir="t"/>
  </dgm:scene3d>
  <dgm:styleLbl name="node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chilly" dir="t"/>
    </dgm:scene3d>
    <dgm:sp3d z="12700" extrusionH="12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ImgPlace1">
    <dgm:scene3d>
      <a:camera prst="orthographicFront"/>
      <a:lightRig rig="chilly" dir="t"/>
    </dgm:scene3d>
    <dgm:sp3d z="-257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chilly" dir="t"/>
    </dgm:scene3d>
    <dgm:sp3d z="-700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chilly" dir="t"/>
    </dgm:scene3d>
    <dgm:sp3d z="-25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chilly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chilly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chilly" dir="t"/>
    </dgm:scene3d>
    <dgm:sp3d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chilly" dir="t"/>
    </dgm:scene3d>
    <dgm:sp3d prstMaterial="dkEdge">
      <a:bevelT w="1270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chilly" dir="t"/>
    </dgm:scene3d>
    <dgm:sp3d z="-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chilly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Title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62399" y="1964267"/>
            <a:ext cx="7197726" cy="2421464"/>
          </a:xfrm>
        </p:spPr>
        <p:txBody>
          <a:bodyPr anchor="b">
            <a:normAutofit/>
          </a:bodyPr>
          <a:lstStyle>
            <a:lvl1pPr algn="r">
              <a:defRPr sz="48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62399" y="4385732"/>
            <a:ext cx="7197726" cy="1405467"/>
          </a:xfrm>
        </p:spPr>
        <p:txBody>
          <a:bodyPr anchor="t">
            <a:normAutofit/>
          </a:bodyPr>
          <a:lstStyle>
            <a:lvl1pPr marL="0" indent="0" algn="r">
              <a:buNone/>
              <a:defRPr sz="1800" cap="all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32558" y="5870575"/>
            <a:ext cx="1600200" cy="377825"/>
          </a:xfrm>
        </p:spPr>
        <p:txBody>
          <a:bodyPr/>
          <a:lstStyle/>
          <a:p>
            <a:fld id="{D1D1EADE-8E88-4C7C-8AC5-FB148DE4940E}" type="datetime1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62399" y="5870575"/>
            <a:ext cx="4893958" cy="3778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08958" y="5870575"/>
            <a:ext cx="551167" cy="377825"/>
          </a:xfrm>
        </p:spPr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513882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91405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308581"/>
            <a:ext cx="10131427" cy="1468800"/>
          </a:xfrm>
        </p:spPr>
        <p:txBody>
          <a:bodyPr anchor="b"/>
          <a:lstStyle>
            <a:lvl1pPr algn="l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7381"/>
            <a:ext cx="1013142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 cap="all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9886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2" y="2142067"/>
            <a:ext cx="4995334" cy="364913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21895" y="2142067"/>
            <a:ext cx="4995332" cy="364913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6/2/26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47725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3670" y="2218267"/>
            <a:ext cx="470905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1" y="2870201"/>
            <a:ext cx="4996923" cy="292099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96003" y="2226734"/>
            <a:ext cx="4722813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23483" y="2870201"/>
            <a:ext cx="4995334" cy="292099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6/2/26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5970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6/2/26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42136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6/2/26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0556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074333"/>
            <a:ext cx="3680885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48201" y="609601"/>
            <a:ext cx="6169026" cy="51816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445933"/>
            <a:ext cx="3680885" cy="1828800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6/2/26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326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600200"/>
            <a:ext cx="6164653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36253" y="914400"/>
            <a:ext cx="3280974" cy="4572000"/>
          </a:xfrm>
          <a:prstGeom prst="roundRect">
            <a:avLst>
              <a:gd name="adj" fmla="val 42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2971800"/>
            <a:ext cx="6164653" cy="1828800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6/2/26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866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732865"/>
            <a:ext cx="1013142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1600" y="932112"/>
            <a:ext cx="8759827" cy="3164976"/>
          </a:xfrm>
          <a:prstGeom prst="roundRect">
            <a:avLst>
              <a:gd name="adj" fmla="val 43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299603"/>
            <a:ext cx="10131427" cy="49371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6/2/26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367401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3124199"/>
          </a:xfrm>
        </p:spPr>
        <p:txBody>
          <a:bodyPr anchor="ctr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2231059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97875" y="3352800"/>
            <a:ext cx="9339184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7465" y="4343400"/>
            <a:ext cx="10152367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0473309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2" y="3308581"/>
            <a:ext cx="10131425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4777381"/>
            <a:ext cx="10131426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495414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0" y="3886200"/>
            <a:ext cx="10135436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5200"/>
            <a:ext cx="10135436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3538401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1" y="3505200"/>
            <a:ext cx="10131428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970466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744706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8675" y="609599"/>
            <a:ext cx="2158552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7832116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46236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2142067"/>
            <a:ext cx="10131425" cy="36491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E31BA835-12AC-4E8F-955A-EA3F4DE2791F}" type="datetime1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770916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6" r:id="rId1"/>
    <p:sldLayoutId id="2147483767" r:id="rId2"/>
    <p:sldLayoutId id="2147483768" r:id="rId3"/>
    <p:sldLayoutId id="2147483769" r:id="rId4"/>
    <p:sldLayoutId id="2147483770" r:id="rId5"/>
    <p:sldLayoutId id="2147483771" r:id="rId6"/>
    <p:sldLayoutId id="2147483772" r:id="rId7"/>
    <p:sldLayoutId id="2147483773" r:id="rId8"/>
    <p:sldLayoutId id="2147483774" r:id="rId9"/>
    <p:sldLayoutId id="2147483775" r:id="rId10"/>
    <p:sldLayoutId id="2147483776" r:id="rId11"/>
    <p:sldLayoutId id="2147483777" r:id="rId12"/>
    <p:sldLayoutId id="2147483778" r:id="rId13"/>
    <p:sldLayoutId id="2147483779" r:id="rId14"/>
    <p:sldLayoutId id="2147483780" r:id="rId15"/>
    <p:sldLayoutId id="2147483781" r:id="rId16"/>
    <p:sldLayoutId id="2147483782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4.xml"/><Relationship Id="rId3" Type="http://schemas.openxmlformats.org/officeDocument/2006/relationships/image" Target="../media/image3.png"/><Relationship Id="rId7" Type="http://schemas.openxmlformats.org/officeDocument/2006/relationships/diagramQuickStyle" Target="../diagrams/quickStyle4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4.xml"/><Relationship Id="rId6" Type="http://schemas.openxmlformats.org/officeDocument/2006/relationships/diagramLayout" Target="../diagrams/layout4.xml"/><Relationship Id="rId5" Type="http://schemas.openxmlformats.org/officeDocument/2006/relationships/diagramData" Target="../diagrams/data4.xml"/><Relationship Id="rId4" Type="http://schemas.openxmlformats.org/officeDocument/2006/relationships/image" Target="../media/image7.jpeg"/><Relationship Id="rId9" Type="http://schemas.microsoft.com/office/2007/relationships/diagramDrawing" Target="../diagrams/drawing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Close-up of illuminated circuit board">
            <a:extLst>
              <a:ext uri="{FF2B5EF4-FFF2-40B4-BE49-F238E27FC236}">
                <a16:creationId xmlns:a16="http://schemas.microsoft.com/office/drawing/2014/main" id="{2DD8D9E9-3A79-16BA-8F23-09246ECBD7E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1329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7AE2172-1037-BCC1-D59D-05B7994D20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45736" y="908651"/>
            <a:ext cx="4754880" cy="4171779"/>
          </a:xfrm>
        </p:spPr>
        <p:txBody>
          <a:bodyPr anchor="t">
            <a:normAutofit/>
          </a:bodyPr>
          <a:lstStyle/>
          <a:p>
            <a:r>
              <a:rPr lang="en-US" sz="6000" dirty="0"/>
              <a:t>The Technology Value Stream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0A6FB0-EC21-43A1-4954-5637DDD700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45736" y="5216955"/>
            <a:ext cx="4754880" cy="1003638"/>
          </a:xfrm>
        </p:spPr>
        <p:txBody>
          <a:bodyPr anchor="b">
            <a:normAutofit/>
          </a:bodyPr>
          <a:lstStyle/>
          <a:p>
            <a:r>
              <a:rPr lang="en-US" sz="2200"/>
              <a:t>From Business Hypothesis to Working Software in Production</a:t>
            </a:r>
          </a:p>
          <a:p>
            <a:endParaRPr lang="en-US" sz="22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6DF1F7-6B91-515B-4C96-C77C457DAA31}"/>
              </a:ext>
            </a:extLst>
          </p:cNvPr>
          <p:cNvSpPr txBox="1"/>
          <p:nvPr/>
        </p:nvSpPr>
        <p:spPr>
          <a:xfrm>
            <a:off x="7145736" y="5949349"/>
            <a:ext cx="492967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Presentation By: Robert Breuztmann</a:t>
            </a:r>
          </a:p>
          <a:p>
            <a:r>
              <a:rPr lang="en-US" sz="1400" dirty="0"/>
              <a:t>For: CSD 380 – Dev Ops</a:t>
            </a:r>
          </a:p>
          <a:p>
            <a:r>
              <a:rPr lang="en-US" sz="1400" dirty="0"/>
              <a:t>Assignment 1.2: Due June 7</a:t>
            </a:r>
            <a:r>
              <a:rPr lang="en-US" sz="1400" baseline="30000" dirty="0"/>
              <a:t>th</a:t>
            </a:r>
            <a:r>
              <a:rPr lang="en-US" sz="1400" dirty="0"/>
              <a:t>, 2026</a:t>
            </a:r>
          </a:p>
        </p:txBody>
      </p:sp>
    </p:spTree>
    <p:extLst>
      <p:ext uri="{BB962C8B-B14F-4D97-AF65-F5344CB8AC3E}">
        <p14:creationId xmlns:p14="http://schemas.microsoft.com/office/powerpoint/2010/main" val="28251922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8CC148-1362-6C9D-2F82-A08B5034EE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66968" y="914400"/>
            <a:ext cx="6627924" cy="13075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en-US" dirty="0"/>
              <a:t>What is the technology value stream?</a:t>
            </a:r>
          </a:p>
        </p:txBody>
      </p:sp>
      <p:pic>
        <p:nvPicPr>
          <p:cNvPr id="6" name="Picture 5" descr="Stock numbers on a digital display">
            <a:extLst>
              <a:ext uri="{FF2B5EF4-FFF2-40B4-BE49-F238E27FC236}">
                <a16:creationId xmlns:a16="http://schemas.microsoft.com/office/drawing/2014/main" id="{09C39C3E-40A1-A800-C41E-D39F538A07C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3959" r="20407" b="-1"/>
          <a:stretch>
            <a:fillRect/>
          </a:stretch>
        </p:blipFill>
        <p:spPr>
          <a:xfrm>
            <a:off x="20" y="-17929"/>
            <a:ext cx="4206220" cy="68759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3E3C01D-0D31-E0BD-708D-1CB351AF7A13}"/>
              </a:ext>
            </a:extLst>
          </p:cNvPr>
          <p:cNvSpPr txBox="1"/>
          <p:nvPr/>
        </p:nvSpPr>
        <p:spPr>
          <a:xfrm>
            <a:off x="4866968" y="2221992"/>
            <a:ext cx="6627924" cy="10636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endParaRPr lang="en-US" dirty="0"/>
          </a:p>
        </p:txBody>
      </p:sp>
      <p:graphicFrame>
        <p:nvGraphicFramePr>
          <p:cNvPr id="8" name="Diagram 7">
            <a:extLst>
              <a:ext uri="{FF2B5EF4-FFF2-40B4-BE49-F238E27FC236}">
                <a16:creationId xmlns:a16="http://schemas.microsoft.com/office/drawing/2014/main" id="{D9FE98A9-B22A-A5BC-C0C0-A7ABFF235E7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95992784"/>
              </p:ext>
            </p:extLst>
          </p:nvPr>
        </p:nvGraphicFramePr>
        <p:xfrm>
          <a:off x="4428630" y="2239921"/>
          <a:ext cx="7454425" cy="20250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9" name="Diagram 8">
            <a:extLst>
              <a:ext uri="{FF2B5EF4-FFF2-40B4-BE49-F238E27FC236}">
                <a16:creationId xmlns:a16="http://schemas.microsoft.com/office/drawing/2014/main" id="{FB34758B-3695-4636-E874-92D7F9499CF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67094839"/>
              </p:ext>
            </p:extLst>
          </p:nvPr>
        </p:nvGraphicFramePr>
        <p:xfrm>
          <a:off x="4812329" y="4593228"/>
          <a:ext cx="6737202" cy="32704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</p:spTree>
    <p:extLst>
      <p:ext uri="{BB962C8B-B14F-4D97-AF65-F5344CB8AC3E}">
        <p14:creationId xmlns:p14="http://schemas.microsoft.com/office/powerpoint/2010/main" val="24889178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E698E-B79E-FF6A-57C1-72FB485EC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5005" y="2796975"/>
            <a:ext cx="5033990" cy="1307592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700" dirty="0"/>
              <a:t>The Flow of Work Through the Value Stream</a:t>
            </a:r>
          </a:p>
        </p:txBody>
      </p:sp>
      <p:pic>
        <p:nvPicPr>
          <p:cNvPr id="5" name="Picture 4" descr="A person reaching for a paper on a table full of paper and sticky notes">
            <a:extLst>
              <a:ext uri="{FF2B5EF4-FFF2-40B4-BE49-F238E27FC236}">
                <a16:creationId xmlns:a16="http://schemas.microsoft.com/office/drawing/2014/main" id="{7A3520E0-1F54-3F9E-B8FB-EDA6194EC96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6809" r="27801" b="-2"/>
          <a:stretch>
            <a:fillRect/>
          </a:stretch>
        </p:blipFill>
        <p:spPr>
          <a:xfrm>
            <a:off x="0" y="-1"/>
            <a:ext cx="4663420" cy="6858001"/>
          </a:xfrm>
          <a:prstGeom prst="rect">
            <a:avLst/>
          </a:prstGeom>
        </p:spPr>
      </p:pic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6CB316F1-6CDB-F54C-4966-BFB7740AB63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11490609"/>
              </p:ext>
            </p:extLst>
          </p:nvPr>
        </p:nvGraphicFramePr>
        <p:xfrm>
          <a:off x="4158343" y="-1"/>
          <a:ext cx="8447314" cy="708660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991702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F6A9299-1D12-47E2-9DD4-03342553C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B4A26E2-9D8A-3609-C386-81380CF059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65528" y="256313"/>
            <a:ext cx="6593075" cy="161249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dirty="0"/>
              <a:t>Lead Time vs Processing Time</a:t>
            </a:r>
          </a:p>
        </p:txBody>
      </p:sp>
      <p:pic>
        <p:nvPicPr>
          <p:cNvPr id="5" name="Picture 4" descr="Different types of clocks">
            <a:extLst>
              <a:ext uri="{FF2B5EF4-FFF2-40B4-BE49-F238E27FC236}">
                <a16:creationId xmlns:a16="http://schemas.microsoft.com/office/drawing/2014/main" id="{4747D18E-4D08-6C01-50BC-8439AA2F33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4894" r="37081"/>
          <a:stretch>
            <a:fillRect/>
          </a:stretch>
        </p:blipFill>
        <p:spPr>
          <a:xfrm>
            <a:off x="20" y="975"/>
            <a:ext cx="4635988" cy="6858000"/>
          </a:xfrm>
          <a:prstGeom prst="rect">
            <a:avLst/>
          </a:prstGeom>
        </p:spPr>
      </p:pic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E4008506-5C85-97EC-99D5-919BABA1482D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174914414"/>
              </p:ext>
            </p:extLst>
          </p:nvPr>
        </p:nvGraphicFramePr>
        <p:xfrm>
          <a:off x="5065528" y="1871564"/>
          <a:ext cx="6693777" cy="48579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</p:spTree>
    <p:extLst>
      <p:ext uri="{BB962C8B-B14F-4D97-AF65-F5344CB8AC3E}">
        <p14:creationId xmlns:p14="http://schemas.microsoft.com/office/powerpoint/2010/main" val="37083060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5450F7-EB5A-5C90-B7FC-1D96190130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Standard Scenario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C1A824-AF16-87F8-0380-838633A32E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 standard methods like Waterfall, deployment lead times can stretch to months.  </a:t>
            </a:r>
          </a:p>
        </p:txBody>
      </p:sp>
    </p:spTree>
    <p:extLst>
      <p:ext uri="{BB962C8B-B14F-4D97-AF65-F5344CB8AC3E}">
        <p14:creationId xmlns:p14="http://schemas.microsoft.com/office/powerpoint/2010/main" val="10018832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8C668FA-2417-47B5-B454-2D55FC17FF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7FEBA57-8992-46BB-BCF0-5A83FE8E01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2B4CDDF6-55C3-415A-8D8B-7E03C3D616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BD89A62-3061-D7C9-55B3-0B538A42E1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3175" y="-1182"/>
            <a:ext cx="121919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289957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elestial">
  <a:themeElements>
    <a:clrScheme name="Celestial">
      <a:dk1>
        <a:sysClr val="windowText" lastClr="000000"/>
      </a:dk1>
      <a:lt1>
        <a:sysClr val="window" lastClr="FFFFFF"/>
      </a:lt1>
      <a:dk2>
        <a:srgbClr val="18276C"/>
      </a:dk2>
      <a:lt2>
        <a:srgbClr val="EBEBEB"/>
      </a:lt2>
      <a:accent1>
        <a:srgbClr val="AC3EC1"/>
      </a:accent1>
      <a:accent2>
        <a:srgbClr val="477BD1"/>
      </a:accent2>
      <a:accent3>
        <a:srgbClr val="46B298"/>
      </a:accent3>
      <a:accent4>
        <a:srgbClr val="90BA4C"/>
      </a:accent4>
      <a:accent5>
        <a:srgbClr val="DD9D31"/>
      </a:accent5>
      <a:accent6>
        <a:srgbClr val="E25247"/>
      </a:accent6>
      <a:hlink>
        <a:srgbClr val="C573D2"/>
      </a:hlink>
      <a:folHlink>
        <a:srgbClr val="CCAEE8"/>
      </a:folHlink>
    </a:clrScheme>
    <a:fontScheme name="Celestial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elestial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5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elestial" id="{C4BB2A3D-0E93-4C5F-B0D2-9D3FCE089CC5}" vid="{42E5908D-19A2-46FD-89FA-638B126129E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Celestial</Template>
  <TotalTime>832</TotalTime>
  <Words>196</Words>
  <Application>Microsoft Macintosh PowerPoint</Application>
  <PresentationFormat>Widescreen</PresentationFormat>
  <Paragraphs>30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Celestial</vt:lpstr>
      <vt:lpstr>The Technology Value Stream</vt:lpstr>
      <vt:lpstr>What is the technology value stream?</vt:lpstr>
      <vt:lpstr>The Flow of Work Through the Value Stream</vt:lpstr>
      <vt:lpstr>Lead Time vs Processing Time</vt:lpstr>
      <vt:lpstr>The Standard Scenario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Robert breutzmann</dc:creator>
  <cp:lastModifiedBy>Robert breutzmann</cp:lastModifiedBy>
  <cp:revision>1</cp:revision>
  <dcterms:created xsi:type="dcterms:W3CDTF">2026-06-02T14:06:22Z</dcterms:created>
  <dcterms:modified xsi:type="dcterms:W3CDTF">2026-06-03T03:58:36Z</dcterms:modified>
</cp:coreProperties>
</file>