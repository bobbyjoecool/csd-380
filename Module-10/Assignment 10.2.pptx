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6" r:id="rId1"/>
  </p:sldMasterIdLst>
  <p:notesMasterIdLst>
    <p:notesMasterId r:id="rId13"/>
  </p:notesMasterIdLst>
  <p:sldIdLst>
    <p:sldId id="257" r:id="rId2"/>
    <p:sldId id="258" r:id="rId3"/>
    <p:sldId id="260" r:id="rId4"/>
    <p:sldId id="259"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671"/>
    <p:restoredTop sz="94643"/>
  </p:normalViewPr>
  <p:slideViewPr>
    <p:cSldViewPr snapToGrid="0">
      <p:cViewPr varScale="1">
        <p:scale>
          <a:sx n="89" d="100"/>
          <a:sy n="89" d="100"/>
        </p:scale>
        <p:origin x="192" y="1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ata2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hyperlink" Target="https://snyk.io/blog/ten-git-hub-security-best-practices/" TargetMode="External"/><Relationship Id="rId1" Type="http://schemas.openxmlformats.org/officeDocument/2006/relationships/hyperlink" Target="https://www.harness.io/harness-devops-academy/secure-code-repositories-best-practices" TargetMode="External"/><Relationship Id="rId5" Type="http://schemas.openxmlformats.org/officeDocument/2006/relationships/image" Target="../media/image11.svg"/><Relationship Id="rId4"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s>
</file>

<file path=ppt/diagrams/_rels/drawing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hyperlink" Target="https://www.harness.io/harness-devops-academy/secure-code-repositories-best-practices" TargetMode="External"/><Relationship Id="rId5" Type="http://schemas.openxmlformats.org/officeDocument/2006/relationships/image" Target="../media/image11.svg"/><Relationship Id="rId4" Type="http://schemas.openxmlformats.org/officeDocument/2006/relationships/hyperlink" Target="https://snyk.io/blog/ten-git-hub-security-best-practices/"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6F8961-8587-2B41-B180-50CB70BB05F8}"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3CD13991-4926-6149-B07C-A24624F05578}">
      <dgm:prSet custT="1"/>
      <dgm:spPr/>
      <dgm:t>
        <a:bodyPr/>
        <a:lstStyle/>
        <a:p>
          <a:pPr algn="ctr"/>
          <a:r>
            <a:rPr lang="en-US" sz="5400" b="0" baseline="0" dirty="0">
              <a:solidFill>
                <a:schemeClr val="accent6">
                  <a:lumMod val="50000"/>
                </a:schemeClr>
              </a:solidFill>
              <a:latin typeface="Herculanum" panose="02000505000000020004" pitchFamily="2" charset="77"/>
            </a:rPr>
            <a:t>Why Security Controls Matter</a:t>
          </a:r>
          <a:endParaRPr lang="en-US" sz="5400" dirty="0">
            <a:solidFill>
              <a:schemeClr val="accent6">
                <a:lumMod val="50000"/>
              </a:schemeClr>
            </a:solidFill>
            <a:latin typeface="Herculanum" panose="02000505000000020004" pitchFamily="2" charset="77"/>
          </a:endParaRPr>
        </a:p>
      </dgm:t>
    </dgm:pt>
    <dgm:pt modelId="{D07B7125-C87C-2248-8C80-6C8ACAC31A4C}" type="parTrans" cxnId="{D4FE0FB3-19CC-E147-8695-A590A51356DB}">
      <dgm:prSet/>
      <dgm:spPr/>
      <dgm:t>
        <a:bodyPr/>
        <a:lstStyle/>
        <a:p>
          <a:pPr algn="ctr"/>
          <a:endParaRPr lang="en-US"/>
        </a:p>
      </dgm:t>
    </dgm:pt>
    <dgm:pt modelId="{B6884985-A5E8-5642-A646-AEB764D03299}" type="sibTrans" cxnId="{D4FE0FB3-19CC-E147-8695-A590A51356DB}">
      <dgm:prSet/>
      <dgm:spPr/>
      <dgm:t>
        <a:bodyPr/>
        <a:lstStyle/>
        <a:p>
          <a:pPr algn="ctr"/>
          <a:endParaRPr lang="en-US"/>
        </a:p>
      </dgm:t>
    </dgm:pt>
    <dgm:pt modelId="{587303E1-757F-E441-9987-01B34FDE1F33}" type="pres">
      <dgm:prSet presAssocID="{846F8961-8587-2B41-B180-50CB70BB05F8}" presName="linear" presStyleCnt="0">
        <dgm:presLayoutVars>
          <dgm:animLvl val="lvl"/>
          <dgm:resizeHandles val="exact"/>
        </dgm:presLayoutVars>
      </dgm:prSet>
      <dgm:spPr/>
    </dgm:pt>
    <dgm:pt modelId="{F84461AB-87BF-BE44-9E99-037A0BA35CC1}" type="pres">
      <dgm:prSet presAssocID="{3CD13991-4926-6149-B07C-A24624F05578}" presName="parentText" presStyleLbl="node1" presStyleIdx="0" presStyleCnt="1" custLinFactNeighborX="1106" custLinFactNeighborY="2348">
        <dgm:presLayoutVars>
          <dgm:chMax val="0"/>
          <dgm:bulletEnabled val="1"/>
        </dgm:presLayoutVars>
      </dgm:prSet>
      <dgm:spPr/>
    </dgm:pt>
  </dgm:ptLst>
  <dgm:cxnLst>
    <dgm:cxn modelId="{5A8BC112-B633-634A-87AD-EEE80355CCD7}" type="presOf" srcId="{3CD13991-4926-6149-B07C-A24624F05578}" destId="{F84461AB-87BF-BE44-9E99-037A0BA35CC1}" srcOrd="0" destOrd="0" presId="urn:microsoft.com/office/officeart/2005/8/layout/vList2"/>
    <dgm:cxn modelId="{7ACF272B-B032-AE4E-91A3-A9756C9D82B6}" type="presOf" srcId="{846F8961-8587-2B41-B180-50CB70BB05F8}" destId="{587303E1-757F-E441-9987-01B34FDE1F33}" srcOrd="0" destOrd="0" presId="urn:microsoft.com/office/officeart/2005/8/layout/vList2"/>
    <dgm:cxn modelId="{D4FE0FB3-19CC-E147-8695-A590A51356DB}" srcId="{846F8961-8587-2B41-B180-50CB70BB05F8}" destId="{3CD13991-4926-6149-B07C-A24624F05578}" srcOrd="0" destOrd="0" parTransId="{D07B7125-C87C-2248-8C80-6C8ACAC31A4C}" sibTransId="{B6884985-A5E8-5642-A646-AEB764D03299}"/>
    <dgm:cxn modelId="{DBB491BE-322F-634D-B88D-6D2A15060789}" type="presParOf" srcId="{587303E1-757F-E441-9987-01B34FDE1F33}" destId="{F84461AB-87BF-BE44-9E99-037A0BA35CC1}"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0F95E9-5F74-D143-B1AF-53494CE9106E}" type="doc">
      <dgm:prSet loTypeId="urn:microsoft.com/office/officeart/2005/8/layout/vList2" loCatId="list" qsTypeId="urn:microsoft.com/office/officeart/2005/8/quickstyle/3d4" qsCatId="3D" csTypeId="urn:microsoft.com/office/officeart/2005/8/colors/accent6_2" csCatId="accent6"/>
      <dgm:spPr/>
      <dgm:t>
        <a:bodyPr/>
        <a:lstStyle/>
        <a:p>
          <a:endParaRPr lang="en-US"/>
        </a:p>
      </dgm:t>
    </dgm:pt>
    <dgm:pt modelId="{71C9BB2C-E899-8243-AF9A-D046B3022617}">
      <dgm:prSet/>
      <dgm:spPr/>
      <dgm:t>
        <a:bodyPr/>
        <a:lstStyle/>
        <a:p>
          <a:r>
            <a:rPr lang="en-US" dirty="0"/>
            <a:t>A shared repository multiplies both productivity and risk</a:t>
          </a:r>
        </a:p>
      </dgm:t>
    </dgm:pt>
    <dgm:pt modelId="{A7CC3D2A-3EA7-FE4E-8659-F1267F196FDD}" type="parTrans" cxnId="{9C322E8D-B993-1245-AB95-AC93002F5266}">
      <dgm:prSet/>
      <dgm:spPr/>
      <dgm:t>
        <a:bodyPr/>
        <a:lstStyle/>
        <a:p>
          <a:endParaRPr lang="en-US"/>
        </a:p>
      </dgm:t>
    </dgm:pt>
    <dgm:pt modelId="{782736FD-EBF4-1143-B62D-35E59B5640C2}" type="sibTrans" cxnId="{9C322E8D-B993-1245-AB95-AC93002F5266}">
      <dgm:prSet/>
      <dgm:spPr/>
      <dgm:t>
        <a:bodyPr/>
        <a:lstStyle/>
        <a:p>
          <a:endParaRPr lang="en-US"/>
        </a:p>
      </dgm:t>
    </dgm:pt>
    <dgm:pt modelId="{D9FE89ED-A83A-6949-A65B-1E6E42FFC776}">
      <dgm:prSet/>
      <dgm:spPr/>
      <dgm:t>
        <a:bodyPr/>
        <a:lstStyle/>
        <a:p>
          <a:r>
            <a:rPr lang="en-US"/>
            <a:t>One bad commit or leaked credential can affect every team that uses the code</a:t>
          </a:r>
        </a:p>
      </dgm:t>
    </dgm:pt>
    <dgm:pt modelId="{CEE4AA7C-6CC5-1B45-96DB-9784D6544FDB}" type="parTrans" cxnId="{6803AA6B-B8D8-244C-AAE0-6AB4587D6467}">
      <dgm:prSet/>
      <dgm:spPr/>
      <dgm:t>
        <a:bodyPr/>
        <a:lstStyle/>
        <a:p>
          <a:endParaRPr lang="en-US"/>
        </a:p>
      </dgm:t>
    </dgm:pt>
    <dgm:pt modelId="{0FB5535F-CB83-B646-AD4E-1B530CBE563B}" type="sibTrans" cxnId="{6803AA6B-B8D8-244C-AAE0-6AB4587D6467}">
      <dgm:prSet/>
      <dgm:spPr/>
      <dgm:t>
        <a:bodyPr/>
        <a:lstStyle/>
        <a:p>
          <a:endParaRPr lang="en-US"/>
        </a:p>
      </dgm:t>
    </dgm:pt>
    <dgm:pt modelId="{5F2B77AC-F0B2-5343-BFB6-1B699A150B5F}">
      <dgm:prSet/>
      <dgm:spPr/>
      <dgm:t>
        <a:bodyPr/>
        <a:lstStyle/>
        <a:p>
          <a:r>
            <a:rPr lang="en-US"/>
            <a:t>Accidently sharing a .env file with passwords to the database is logged in the repository.</a:t>
          </a:r>
        </a:p>
      </dgm:t>
    </dgm:pt>
    <dgm:pt modelId="{08214598-2526-124C-A23B-B3E49DFEAEC9}" type="parTrans" cxnId="{D93AB8A5-4D1B-CB4D-847C-F82A9FCA87D6}">
      <dgm:prSet/>
      <dgm:spPr/>
      <dgm:t>
        <a:bodyPr/>
        <a:lstStyle/>
        <a:p>
          <a:endParaRPr lang="en-US"/>
        </a:p>
      </dgm:t>
    </dgm:pt>
    <dgm:pt modelId="{95F234EF-B5DC-DB4D-8264-62F136E55706}" type="sibTrans" cxnId="{D93AB8A5-4D1B-CB4D-847C-F82A9FCA87D6}">
      <dgm:prSet/>
      <dgm:spPr/>
      <dgm:t>
        <a:bodyPr/>
        <a:lstStyle/>
        <a:p>
          <a:endParaRPr lang="en-US"/>
        </a:p>
      </dgm:t>
    </dgm:pt>
    <dgm:pt modelId="{B97C514F-9B04-6B43-B0F8-776A55EC7FC3}">
      <dgm:prSet/>
      <dgm:spPr/>
      <dgm:t>
        <a:bodyPr/>
        <a:lstStyle/>
        <a:p>
          <a:r>
            <a:rPr lang="en-US"/>
            <a:t>Accidently exposing the wrong endpoint in a program  can lead to exposing vulnerabilities as well.</a:t>
          </a:r>
        </a:p>
      </dgm:t>
    </dgm:pt>
    <dgm:pt modelId="{26BCE846-4203-0F4F-91CB-D11111D018BC}" type="parTrans" cxnId="{2217F69C-B5EF-444D-89CF-2A61BA5C9587}">
      <dgm:prSet/>
      <dgm:spPr/>
      <dgm:t>
        <a:bodyPr/>
        <a:lstStyle/>
        <a:p>
          <a:endParaRPr lang="en-US"/>
        </a:p>
      </dgm:t>
    </dgm:pt>
    <dgm:pt modelId="{DD663813-888C-BA4F-912F-E926BE1700AB}" type="sibTrans" cxnId="{2217F69C-B5EF-444D-89CF-2A61BA5C9587}">
      <dgm:prSet/>
      <dgm:spPr/>
      <dgm:t>
        <a:bodyPr/>
        <a:lstStyle/>
        <a:p>
          <a:endParaRPr lang="en-US"/>
        </a:p>
      </dgm:t>
    </dgm:pt>
    <dgm:pt modelId="{1FE336E2-DC75-B142-85AD-67021FDAE2F0}">
      <dgm:prSet/>
      <dgm:spPr/>
      <dgm:t>
        <a:bodyPr/>
        <a:lstStyle/>
        <a:p>
          <a:r>
            <a:rPr lang="en-US" dirty="0"/>
            <a:t>Shared repos enable reuse but widen the blast radius of any single compromise.</a:t>
          </a:r>
        </a:p>
      </dgm:t>
    </dgm:pt>
    <dgm:pt modelId="{296C8548-E818-9649-9DAF-EBC43AAA74A9}" type="parTrans" cxnId="{CA872802-EDC3-D846-B654-F1BFE7F053E9}">
      <dgm:prSet/>
      <dgm:spPr/>
      <dgm:t>
        <a:bodyPr/>
        <a:lstStyle/>
        <a:p>
          <a:endParaRPr lang="en-US"/>
        </a:p>
      </dgm:t>
    </dgm:pt>
    <dgm:pt modelId="{3D2442DB-BAEF-CF49-88A6-3D21612DC9FA}" type="sibTrans" cxnId="{CA872802-EDC3-D846-B654-F1BFE7F053E9}">
      <dgm:prSet/>
      <dgm:spPr/>
      <dgm:t>
        <a:bodyPr/>
        <a:lstStyle/>
        <a:p>
          <a:endParaRPr lang="en-US"/>
        </a:p>
      </dgm:t>
    </dgm:pt>
    <dgm:pt modelId="{F8609AE8-8C68-9F41-8089-3C76BC6A4DB4}" type="pres">
      <dgm:prSet presAssocID="{A40F95E9-5F74-D143-B1AF-53494CE9106E}" presName="linear" presStyleCnt="0">
        <dgm:presLayoutVars>
          <dgm:animLvl val="lvl"/>
          <dgm:resizeHandles val="exact"/>
        </dgm:presLayoutVars>
      </dgm:prSet>
      <dgm:spPr/>
    </dgm:pt>
    <dgm:pt modelId="{DBE7D00C-370E-6546-B9FF-C979300326FE}" type="pres">
      <dgm:prSet presAssocID="{71C9BB2C-E899-8243-AF9A-D046B3022617}" presName="parentText" presStyleLbl="node1" presStyleIdx="0" presStyleCnt="2">
        <dgm:presLayoutVars>
          <dgm:chMax val="0"/>
          <dgm:bulletEnabled val="1"/>
        </dgm:presLayoutVars>
      </dgm:prSet>
      <dgm:spPr/>
    </dgm:pt>
    <dgm:pt modelId="{2B8D8E0C-E3B4-F84A-86C4-D584A033208C}" type="pres">
      <dgm:prSet presAssocID="{71C9BB2C-E899-8243-AF9A-D046B3022617}" presName="childText" presStyleLbl="revTx" presStyleIdx="0" presStyleCnt="1">
        <dgm:presLayoutVars>
          <dgm:bulletEnabled val="1"/>
        </dgm:presLayoutVars>
      </dgm:prSet>
      <dgm:spPr/>
    </dgm:pt>
    <dgm:pt modelId="{53E48536-262A-004E-9F56-371943CD2638}" type="pres">
      <dgm:prSet presAssocID="{1FE336E2-DC75-B142-85AD-67021FDAE2F0}" presName="parentText" presStyleLbl="node1" presStyleIdx="1" presStyleCnt="2">
        <dgm:presLayoutVars>
          <dgm:chMax val="0"/>
          <dgm:bulletEnabled val="1"/>
        </dgm:presLayoutVars>
      </dgm:prSet>
      <dgm:spPr/>
    </dgm:pt>
  </dgm:ptLst>
  <dgm:cxnLst>
    <dgm:cxn modelId="{CA872802-EDC3-D846-B654-F1BFE7F053E9}" srcId="{A40F95E9-5F74-D143-B1AF-53494CE9106E}" destId="{1FE336E2-DC75-B142-85AD-67021FDAE2F0}" srcOrd="1" destOrd="0" parTransId="{296C8548-E818-9649-9DAF-EBC43AAA74A9}" sibTransId="{3D2442DB-BAEF-CF49-88A6-3D21612DC9FA}"/>
    <dgm:cxn modelId="{2E404B16-46FB-4948-82A3-EE88788603FA}" type="presOf" srcId="{1FE336E2-DC75-B142-85AD-67021FDAE2F0}" destId="{53E48536-262A-004E-9F56-371943CD2638}" srcOrd="0" destOrd="0" presId="urn:microsoft.com/office/officeart/2005/8/layout/vList2"/>
    <dgm:cxn modelId="{B1879A3A-B76B-594E-9FAC-EECE2036F1D4}" type="presOf" srcId="{71C9BB2C-E899-8243-AF9A-D046B3022617}" destId="{DBE7D00C-370E-6546-B9FF-C979300326FE}" srcOrd="0" destOrd="0" presId="urn:microsoft.com/office/officeart/2005/8/layout/vList2"/>
    <dgm:cxn modelId="{6803AA6B-B8D8-244C-AAE0-6AB4587D6467}" srcId="{71C9BB2C-E899-8243-AF9A-D046B3022617}" destId="{D9FE89ED-A83A-6949-A65B-1E6E42FFC776}" srcOrd="0" destOrd="0" parTransId="{CEE4AA7C-6CC5-1B45-96DB-9784D6544FDB}" sibTransId="{0FB5535F-CB83-B646-AD4E-1B530CBE563B}"/>
    <dgm:cxn modelId="{9C322E8D-B993-1245-AB95-AC93002F5266}" srcId="{A40F95E9-5F74-D143-B1AF-53494CE9106E}" destId="{71C9BB2C-E899-8243-AF9A-D046B3022617}" srcOrd="0" destOrd="0" parTransId="{A7CC3D2A-3EA7-FE4E-8659-F1267F196FDD}" sibTransId="{782736FD-EBF4-1143-B62D-35E59B5640C2}"/>
    <dgm:cxn modelId="{2217F69C-B5EF-444D-89CF-2A61BA5C9587}" srcId="{71C9BB2C-E899-8243-AF9A-D046B3022617}" destId="{B97C514F-9B04-6B43-B0F8-776A55EC7FC3}" srcOrd="2" destOrd="0" parTransId="{26BCE846-4203-0F4F-91CB-D11111D018BC}" sibTransId="{DD663813-888C-BA4F-912F-E926BE1700AB}"/>
    <dgm:cxn modelId="{D93AB8A5-4D1B-CB4D-847C-F82A9FCA87D6}" srcId="{71C9BB2C-E899-8243-AF9A-D046B3022617}" destId="{5F2B77AC-F0B2-5343-BFB6-1B699A150B5F}" srcOrd="1" destOrd="0" parTransId="{08214598-2526-124C-A23B-B3E49DFEAEC9}" sibTransId="{95F234EF-B5DC-DB4D-8264-62F136E55706}"/>
    <dgm:cxn modelId="{F88274E6-736A-FE41-80F2-93363A442208}" type="presOf" srcId="{A40F95E9-5F74-D143-B1AF-53494CE9106E}" destId="{F8609AE8-8C68-9F41-8089-3C76BC6A4DB4}" srcOrd="0" destOrd="0" presId="urn:microsoft.com/office/officeart/2005/8/layout/vList2"/>
    <dgm:cxn modelId="{76ACF8F2-524B-A84D-94AB-0143B9259D42}" type="presOf" srcId="{5F2B77AC-F0B2-5343-BFB6-1B699A150B5F}" destId="{2B8D8E0C-E3B4-F84A-86C4-D584A033208C}" srcOrd="0" destOrd="1" presId="urn:microsoft.com/office/officeart/2005/8/layout/vList2"/>
    <dgm:cxn modelId="{9A0709F6-7DFD-D04D-B80D-72D7038BBA59}" type="presOf" srcId="{B97C514F-9B04-6B43-B0F8-776A55EC7FC3}" destId="{2B8D8E0C-E3B4-F84A-86C4-D584A033208C}" srcOrd="0" destOrd="2" presId="urn:microsoft.com/office/officeart/2005/8/layout/vList2"/>
    <dgm:cxn modelId="{609BD9FC-BD39-974E-88EE-3FB470A31839}" type="presOf" srcId="{D9FE89ED-A83A-6949-A65B-1E6E42FFC776}" destId="{2B8D8E0C-E3B4-F84A-86C4-D584A033208C}" srcOrd="0" destOrd="0" presId="urn:microsoft.com/office/officeart/2005/8/layout/vList2"/>
    <dgm:cxn modelId="{EE6D51FA-D5AB-EE43-BCB9-2FD7EAD3A21F}" type="presParOf" srcId="{F8609AE8-8C68-9F41-8089-3C76BC6A4DB4}" destId="{DBE7D00C-370E-6546-B9FF-C979300326FE}" srcOrd="0" destOrd="0" presId="urn:microsoft.com/office/officeart/2005/8/layout/vList2"/>
    <dgm:cxn modelId="{FDA28912-41BA-4F4A-ACA4-278493173F0F}" type="presParOf" srcId="{F8609AE8-8C68-9F41-8089-3C76BC6A4DB4}" destId="{2B8D8E0C-E3B4-F84A-86C4-D584A033208C}" srcOrd="1" destOrd="0" presId="urn:microsoft.com/office/officeart/2005/8/layout/vList2"/>
    <dgm:cxn modelId="{F94E6856-C03E-1A43-A4F4-9E06FE224A73}" type="presParOf" srcId="{F8609AE8-8C68-9F41-8089-3C76BC6A4DB4}" destId="{53E48536-262A-004E-9F56-371943CD2638}" srcOrd="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6F8961-8587-2B41-B180-50CB70BB05F8}"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3CD13991-4926-6149-B07C-A24624F05578}">
      <dgm:prSet custT="1"/>
      <dgm:spPr/>
      <dgm:t>
        <a:bodyPr/>
        <a:lstStyle/>
        <a:p>
          <a:pPr algn="ctr">
            <a:lnSpc>
              <a:spcPct val="100000"/>
            </a:lnSpc>
            <a:spcAft>
              <a:spcPts val="0"/>
            </a:spcAft>
          </a:pPr>
          <a:r>
            <a:rPr lang="en-US" sz="4800" dirty="0">
              <a:solidFill>
                <a:schemeClr val="accent6">
                  <a:lumMod val="50000"/>
                </a:schemeClr>
              </a:solidFill>
              <a:latin typeface="Herculanum" panose="02000505000000020004" pitchFamily="2" charset="77"/>
            </a:rPr>
            <a:t>Access</a:t>
          </a:r>
          <a:r>
            <a:rPr lang="en-US" sz="4800" baseline="0" dirty="0">
              <a:solidFill>
                <a:schemeClr val="accent6">
                  <a:lumMod val="50000"/>
                </a:schemeClr>
              </a:solidFill>
              <a:latin typeface="Herculanum" panose="02000505000000020004" pitchFamily="2" charset="77"/>
            </a:rPr>
            <a:t> Control as the Foundation</a:t>
          </a:r>
          <a:endParaRPr lang="en-US" sz="4800" dirty="0">
            <a:solidFill>
              <a:schemeClr val="accent6">
                <a:lumMod val="50000"/>
              </a:schemeClr>
            </a:solidFill>
            <a:latin typeface="Herculanum" panose="02000505000000020004" pitchFamily="2" charset="77"/>
          </a:endParaRPr>
        </a:p>
      </dgm:t>
    </dgm:pt>
    <dgm:pt modelId="{D07B7125-C87C-2248-8C80-6C8ACAC31A4C}" type="parTrans" cxnId="{D4FE0FB3-19CC-E147-8695-A590A51356DB}">
      <dgm:prSet/>
      <dgm:spPr/>
      <dgm:t>
        <a:bodyPr/>
        <a:lstStyle/>
        <a:p>
          <a:pPr algn="ctr"/>
          <a:endParaRPr lang="en-US"/>
        </a:p>
      </dgm:t>
    </dgm:pt>
    <dgm:pt modelId="{B6884985-A5E8-5642-A646-AEB764D03299}" type="sibTrans" cxnId="{D4FE0FB3-19CC-E147-8695-A590A51356DB}">
      <dgm:prSet/>
      <dgm:spPr/>
      <dgm:t>
        <a:bodyPr/>
        <a:lstStyle/>
        <a:p>
          <a:pPr algn="ctr"/>
          <a:endParaRPr lang="en-US"/>
        </a:p>
      </dgm:t>
    </dgm:pt>
    <dgm:pt modelId="{587303E1-757F-E441-9987-01B34FDE1F33}" type="pres">
      <dgm:prSet presAssocID="{846F8961-8587-2B41-B180-50CB70BB05F8}" presName="linear" presStyleCnt="0">
        <dgm:presLayoutVars>
          <dgm:animLvl val="lvl"/>
          <dgm:resizeHandles val="exact"/>
        </dgm:presLayoutVars>
      </dgm:prSet>
      <dgm:spPr/>
    </dgm:pt>
    <dgm:pt modelId="{F84461AB-87BF-BE44-9E99-037A0BA35CC1}" type="pres">
      <dgm:prSet presAssocID="{3CD13991-4926-6149-B07C-A24624F05578}" presName="parentText" presStyleLbl="node1" presStyleIdx="0" presStyleCnt="1" custScaleY="190130" custLinFactNeighborY="19717">
        <dgm:presLayoutVars>
          <dgm:chMax val="0"/>
          <dgm:bulletEnabled val="1"/>
        </dgm:presLayoutVars>
      </dgm:prSet>
      <dgm:spPr/>
    </dgm:pt>
  </dgm:ptLst>
  <dgm:cxnLst>
    <dgm:cxn modelId="{5A8BC112-B633-634A-87AD-EEE80355CCD7}" type="presOf" srcId="{3CD13991-4926-6149-B07C-A24624F05578}" destId="{F84461AB-87BF-BE44-9E99-037A0BA35CC1}" srcOrd="0" destOrd="0" presId="urn:microsoft.com/office/officeart/2005/8/layout/vList2"/>
    <dgm:cxn modelId="{7ACF272B-B032-AE4E-91A3-A9756C9D82B6}" type="presOf" srcId="{846F8961-8587-2B41-B180-50CB70BB05F8}" destId="{587303E1-757F-E441-9987-01B34FDE1F33}" srcOrd="0" destOrd="0" presId="urn:microsoft.com/office/officeart/2005/8/layout/vList2"/>
    <dgm:cxn modelId="{D4FE0FB3-19CC-E147-8695-A590A51356DB}" srcId="{846F8961-8587-2B41-B180-50CB70BB05F8}" destId="{3CD13991-4926-6149-B07C-A24624F05578}" srcOrd="0" destOrd="0" parTransId="{D07B7125-C87C-2248-8C80-6C8ACAC31A4C}" sibTransId="{B6884985-A5E8-5642-A646-AEB764D03299}"/>
    <dgm:cxn modelId="{DBB491BE-322F-634D-B88D-6D2A15060789}" type="presParOf" srcId="{587303E1-757F-E441-9987-01B34FDE1F33}" destId="{F84461AB-87BF-BE44-9E99-037A0BA35CC1}"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09A5D7-EA48-F84E-AE40-97932C9E7247}" type="doc">
      <dgm:prSet loTypeId="urn:microsoft.com/office/officeart/2005/8/layout/vList3" loCatId="list" qsTypeId="urn:microsoft.com/office/officeart/2005/8/quickstyle/3d4" qsCatId="3D" csTypeId="urn:microsoft.com/office/officeart/2005/8/colors/accent6_2" csCatId="accent6" phldr="1"/>
      <dgm:spPr/>
      <dgm:t>
        <a:bodyPr/>
        <a:lstStyle/>
        <a:p>
          <a:endParaRPr lang="en-US"/>
        </a:p>
      </dgm:t>
    </dgm:pt>
    <dgm:pt modelId="{A1B3542B-AAAF-C643-B1A7-E6F42764508F}">
      <dgm:prSet/>
      <dgm:spPr/>
      <dgm:t>
        <a:bodyPr/>
        <a:lstStyle/>
        <a:p>
          <a:r>
            <a:rPr lang="en-US"/>
            <a:t>Principle of Least Privilege</a:t>
          </a:r>
        </a:p>
      </dgm:t>
    </dgm:pt>
    <dgm:pt modelId="{277614BD-2E84-D742-8295-B0CE63098C38}" type="parTrans" cxnId="{2C0572A1-D9E5-7743-873E-A53861D2286A}">
      <dgm:prSet/>
      <dgm:spPr/>
      <dgm:t>
        <a:bodyPr/>
        <a:lstStyle/>
        <a:p>
          <a:endParaRPr lang="en-US"/>
        </a:p>
      </dgm:t>
    </dgm:pt>
    <dgm:pt modelId="{FBA23C48-806D-8342-9034-AF738D84507F}" type="sibTrans" cxnId="{2C0572A1-D9E5-7743-873E-A53861D2286A}">
      <dgm:prSet/>
      <dgm:spPr/>
      <dgm:t>
        <a:bodyPr/>
        <a:lstStyle/>
        <a:p>
          <a:endParaRPr lang="en-US"/>
        </a:p>
      </dgm:t>
    </dgm:pt>
    <dgm:pt modelId="{52EE703A-4B90-D843-B98F-1A1035140D17}">
      <dgm:prSet/>
      <dgm:spPr/>
      <dgm:t>
        <a:bodyPr/>
        <a:lstStyle/>
        <a:p>
          <a:r>
            <a:rPr lang="en-US" dirty="0"/>
            <a:t>Only grant access that a person or system needs</a:t>
          </a:r>
        </a:p>
      </dgm:t>
    </dgm:pt>
    <dgm:pt modelId="{D928AB85-2E97-A74F-817A-3B50B59AC57E}" type="parTrans" cxnId="{885F5E31-6C08-F54C-89FD-9C90130C88C4}">
      <dgm:prSet/>
      <dgm:spPr/>
      <dgm:t>
        <a:bodyPr/>
        <a:lstStyle/>
        <a:p>
          <a:endParaRPr lang="en-US"/>
        </a:p>
      </dgm:t>
    </dgm:pt>
    <dgm:pt modelId="{9AA556F6-2B98-E34C-8347-726E8DD7FC9E}" type="sibTrans" cxnId="{885F5E31-6C08-F54C-89FD-9C90130C88C4}">
      <dgm:prSet/>
      <dgm:spPr/>
      <dgm:t>
        <a:bodyPr/>
        <a:lstStyle/>
        <a:p>
          <a:endParaRPr lang="en-US"/>
        </a:p>
      </dgm:t>
    </dgm:pt>
    <dgm:pt modelId="{2B7AF6F6-053E-7846-BB81-6CF66B6BB4DD}">
      <dgm:prSet/>
      <dgm:spPr/>
      <dgm:t>
        <a:bodyPr/>
        <a:lstStyle/>
        <a:p>
          <a:r>
            <a:rPr lang="en-US"/>
            <a:t>Multi-Factor Authorization</a:t>
          </a:r>
        </a:p>
      </dgm:t>
    </dgm:pt>
    <dgm:pt modelId="{76C2C5C8-F779-E64C-8703-7D4DA550A5E3}" type="parTrans" cxnId="{5CC4C0DA-2A75-E841-8415-BB03C0DA4950}">
      <dgm:prSet/>
      <dgm:spPr/>
      <dgm:t>
        <a:bodyPr/>
        <a:lstStyle/>
        <a:p>
          <a:endParaRPr lang="en-US"/>
        </a:p>
      </dgm:t>
    </dgm:pt>
    <dgm:pt modelId="{87442E91-F586-534B-A171-4606B06329CC}" type="sibTrans" cxnId="{5CC4C0DA-2A75-E841-8415-BB03C0DA4950}">
      <dgm:prSet/>
      <dgm:spPr/>
      <dgm:t>
        <a:bodyPr/>
        <a:lstStyle/>
        <a:p>
          <a:endParaRPr lang="en-US"/>
        </a:p>
      </dgm:t>
    </dgm:pt>
    <dgm:pt modelId="{8EBEE681-D08F-8F47-B603-9D6495C8918E}">
      <dgm:prSet/>
      <dgm:spPr/>
      <dgm:t>
        <a:bodyPr/>
        <a:lstStyle/>
        <a:p>
          <a:r>
            <a:rPr lang="en-US"/>
            <a:t>Using MFA ensures that a person is who they say they are (Authentication)</a:t>
          </a:r>
        </a:p>
      </dgm:t>
    </dgm:pt>
    <dgm:pt modelId="{BBDCF32F-AD5E-5F46-B765-27CEF6F4CC9D}" type="parTrans" cxnId="{0D5F9A30-F96C-7D48-ADDF-26E22CC314AD}">
      <dgm:prSet/>
      <dgm:spPr/>
      <dgm:t>
        <a:bodyPr/>
        <a:lstStyle/>
        <a:p>
          <a:endParaRPr lang="en-US"/>
        </a:p>
      </dgm:t>
    </dgm:pt>
    <dgm:pt modelId="{A248677D-5EA1-FD48-9C1B-0329220F7F42}" type="sibTrans" cxnId="{0D5F9A30-F96C-7D48-ADDF-26E22CC314AD}">
      <dgm:prSet/>
      <dgm:spPr/>
      <dgm:t>
        <a:bodyPr/>
        <a:lstStyle/>
        <a:p>
          <a:endParaRPr lang="en-US"/>
        </a:p>
      </dgm:t>
    </dgm:pt>
    <dgm:pt modelId="{C649D830-E416-E940-8509-9E5106CFAA1F}">
      <dgm:prSet/>
      <dgm:spPr/>
      <dgm:t>
        <a:bodyPr/>
        <a:lstStyle/>
        <a:p>
          <a:r>
            <a:rPr lang="en-US" dirty="0"/>
            <a:t>Ensures the trust in that actions are traceable (Repudiation)</a:t>
          </a:r>
        </a:p>
      </dgm:t>
    </dgm:pt>
    <dgm:pt modelId="{41B42BF6-644B-9A46-B08C-05FA5710CA12}" type="parTrans" cxnId="{EF458F1A-C4D4-E747-BE5F-AC66FF594847}">
      <dgm:prSet/>
      <dgm:spPr/>
      <dgm:t>
        <a:bodyPr/>
        <a:lstStyle/>
        <a:p>
          <a:endParaRPr lang="en-US"/>
        </a:p>
      </dgm:t>
    </dgm:pt>
    <dgm:pt modelId="{3636804C-A581-444D-8DB5-1BBBEAA17C28}" type="sibTrans" cxnId="{EF458F1A-C4D4-E747-BE5F-AC66FF594847}">
      <dgm:prSet/>
      <dgm:spPr/>
      <dgm:t>
        <a:bodyPr/>
        <a:lstStyle/>
        <a:p>
          <a:endParaRPr lang="en-US"/>
        </a:p>
      </dgm:t>
    </dgm:pt>
    <dgm:pt modelId="{BEADE105-3B7E-4540-9F75-88EC31CD5BC7}">
      <dgm:prSet/>
      <dgm:spPr/>
      <dgm:t>
        <a:bodyPr/>
        <a:lstStyle/>
        <a:p>
          <a:r>
            <a:rPr lang="en-US"/>
            <a:t>Role-Based Access Control (RBAC)</a:t>
          </a:r>
        </a:p>
      </dgm:t>
    </dgm:pt>
    <dgm:pt modelId="{DDC86334-F47C-7F48-B768-7E4412866752}" type="parTrans" cxnId="{08FC7DAC-54A8-6E46-BDA4-B57B86F64661}">
      <dgm:prSet/>
      <dgm:spPr/>
      <dgm:t>
        <a:bodyPr/>
        <a:lstStyle/>
        <a:p>
          <a:endParaRPr lang="en-US"/>
        </a:p>
      </dgm:t>
    </dgm:pt>
    <dgm:pt modelId="{0EF99D1A-2F3A-4F43-949A-4BD1CE1083F1}" type="sibTrans" cxnId="{08FC7DAC-54A8-6E46-BDA4-B57B86F64661}">
      <dgm:prSet/>
      <dgm:spPr/>
      <dgm:t>
        <a:bodyPr/>
        <a:lstStyle/>
        <a:p>
          <a:endParaRPr lang="en-US"/>
        </a:p>
      </dgm:t>
    </dgm:pt>
    <dgm:pt modelId="{F90E9655-4279-4544-9645-CF4189A71CFF}">
      <dgm:prSet/>
      <dgm:spPr/>
      <dgm:t>
        <a:bodyPr/>
        <a:lstStyle/>
        <a:p>
          <a:r>
            <a:rPr lang="en-US" dirty="0"/>
            <a:t>Manage permissions at scale</a:t>
          </a:r>
        </a:p>
      </dgm:t>
    </dgm:pt>
    <dgm:pt modelId="{8E8F90A1-B8ED-5741-A22D-EEF31C818580}" type="parTrans" cxnId="{77DF57D4-491D-DF42-804F-BC8EA372A99A}">
      <dgm:prSet/>
      <dgm:spPr/>
      <dgm:t>
        <a:bodyPr/>
        <a:lstStyle/>
        <a:p>
          <a:endParaRPr lang="en-US"/>
        </a:p>
      </dgm:t>
    </dgm:pt>
    <dgm:pt modelId="{FDA07B30-A014-204A-A0A6-E987BBC0240F}" type="sibTrans" cxnId="{77DF57D4-491D-DF42-804F-BC8EA372A99A}">
      <dgm:prSet/>
      <dgm:spPr/>
      <dgm:t>
        <a:bodyPr/>
        <a:lstStyle/>
        <a:p>
          <a:endParaRPr lang="en-US"/>
        </a:p>
      </dgm:t>
    </dgm:pt>
    <dgm:pt modelId="{3B92C7C4-7E0D-A045-8172-C22E4CF02965}">
      <dgm:prSet/>
      <dgm:spPr/>
      <dgm:t>
        <a:bodyPr/>
        <a:lstStyle/>
        <a:p>
          <a:r>
            <a:rPr lang="en-US" dirty="0"/>
            <a:t>When there are too many people to manage permissions individually, using roles allows access by role.   </a:t>
          </a:r>
        </a:p>
      </dgm:t>
    </dgm:pt>
    <dgm:pt modelId="{2213D8C1-E240-7246-A187-6CB3E6AE15AD}" type="parTrans" cxnId="{F6F24B30-3D5D-B742-8CE6-EB545D2A1608}">
      <dgm:prSet/>
      <dgm:spPr/>
      <dgm:t>
        <a:bodyPr/>
        <a:lstStyle/>
        <a:p>
          <a:endParaRPr lang="en-US"/>
        </a:p>
      </dgm:t>
    </dgm:pt>
    <dgm:pt modelId="{9B033EE4-4B0B-6348-BF58-53749FACE19C}" type="sibTrans" cxnId="{F6F24B30-3D5D-B742-8CE6-EB545D2A1608}">
      <dgm:prSet/>
      <dgm:spPr/>
      <dgm:t>
        <a:bodyPr/>
        <a:lstStyle/>
        <a:p>
          <a:endParaRPr lang="en-US"/>
        </a:p>
      </dgm:t>
    </dgm:pt>
    <dgm:pt modelId="{86C44A7D-5562-0A48-A26B-D31D2D139802}">
      <dgm:prSet/>
      <dgm:spPr/>
      <dgm:t>
        <a:bodyPr/>
        <a:lstStyle/>
        <a:p>
          <a:r>
            <a:rPr lang="en-US" dirty="0"/>
            <a:t>Too much access can lead to unintended mistakes.</a:t>
          </a:r>
        </a:p>
      </dgm:t>
    </dgm:pt>
    <dgm:pt modelId="{D8B07E4D-E9B2-DD4A-A653-AB76A23877A2}" type="parTrans" cxnId="{7757D798-717E-854B-93D9-91777EBD2419}">
      <dgm:prSet/>
      <dgm:spPr/>
      <dgm:t>
        <a:bodyPr/>
        <a:lstStyle/>
        <a:p>
          <a:endParaRPr lang="en-US"/>
        </a:p>
      </dgm:t>
    </dgm:pt>
    <dgm:pt modelId="{5F167B92-C46B-C646-B26F-F9525463E8E4}" type="sibTrans" cxnId="{7757D798-717E-854B-93D9-91777EBD2419}">
      <dgm:prSet/>
      <dgm:spPr/>
      <dgm:t>
        <a:bodyPr/>
        <a:lstStyle/>
        <a:p>
          <a:endParaRPr lang="en-US"/>
        </a:p>
      </dgm:t>
    </dgm:pt>
    <dgm:pt modelId="{5B9E2DC2-A210-7645-9659-AFF51B94A63F}" type="pres">
      <dgm:prSet presAssocID="{2809A5D7-EA48-F84E-AE40-97932C9E7247}" presName="linearFlow" presStyleCnt="0">
        <dgm:presLayoutVars>
          <dgm:dir/>
          <dgm:resizeHandles val="exact"/>
        </dgm:presLayoutVars>
      </dgm:prSet>
      <dgm:spPr/>
    </dgm:pt>
    <dgm:pt modelId="{DE45C7F9-B940-0146-A2C8-46B3F6B7CE86}" type="pres">
      <dgm:prSet presAssocID="{A1B3542B-AAAF-C643-B1A7-E6F42764508F}" presName="composite" presStyleCnt="0"/>
      <dgm:spPr/>
    </dgm:pt>
    <dgm:pt modelId="{569E2B9D-8BE4-2947-9B68-CDBFE4DF7209}" type="pres">
      <dgm:prSet presAssocID="{A1B3542B-AAAF-C643-B1A7-E6F42764508F}" presName="imgShp" presStyleLbl="fgImgPlace1" presStyleIdx="0" presStyleCnt="3" custLinFactNeighborX="-50846" custLinFactNeighborY="0"/>
      <dgm:spPr>
        <a:blipFill dpi="0" rotWithShape="1">
          <a:blip xmlns:r="http://schemas.openxmlformats.org/officeDocument/2006/relationships">
            <a:extLst>
              <a:ext uri="{96DAC541-7B7A-43D3-8B79-37D633B846F1}">
                <asvg:svgBlip xmlns:asvg="http://schemas.microsoft.com/office/drawing/2016/SVG/main" r:embed="rId1"/>
              </a:ext>
            </a:extLst>
          </a:blip>
          <a:srcRect/>
          <a:stretch>
            <a:fillRect/>
          </a:stretch>
        </a:blipFill>
      </dgm:spPr>
    </dgm:pt>
    <dgm:pt modelId="{92826AAB-AEDA-CF4F-B2EE-9F26504A7826}" type="pres">
      <dgm:prSet presAssocID="{A1B3542B-AAAF-C643-B1A7-E6F42764508F}" presName="txShp" presStyleLbl="node1" presStyleIdx="0" presStyleCnt="3">
        <dgm:presLayoutVars>
          <dgm:bulletEnabled val="1"/>
        </dgm:presLayoutVars>
      </dgm:prSet>
      <dgm:spPr/>
    </dgm:pt>
    <dgm:pt modelId="{42B94550-08F7-8349-902C-9B0C9D38448D}" type="pres">
      <dgm:prSet presAssocID="{FBA23C48-806D-8342-9034-AF738D84507F}" presName="spacing" presStyleCnt="0"/>
      <dgm:spPr/>
    </dgm:pt>
    <dgm:pt modelId="{D4392035-10C0-F44C-A514-F0E13B27BACF}" type="pres">
      <dgm:prSet presAssocID="{2B7AF6F6-053E-7846-BB81-6CF66B6BB4DD}" presName="composite" presStyleCnt="0"/>
      <dgm:spPr/>
    </dgm:pt>
    <dgm:pt modelId="{3BC50A13-1DBD-7D48-8902-FE50982819D8}" type="pres">
      <dgm:prSet presAssocID="{2B7AF6F6-053E-7846-BB81-6CF66B6BB4DD}" presName="imgShp" presStyleLbl="fgImgPlace1" presStyleIdx="1" presStyleCnt="3" custLinFactNeighborX="-49808" custLinFactNeighborY="-207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Traffic light with solid fill"/>
        </a:ext>
      </dgm:extLst>
    </dgm:pt>
    <dgm:pt modelId="{5FB25115-B84E-F44C-A6AF-39CF93CFB27C}" type="pres">
      <dgm:prSet presAssocID="{2B7AF6F6-053E-7846-BB81-6CF66B6BB4DD}" presName="txShp" presStyleLbl="node1" presStyleIdx="1" presStyleCnt="3">
        <dgm:presLayoutVars>
          <dgm:bulletEnabled val="1"/>
        </dgm:presLayoutVars>
      </dgm:prSet>
      <dgm:spPr/>
    </dgm:pt>
    <dgm:pt modelId="{0375F7D5-1909-C542-BB61-B093F16FAD71}" type="pres">
      <dgm:prSet presAssocID="{87442E91-F586-534B-A171-4606B06329CC}" presName="spacing" presStyleCnt="0"/>
      <dgm:spPr/>
    </dgm:pt>
    <dgm:pt modelId="{1FB111EA-E4F2-8A47-A324-F6D1C8A04D84}" type="pres">
      <dgm:prSet presAssocID="{BEADE105-3B7E-4540-9F75-88EC31CD5BC7}" presName="composite" presStyleCnt="0"/>
      <dgm:spPr/>
    </dgm:pt>
    <dgm:pt modelId="{AB74062F-4E0B-B644-A2BE-9941B33919BA}" type="pres">
      <dgm:prSet presAssocID="{BEADE105-3B7E-4540-9F75-88EC31CD5BC7}" presName="imgShp" presStyleLbl="fgImgPlace1" presStyleIdx="2" presStyleCnt="3" custLinFactNeighborX="-48770" custLinFactNeighborY="18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Hierarchy with solid fill"/>
        </a:ext>
      </dgm:extLst>
    </dgm:pt>
    <dgm:pt modelId="{100F2889-C9D4-8744-AE3A-9A1B4AA7419F}" type="pres">
      <dgm:prSet presAssocID="{BEADE105-3B7E-4540-9F75-88EC31CD5BC7}" presName="txShp" presStyleLbl="node1" presStyleIdx="2" presStyleCnt="3">
        <dgm:presLayoutVars>
          <dgm:bulletEnabled val="1"/>
        </dgm:presLayoutVars>
      </dgm:prSet>
      <dgm:spPr/>
    </dgm:pt>
  </dgm:ptLst>
  <dgm:cxnLst>
    <dgm:cxn modelId="{EF458F1A-C4D4-E747-BE5F-AC66FF594847}" srcId="{2B7AF6F6-053E-7846-BB81-6CF66B6BB4DD}" destId="{C649D830-E416-E940-8509-9E5106CFAA1F}" srcOrd="1" destOrd="0" parTransId="{41B42BF6-644B-9A46-B08C-05FA5710CA12}" sibTransId="{3636804C-A581-444D-8DB5-1BBBEAA17C28}"/>
    <dgm:cxn modelId="{F6F24B30-3D5D-B742-8CE6-EB545D2A1608}" srcId="{BEADE105-3B7E-4540-9F75-88EC31CD5BC7}" destId="{3B92C7C4-7E0D-A045-8172-C22E4CF02965}" srcOrd="1" destOrd="0" parTransId="{2213D8C1-E240-7246-A187-6CB3E6AE15AD}" sibTransId="{9B033EE4-4B0B-6348-BF58-53749FACE19C}"/>
    <dgm:cxn modelId="{0D5F9A30-F96C-7D48-ADDF-26E22CC314AD}" srcId="{2B7AF6F6-053E-7846-BB81-6CF66B6BB4DD}" destId="{8EBEE681-D08F-8F47-B603-9D6495C8918E}" srcOrd="0" destOrd="0" parTransId="{BBDCF32F-AD5E-5F46-B765-27CEF6F4CC9D}" sibTransId="{A248677D-5EA1-FD48-9C1B-0329220F7F42}"/>
    <dgm:cxn modelId="{885F5E31-6C08-F54C-89FD-9C90130C88C4}" srcId="{A1B3542B-AAAF-C643-B1A7-E6F42764508F}" destId="{52EE703A-4B90-D843-B98F-1A1035140D17}" srcOrd="0" destOrd="0" parTransId="{D928AB85-2E97-A74F-817A-3B50B59AC57E}" sibTransId="{9AA556F6-2B98-E34C-8347-726E8DD7FC9E}"/>
    <dgm:cxn modelId="{76B8B53D-A32A-8344-A4E2-377BCC14C58F}" type="presOf" srcId="{3B92C7C4-7E0D-A045-8172-C22E4CF02965}" destId="{100F2889-C9D4-8744-AE3A-9A1B4AA7419F}" srcOrd="0" destOrd="2" presId="urn:microsoft.com/office/officeart/2005/8/layout/vList3"/>
    <dgm:cxn modelId="{3EC47D5B-5975-4C40-A782-F573C0BC31BA}" type="presOf" srcId="{BEADE105-3B7E-4540-9F75-88EC31CD5BC7}" destId="{100F2889-C9D4-8744-AE3A-9A1B4AA7419F}" srcOrd="0" destOrd="0" presId="urn:microsoft.com/office/officeart/2005/8/layout/vList3"/>
    <dgm:cxn modelId="{9C292564-FCBD-BD42-B99E-B28032C60EB0}" type="presOf" srcId="{86C44A7D-5562-0A48-A26B-D31D2D139802}" destId="{92826AAB-AEDA-CF4F-B2EE-9F26504A7826}" srcOrd="0" destOrd="2" presId="urn:microsoft.com/office/officeart/2005/8/layout/vList3"/>
    <dgm:cxn modelId="{41CEA16E-D47C-6642-BA57-FE0CB0DF33E7}" type="presOf" srcId="{8EBEE681-D08F-8F47-B603-9D6495C8918E}" destId="{5FB25115-B84E-F44C-A6AF-39CF93CFB27C}" srcOrd="0" destOrd="1" presId="urn:microsoft.com/office/officeart/2005/8/layout/vList3"/>
    <dgm:cxn modelId="{9F973F75-1ACD-0446-8713-D8F88A020652}" type="presOf" srcId="{F90E9655-4279-4544-9645-CF4189A71CFF}" destId="{100F2889-C9D4-8744-AE3A-9A1B4AA7419F}" srcOrd="0" destOrd="1" presId="urn:microsoft.com/office/officeart/2005/8/layout/vList3"/>
    <dgm:cxn modelId="{484A3C84-A116-AF43-80BD-F60C35981FE2}" type="presOf" srcId="{2809A5D7-EA48-F84E-AE40-97932C9E7247}" destId="{5B9E2DC2-A210-7645-9659-AFF51B94A63F}" srcOrd="0" destOrd="0" presId="urn:microsoft.com/office/officeart/2005/8/layout/vList3"/>
    <dgm:cxn modelId="{7757D798-717E-854B-93D9-91777EBD2419}" srcId="{A1B3542B-AAAF-C643-B1A7-E6F42764508F}" destId="{86C44A7D-5562-0A48-A26B-D31D2D139802}" srcOrd="1" destOrd="0" parTransId="{D8B07E4D-E9B2-DD4A-A653-AB76A23877A2}" sibTransId="{5F167B92-C46B-C646-B26F-F9525463E8E4}"/>
    <dgm:cxn modelId="{2C0572A1-D9E5-7743-873E-A53861D2286A}" srcId="{2809A5D7-EA48-F84E-AE40-97932C9E7247}" destId="{A1B3542B-AAAF-C643-B1A7-E6F42764508F}" srcOrd="0" destOrd="0" parTransId="{277614BD-2E84-D742-8295-B0CE63098C38}" sibTransId="{FBA23C48-806D-8342-9034-AF738D84507F}"/>
    <dgm:cxn modelId="{529E99A9-967B-C743-9563-BA21FC5DE64F}" type="presOf" srcId="{52EE703A-4B90-D843-B98F-1A1035140D17}" destId="{92826AAB-AEDA-CF4F-B2EE-9F26504A7826}" srcOrd="0" destOrd="1" presId="urn:microsoft.com/office/officeart/2005/8/layout/vList3"/>
    <dgm:cxn modelId="{08FC7DAC-54A8-6E46-BDA4-B57B86F64661}" srcId="{2809A5D7-EA48-F84E-AE40-97932C9E7247}" destId="{BEADE105-3B7E-4540-9F75-88EC31CD5BC7}" srcOrd="2" destOrd="0" parTransId="{DDC86334-F47C-7F48-B768-7E4412866752}" sibTransId="{0EF99D1A-2F3A-4F43-949A-4BD1CE1083F1}"/>
    <dgm:cxn modelId="{44CAD6B1-64CC-A943-A84B-7737E5F29F40}" type="presOf" srcId="{C649D830-E416-E940-8509-9E5106CFAA1F}" destId="{5FB25115-B84E-F44C-A6AF-39CF93CFB27C}" srcOrd="0" destOrd="2" presId="urn:microsoft.com/office/officeart/2005/8/layout/vList3"/>
    <dgm:cxn modelId="{35EAECBC-B792-2A49-8E4C-7C60B8A5099F}" type="presOf" srcId="{2B7AF6F6-053E-7846-BB81-6CF66B6BB4DD}" destId="{5FB25115-B84E-F44C-A6AF-39CF93CFB27C}" srcOrd="0" destOrd="0" presId="urn:microsoft.com/office/officeart/2005/8/layout/vList3"/>
    <dgm:cxn modelId="{77DF57D4-491D-DF42-804F-BC8EA372A99A}" srcId="{BEADE105-3B7E-4540-9F75-88EC31CD5BC7}" destId="{F90E9655-4279-4544-9645-CF4189A71CFF}" srcOrd="0" destOrd="0" parTransId="{8E8F90A1-B8ED-5741-A22D-EEF31C818580}" sibTransId="{FDA07B30-A014-204A-A0A6-E987BBC0240F}"/>
    <dgm:cxn modelId="{5CC4C0DA-2A75-E841-8415-BB03C0DA4950}" srcId="{2809A5D7-EA48-F84E-AE40-97932C9E7247}" destId="{2B7AF6F6-053E-7846-BB81-6CF66B6BB4DD}" srcOrd="1" destOrd="0" parTransId="{76C2C5C8-F779-E64C-8703-7D4DA550A5E3}" sibTransId="{87442E91-F586-534B-A171-4606B06329CC}"/>
    <dgm:cxn modelId="{A62A45E5-5CB8-CD45-8C50-8E2F37155161}" type="presOf" srcId="{A1B3542B-AAAF-C643-B1A7-E6F42764508F}" destId="{92826AAB-AEDA-CF4F-B2EE-9F26504A7826}" srcOrd="0" destOrd="0" presId="urn:microsoft.com/office/officeart/2005/8/layout/vList3"/>
    <dgm:cxn modelId="{F89FA0CF-C190-C04D-937E-D0C2EAF215EF}" type="presParOf" srcId="{5B9E2DC2-A210-7645-9659-AFF51B94A63F}" destId="{DE45C7F9-B940-0146-A2C8-46B3F6B7CE86}" srcOrd="0" destOrd="0" presId="urn:microsoft.com/office/officeart/2005/8/layout/vList3"/>
    <dgm:cxn modelId="{72DA7EC2-8D98-0E47-8960-CCDE97D92243}" type="presParOf" srcId="{DE45C7F9-B940-0146-A2C8-46B3F6B7CE86}" destId="{569E2B9D-8BE4-2947-9B68-CDBFE4DF7209}" srcOrd="0" destOrd="0" presId="urn:microsoft.com/office/officeart/2005/8/layout/vList3"/>
    <dgm:cxn modelId="{65364D8A-28A3-9843-863D-49FEB2897BED}" type="presParOf" srcId="{DE45C7F9-B940-0146-A2C8-46B3F6B7CE86}" destId="{92826AAB-AEDA-CF4F-B2EE-9F26504A7826}" srcOrd="1" destOrd="0" presId="urn:microsoft.com/office/officeart/2005/8/layout/vList3"/>
    <dgm:cxn modelId="{7C56E357-B782-0B40-8D1F-A386B641CF1B}" type="presParOf" srcId="{5B9E2DC2-A210-7645-9659-AFF51B94A63F}" destId="{42B94550-08F7-8349-902C-9B0C9D38448D}" srcOrd="1" destOrd="0" presId="urn:microsoft.com/office/officeart/2005/8/layout/vList3"/>
    <dgm:cxn modelId="{71938B02-D051-944C-A53A-87D079974E2E}" type="presParOf" srcId="{5B9E2DC2-A210-7645-9659-AFF51B94A63F}" destId="{D4392035-10C0-F44C-A514-F0E13B27BACF}" srcOrd="2" destOrd="0" presId="urn:microsoft.com/office/officeart/2005/8/layout/vList3"/>
    <dgm:cxn modelId="{23C99540-438C-064A-A49B-4F67EA104DE5}" type="presParOf" srcId="{D4392035-10C0-F44C-A514-F0E13B27BACF}" destId="{3BC50A13-1DBD-7D48-8902-FE50982819D8}" srcOrd="0" destOrd="0" presId="urn:microsoft.com/office/officeart/2005/8/layout/vList3"/>
    <dgm:cxn modelId="{C1865D83-0A92-E54C-9E8E-B104BC15C3DA}" type="presParOf" srcId="{D4392035-10C0-F44C-A514-F0E13B27BACF}" destId="{5FB25115-B84E-F44C-A6AF-39CF93CFB27C}" srcOrd="1" destOrd="0" presId="urn:microsoft.com/office/officeart/2005/8/layout/vList3"/>
    <dgm:cxn modelId="{0ED32100-1F1A-864C-B329-57FC567F2A49}" type="presParOf" srcId="{5B9E2DC2-A210-7645-9659-AFF51B94A63F}" destId="{0375F7D5-1909-C542-BB61-B093F16FAD71}" srcOrd="3" destOrd="0" presId="urn:microsoft.com/office/officeart/2005/8/layout/vList3"/>
    <dgm:cxn modelId="{93F11C05-62AD-854D-AFC9-58AF91D5BCD1}" type="presParOf" srcId="{5B9E2DC2-A210-7645-9659-AFF51B94A63F}" destId="{1FB111EA-E4F2-8A47-A324-F6D1C8A04D84}" srcOrd="4" destOrd="0" presId="urn:microsoft.com/office/officeart/2005/8/layout/vList3"/>
    <dgm:cxn modelId="{DFFEAFE7-5020-C043-A36A-E6CD60B5A746}" type="presParOf" srcId="{1FB111EA-E4F2-8A47-A324-F6D1C8A04D84}" destId="{AB74062F-4E0B-B644-A2BE-9941B33919BA}" srcOrd="0" destOrd="0" presId="urn:microsoft.com/office/officeart/2005/8/layout/vList3"/>
    <dgm:cxn modelId="{6669DE47-C0FC-0348-BE40-E3CAC057D8F9}" type="presParOf" srcId="{1FB111EA-E4F2-8A47-A324-F6D1C8A04D84}" destId="{100F2889-C9D4-8744-AE3A-9A1B4AA7419F}" srcOrd="1" destOrd="0" presId="urn:microsoft.com/office/officeart/2005/8/layout/v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46F8961-8587-2B41-B180-50CB70BB05F8}"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3CD13991-4926-6149-B07C-A24624F05578}">
      <dgm:prSet custT="1"/>
      <dgm:spPr/>
      <dgm:t>
        <a:bodyPr/>
        <a:lstStyle/>
        <a:p>
          <a:pPr algn="ctr">
            <a:lnSpc>
              <a:spcPct val="100000"/>
            </a:lnSpc>
            <a:spcAft>
              <a:spcPts val="0"/>
            </a:spcAft>
          </a:pPr>
          <a:r>
            <a:rPr lang="en-US" sz="4800" dirty="0">
              <a:solidFill>
                <a:schemeClr val="accent6">
                  <a:lumMod val="50000"/>
                </a:schemeClr>
              </a:solidFill>
              <a:latin typeface="Herculanum" panose="02000505000000020004" pitchFamily="2" charset="77"/>
            </a:rPr>
            <a:t>Branch</a:t>
          </a:r>
          <a:r>
            <a:rPr lang="en-US" sz="4800" baseline="0" dirty="0">
              <a:solidFill>
                <a:schemeClr val="accent6">
                  <a:lumMod val="50000"/>
                </a:schemeClr>
              </a:solidFill>
              <a:latin typeface="Herculanum" panose="02000505000000020004" pitchFamily="2" charset="77"/>
            </a:rPr>
            <a:t> Protection </a:t>
          </a:r>
        </a:p>
        <a:p>
          <a:pPr algn="ctr">
            <a:lnSpc>
              <a:spcPct val="100000"/>
            </a:lnSpc>
            <a:spcAft>
              <a:spcPts val="0"/>
            </a:spcAft>
          </a:pPr>
          <a:r>
            <a:rPr lang="en-US" sz="4800" baseline="0" dirty="0">
              <a:solidFill>
                <a:schemeClr val="accent6">
                  <a:lumMod val="50000"/>
                </a:schemeClr>
              </a:solidFill>
              <a:latin typeface="Herculanum" panose="02000505000000020004" pitchFamily="2" charset="77"/>
            </a:rPr>
            <a:t>&amp;Code Review</a:t>
          </a:r>
          <a:endParaRPr lang="en-US" sz="4800" dirty="0">
            <a:solidFill>
              <a:schemeClr val="accent6">
                <a:lumMod val="50000"/>
              </a:schemeClr>
            </a:solidFill>
            <a:latin typeface="Herculanum" panose="02000505000000020004" pitchFamily="2" charset="77"/>
          </a:endParaRPr>
        </a:p>
      </dgm:t>
    </dgm:pt>
    <dgm:pt modelId="{D07B7125-C87C-2248-8C80-6C8ACAC31A4C}" type="parTrans" cxnId="{D4FE0FB3-19CC-E147-8695-A590A51356DB}">
      <dgm:prSet/>
      <dgm:spPr/>
      <dgm:t>
        <a:bodyPr/>
        <a:lstStyle/>
        <a:p>
          <a:pPr algn="ctr"/>
          <a:endParaRPr lang="en-US"/>
        </a:p>
      </dgm:t>
    </dgm:pt>
    <dgm:pt modelId="{B6884985-A5E8-5642-A646-AEB764D03299}" type="sibTrans" cxnId="{D4FE0FB3-19CC-E147-8695-A590A51356DB}">
      <dgm:prSet/>
      <dgm:spPr/>
      <dgm:t>
        <a:bodyPr/>
        <a:lstStyle/>
        <a:p>
          <a:pPr algn="ctr"/>
          <a:endParaRPr lang="en-US"/>
        </a:p>
      </dgm:t>
    </dgm:pt>
    <dgm:pt modelId="{587303E1-757F-E441-9987-01B34FDE1F33}" type="pres">
      <dgm:prSet presAssocID="{846F8961-8587-2B41-B180-50CB70BB05F8}" presName="linear" presStyleCnt="0">
        <dgm:presLayoutVars>
          <dgm:animLvl val="lvl"/>
          <dgm:resizeHandles val="exact"/>
        </dgm:presLayoutVars>
      </dgm:prSet>
      <dgm:spPr/>
    </dgm:pt>
    <dgm:pt modelId="{F84461AB-87BF-BE44-9E99-037A0BA35CC1}" type="pres">
      <dgm:prSet presAssocID="{3CD13991-4926-6149-B07C-A24624F05578}" presName="parentText" presStyleLbl="node1" presStyleIdx="0" presStyleCnt="1" custScaleY="119253" custLinFactY="81265" custLinFactNeighborX="553" custLinFactNeighborY="100000">
        <dgm:presLayoutVars>
          <dgm:chMax val="0"/>
          <dgm:bulletEnabled val="1"/>
        </dgm:presLayoutVars>
      </dgm:prSet>
      <dgm:spPr/>
    </dgm:pt>
  </dgm:ptLst>
  <dgm:cxnLst>
    <dgm:cxn modelId="{5A8BC112-B633-634A-87AD-EEE80355CCD7}" type="presOf" srcId="{3CD13991-4926-6149-B07C-A24624F05578}" destId="{F84461AB-87BF-BE44-9E99-037A0BA35CC1}" srcOrd="0" destOrd="0" presId="urn:microsoft.com/office/officeart/2005/8/layout/vList2"/>
    <dgm:cxn modelId="{7ACF272B-B032-AE4E-91A3-A9756C9D82B6}" type="presOf" srcId="{846F8961-8587-2B41-B180-50CB70BB05F8}" destId="{587303E1-757F-E441-9987-01B34FDE1F33}" srcOrd="0" destOrd="0" presId="urn:microsoft.com/office/officeart/2005/8/layout/vList2"/>
    <dgm:cxn modelId="{D4FE0FB3-19CC-E147-8695-A590A51356DB}" srcId="{846F8961-8587-2B41-B180-50CB70BB05F8}" destId="{3CD13991-4926-6149-B07C-A24624F05578}" srcOrd="0" destOrd="0" parTransId="{D07B7125-C87C-2248-8C80-6C8ACAC31A4C}" sibTransId="{B6884985-A5E8-5642-A646-AEB764D03299}"/>
    <dgm:cxn modelId="{DBB491BE-322F-634D-B88D-6D2A15060789}" type="presParOf" srcId="{587303E1-757F-E441-9987-01B34FDE1F33}" destId="{F84461AB-87BF-BE44-9E99-037A0BA35CC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C2E642C-D55C-9646-8552-23B90E60C5BE}" type="doc">
      <dgm:prSet loTypeId="urn:microsoft.com/office/officeart/2005/8/layout/vList2" loCatId="list" qsTypeId="urn:microsoft.com/office/officeart/2005/8/quickstyle/3d4" qsCatId="3D" csTypeId="urn:microsoft.com/office/officeart/2005/8/colors/accent6_2" csCatId="accent6"/>
      <dgm:spPr/>
      <dgm:t>
        <a:bodyPr/>
        <a:lstStyle/>
        <a:p>
          <a:endParaRPr lang="en-US"/>
        </a:p>
      </dgm:t>
    </dgm:pt>
    <dgm:pt modelId="{B6AB49AB-91D7-504E-B478-00A8E0B99A4F}">
      <dgm:prSet/>
      <dgm:spPr/>
      <dgm:t>
        <a:bodyPr/>
        <a:lstStyle/>
        <a:p>
          <a:r>
            <a:rPr lang="en-US"/>
            <a:t>Require pull request review before merging</a:t>
          </a:r>
        </a:p>
      </dgm:t>
    </dgm:pt>
    <dgm:pt modelId="{7CBC0C14-FEAC-F947-8BE2-E72AD7DF0AD6}" type="parTrans" cxnId="{ADD19FDD-CE51-0D47-93C1-FCC460B30E97}">
      <dgm:prSet/>
      <dgm:spPr/>
      <dgm:t>
        <a:bodyPr/>
        <a:lstStyle/>
        <a:p>
          <a:endParaRPr lang="en-US"/>
        </a:p>
      </dgm:t>
    </dgm:pt>
    <dgm:pt modelId="{292D8BC4-C754-1246-A784-B461332DD0A8}" type="sibTrans" cxnId="{ADD19FDD-CE51-0D47-93C1-FCC460B30E97}">
      <dgm:prSet/>
      <dgm:spPr/>
      <dgm:t>
        <a:bodyPr/>
        <a:lstStyle/>
        <a:p>
          <a:endParaRPr lang="en-US"/>
        </a:p>
      </dgm:t>
    </dgm:pt>
    <dgm:pt modelId="{29530683-1C50-074F-9049-F23FDF5679C7}">
      <dgm:prSet/>
      <dgm:spPr/>
      <dgm:t>
        <a:bodyPr/>
        <a:lstStyle/>
        <a:p>
          <a:r>
            <a:rPr lang="en-US"/>
            <a:t>Never merge a pull request without reviewing it first</a:t>
          </a:r>
        </a:p>
      </dgm:t>
    </dgm:pt>
    <dgm:pt modelId="{47019F5B-8C44-C74F-B8C3-AAC8CA5A0562}" type="parTrans" cxnId="{6E2FE52E-1E9E-024B-A15A-E7AA56E477C6}">
      <dgm:prSet/>
      <dgm:spPr/>
      <dgm:t>
        <a:bodyPr/>
        <a:lstStyle/>
        <a:p>
          <a:endParaRPr lang="en-US"/>
        </a:p>
      </dgm:t>
    </dgm:pt>
    <dgm:pt modelId="{5D0DD4B9-4B2A-2A4F-B0B3-8B10E8AB2146}" type="sibTrans" cxnId="{6E2FE52E-1E9E-024B-A15A-E7AA56E477C6}">
      <dgm:prSet/>
      <dgm:spPr/>
      <dgm:t>
        <a:bodyPr/>
        <a:lstStyle/>
        <a:p>
          <a:endParaRPr lang="en-US"/>
        </a:p>
      </dgm:t>
    </dgm:pt>
    <dgm:pt modelId="{DDC49063-05DD-B34C-9A27-9B53CCD6FAE8}">
      <dgm:prSet/>
      <dgm:spPr/>
      <dgm:t>
        <a:bodyPr/>
        <a:lstStyle/>
        <a:p>
          <a:r>
            <a:rPr lang="en-US"/>
            <a:t>A developer could make a mistake in coding or what they commit to the release branch (like Netflix committing their CLAUDE.md document)</a:t>
          </a:r>
        </a:p>
      </dgm:t>
    </dgm:pt>
    <dgm:pt modelId="{AE4CC978-09E3-B046-B188-78B327C1E2CE}" type="parTrans" cxnId="{89EDCDBE-921A-8048-9002-9F2A12F2CFE7}">
      <dgm:prSet/>
      <dgm:spPr/>
      <dgm:t>
        <a:bodyPr/>
        <a:lstStyle/>
        <a:p>
          <a:endParaRPr lang="en-US"/>
        </a:p>
      </dgm:t>
    </dgm:pt>
    <dgm:pt modelId="{93D2FDB6-499F-674A-BD97-67743902973E}" type="sibTrans" cxnId="{89EDCDBE-921A-8048-9002-9F2A12F2CFE7}">
      <dgm:prSet/>
      <dgm:spPr/>
      <dgm:t>
        <a:bodyPr/>
        <a:lstStyle/>
        <a:p>
          <a:endParaRPr lang="en-US"/>
        </a:p>
      </dgm:t>
    </dgm:pt>
    <dgm:pt modelId="{E5E92D7F-D7BC-384D-9D3A-E19598A89E95}">
      <dgm:prSet/>
      <dgm:spPr/>
      <dgm:t>
        <a:bodyPr/>
        <a:lstStyle/>
        <a:p>
          <a:r>
            <a:rPr lang="en-US"/>
            <a:t>Block direct commits to main/release branches</a:t>
          </a:r>
        </a:p>
      </dgm:t>
    </dgm:pt>
    <dgm:pt modelId="{3AFDF9F6-92C1-E144-AD77-6F51A53C2724}" type="parTrans" cxnId="{089A0250-150E-1745-9518-2BE57D3CD922}">
      <dgm:prSet/>
      <dgm:spPr/>
      <dgm:t>
        <a:bodyPr/>
        <a:lstStyle/>
        <a:p>
          <a:endParaRPr lang="en-US"/>
        </a:p>
      </dgm:t>
    </dgm:pt>
    <dgm:pt modelId="{6982E826-D58F-1142-A01C-915BF4A0313C}" type="sibTrans" cxnId="{089A0250-150E-1745-9518-2BE57D3CD922}">
      <dgm:prSet/>
      <dgm:spPr/>
      <dgm:t>
        <a:bodyPr/>
        <a:lstStyle/>
        <a:p>
          <a:endParaRPr lang="en-US"/>
        </a:p>
      </dgm:t>
    </dgm:pt>
    <dgm:pt modelId="{DDFF3833-2641-EC4C-9987-46875CCA2A45}">
      <dgm:prSet/>
      <dgm:spPr/>
      <dgm:t>
        <a:bodyPr/>
        <a:lstStyle/>
        <a:p>
          <a:r>
            <a:rPr lang="en-US"/>
            <a:t>Developers should never commit directly to main/release.</a:t>
          </a:r>
        </a:p>
      </dgm:t>
    </dgm:pt>
    <dgm:pt modelId="{B6B68AEE-B3A0-7C4A-ABDF-A6A8A328668E}" type="parTrans" cxnId="{ADF1CF8A-70F2-544A-ACBD-793F9AF901BE}">
      <dgm:prSet/>
      <dgm:spPr/>
      <dgm:t>
        <a:bodyPr/>
        <a:lstStyle/>
        <a:p>
          <a:endParaRPr lang="en-US"/>
        </a:p>
      </dgm:t>
    </dgm:pt>
    <dgm:pt modelId="{BE472FB6-49D2-7D42-9914-AE8B6118C2A0}" type="sibTrans" cxnId="{ADF1CF8A-70F2-544A-ACBD-793F9AF901BE}">
      <dgm:prSet/>
      <dgm:spPr/>
      <dgm:t>
        <a:bodyPr/>
        <a:lstStyle/>
        <a:p>
          <a:endParaRPr lang="en-US"/>
        </a:p>
      </dgm:t>
    </dgm:pt>
    <dgm:pt modelId="{B29EAABF-46AE-6748-8453-91BA109F7033}">
      <dgm:prSet/>
      <dgm:spPr/>
      <dgm:t>
        <a:bodyPr/>
        <a:lstStyle/>
        <a:p>
          <a:r>
            <a:rPr lang="en-US"/>
            <a:t>This ensures the ability to review commits before they become live.</a:t>
          </a:r>
        </a:p>
      </dgm:t>
    </dgm:pt>
    <dgm:pt modelId="{1C6AB156-5847-AE45-B02D-12DE9D2713DC}" type="parTrans" cxnId="{3CC738DC-38A1-C14F-B7C2-46AAD35FA66E}">
      <dgm:prSet/>
      <dgm:spPr/>
      <dgm:t>
        <a:bodyPr/>
        <a:lstStyle/>
        <a:p>
          <a:endParaRPr lang="en-US"/>
        </a:p>
      </dgm:t>
    </dgm:pt>
    <dgm:pt modelId="{606C62F7-8C4D-D94D-9C55-8F2525B2DCBC}" type="sibTrans" cxnId="{3CC738DC-38A1-C14F-B7C2-46AAD35FA66E}">
      <dgm:prSet/>
      <dgm:spPr/>
      <dgm:t>
        <a:bodyPr/>
        <a:lstStyle/>
        <a:p>
          <a:endParaRPr lang="en-US"/>
        </a:p>
      </dgm:t>
    </dgm:pt>
    <dgm:pt modelId="{349634F1-62C6-1845-90B6-7297BC6E9EDA}">
      <dgm:prSet/>
      <dgm:spPr/>
      <dgm:t>
        <a:bodyPr/>
        <a:lstStyle/>
        <a:p>
          <a:r>
            <a:rPr lang="en-US"/>
            <a:t>Require status checks</a:t>
          </a:r>
        </a:p>
      </dgm:t>
    </dgm:pt>
    <dgm:pt modelId="{5886BAC8-2223-2B4E-A107-78398CF6B2D7}" type="parTrans" cxnId="{E1E08658-97BB-DC40-B5A7-3E5D7055FF1C}">
      <dgm:prSet/>
      <dgm:spPr/>
      <dgm:t>
        <a:bodyPr/>
        <a:lstStyle/>
        <a:p>
          <a:endParaRPr lang="en-US"/>
        </a:p>
      </dgm:t>
    </dgm:pt>
    <dgm:pt modelId="{B25857EC-8A60-1746-9420-6C770C354DAE}" type="sibTrans" cxnId="{E1E08658-97BB-DC40-B5A7-3E5D7055FF1C}">
      <dgm:prSet/>
      <dgm:spPr/>
      <dgm:t>
        <a:bodyPr/>
        <a:lstStyle/>
        <a:p>
          <a:endParaRPr lang="en-US"/>
        </a:p>
      </dgm:t>
    </dgm:pt>
    <dgm:pt modelId="{5DE3D0F7-1612-CD4B-AB64-9AEA1E55552F}">
      <dgm:prSet/>
      <dgm:spPr/>
      <dgm:t>
        <a:bodyPr/>
        <a:lstStyle/>
        <a:p>
          <a:r>
            <a:rPr lang="en-US"/>
            <a:t>Automatic (or manual) tests, scans, and linters.</a:t>
          </a:r>
        </a:p>
      </dgm:t>
    </dgm:pt>
    <dgm:pt modelId="{46F80C9D-ACE7-044A-9DBD-691E03B65F73}" type="parTrans" cxnId="{CC40372E-09FF-C640-8F24-EFFA87E50DFE}">
      <dgm:prSet/>
      <dgm:spPr/>
      <dgm:t>
        <a:bodyPr/>
        <a:lstStyle/>
        <a:p>
          <a:endParaRPr lang="en-US"/>
        </a:p>
      </dgm:t>
    </dgm:pt>
    <dgm:pt modelId="{15D45765-CE12-5045-8DA4-A94EAB984EEF}" type="sibTrans" cxnId="{CC40372E-09FF-C640-8F24-EFFA87E50DFE}">
      <dgm:prSet/>
      <dgm:spPr/>
      <dgm:t>
        <a:bodyPr/>
        <a:lstStyle/>
        <a:p>
          <a:endParaRPr lang="en-US"/>
        </a:p>
      </dgm:t>
    </dgm:pt>
    <dgm:pt modelId="{9FEB8EF1-9DDC-6846-B9D0-F3D67D92C131}">
      <dgm:prSet/>
      <dgm:spPr/>
      <dgm:t>
        <a:bodyPr/>
        <a:lstStyle/>
        <a:p>
          <a:r>
            <a:rPr lang="en-US"/>
            <a:t>These </a:t>
          </a:r>
          <a:r>
            <a:rPr lang="en-US" u="sng"/>
            <a:t>must</a:t>
          </a:r>
          <a:r>
            <a:rPr lang="en-US"/>
            <a:t> pass before a merge can be done.</a:t>
          </a:r>
        </a:p>
      </dgm:t>
    </dgm:pt>
    <dgm:pt modelId="{DB9E8D8F-0D05-7142-8954-AFBE5F0B61B8}" type="parTrans" cxnId="{B76DDA37-F994-3D4F-BD4F-1588935D3B8A}">
      <dgm:prSet/>
      <dgm:spPr/>
      <dgm:t>
        <a:bodyPr/>
        <a:lstStyle/>
        <a:p>
          <a:endParaRPr lang="en-US"/>
        </a:p>
      </dgm:t>
    </dgm:pt>
    <dgm:pt modelId="{0175EB75-8E78-AF41-92D9-451730C27234}" type="sibTrans" cxnId="{B76DDA37-F994-3D4F-BD4F-1588935D3B8A}">
      <dgm:prSet/>
      <dgm:spPr/>
      <dgm:t>
        <a:bodyPr/>
        <a:lstStyle/>
        <a:p>
          <a:endParaRPr lang="en-US"/>
        </a:p>
      </dgm:t>
    </dgm:pt>
    <dgm:pt modelId="{37CEDA53-AFA3-B04F-86AC-49236307A7D7}">
      <dgm:prSet/>
      <dgm:spPr/>
      <dgm:t>
        <a:bodyPr/>
        <a:lstStyle/>
        <a:p>
          <a:r>
            <a:rPr lang="en-US"/>
            <a:t>These help to ensure that things like passwords embedded in the code are not accidentally passed through.</a:t>
          </a:r>
        </a:p>
      </dgm:t>
    </dgm:pt>
    <dgm:pt modelId="{4E4236F7-F353-FA4C-9676-728D83D3BE57}" type="parTrans" cxnId="{BBBC3079-DC29-4F4E-87C4-50276C5A4912}">
      <dgm:prSet/>
      <dgm:spPr/>
      <dgm:t>
        <a:bodyPr/>
        <a:lstStyle/>
        <a:p>
          <a:endParaRPr lang="en-US"/>
        </a:p>
      </dgm:t>
    </dgm:pt>
    <dgm:pt modelId="{30872F94-9F15-A340-AFC1-841965518BE6}" type="sibTrans" cxnId="{BBBC3079-DC29-4F4E-87C4-50276C5A4912}">
      <dgm:prSet/>
      <dgm:spPr/>
      <dgm:t>
        <a:bodyPr/>
        <a:lstStyle/>
        <a:p>
          <a:endParaRPr lang="en-US"/>
        </a:p>
      </dgm:t>
    </dgm:pt>
    <dgm:pt modelId="{1E238A96-7B80-E643-A245-6AE9AB19485B}" type="pres">
      <dgm:prSet presAssocID="{AC2E642C-D55C-9646-8552-23B90E60C5BE}" presName="linear" presStyleCnt="0">
        <dgm:presLayoutVars>
          <dgm:animLvl val="lvl"/>
          <dgm:resizeHandles val="exact"/>
        </dgm:presLayoutVars>
      </dgm:prSet>
      <dgm:spPr/>
    </dgm:pt>
    <dgm:pt modelId="{86D5F7B9-805B-C046-9DDB-353D78BA1479}" type="pres">
      <dgm:prSet presAssocID="{B6AB49AB-91D7-504E-B478-00A8E0B99A4F}" presName="parentText" presStyleLbl="node1" presStyleIdx="0" presStyleCnt="3">
        <dgm:presLayoutVars>
          <dgm:chMax val="0"/>
          <dgm:bulletEnabled val="1"/>
        </dgm:presLayoutVars>
      </dgm:prSet>
      <dgm:spPr/>
    </dgm:pt>
    <dgm:pt modelId="{33FE853D-2555-D742-907E-96F2691AF135}" type="pres">
      <dgm:prSet presAssocID="{B6AB49AB-91D7-504E-B478-00A8E0B99A4F}" presName="childText" presStyleLbl="revTx" presStyleIdx="0" presStyleCnt="3">
        <dgm:presLayoutVars>
          <dgm:bulletEnabled val="1"/>
        </dgm:presLayoutVars>
      </dgm:prSet>
      <dgm:spPr/>
    </dgm:pt>
    <dgm:pt modelId="{414747C7-201E-0540-96FF-7759A073C1E5}" type="pres">
      <dgm:prSet presAssocID="{E5E92D7F-D7BC-384D-9D3A-E19598A89E95}" presName="parentText" presStyleLbl="node1" presStyleIdx="1" presStyleCnt="3">
        <dgm:presLayoutVars>
          <dgm:chMax val="0"/>
          <dgm:bulletEnabled val="1"/>
        </dgm:presLayoutVars>
      </dgm:prSet>
      <dgm:spPr/>
    </dgm:pt>
    <dgm:pt modelId="{0FCFCACE-C4AC-7E40-B51C-B6CE7ADE2D79}" type="pres">
      <dgm:prSet presAssocID="{E5E92D7F-D7BC-384D-9D3A-E19598A89E95}" presName="childText" presStyleLbl="revTx" presStyleIdx="1" presStyleCnt="3">
        <dgm:presLayoutVars>
          <dgm:bulletEnabled val="1"/>
        </dgm:presLayoutVars>
      </dgm:prSet>
      <dgm:spPr/>
    </dgm:pt>
    <dgm:pt modelId="{1C13A2D8-7530-A94D-A8E7-C047886F12C6}" type="pres">
      <dgm:prSet presAssocID="{349634F1-62C6-1845-90B6-7297BC6E9EDA}" presName="parentText" presStyleLbl="node1" presStyleIdx="2" presStyleCnt="3">
        <dgm:presLayoutVars>
          <dgm:chMax val="0"/>
          <dgm:bulletEnabled val="1"/>
        </dgm:presLayoutVars>
      </dgm:prSet>
      <dgm:spPr/>
    </dgm:pt>
    <dgm:pt modelId="{D980CC97-4648-7E48-935D-1218ADE7171C}" type="pres">
      <dgm:prSet presAssocID="{349634F1-62C6-1845-90B6-7297BC6E9EDA}" presName="childText" presStyleLbl="revTx" presStyleIdx="2" presStyleCnt="3">
        <dgm:presLayoutVars>
          <dgm:bulletEnabled val="1"/>
        </dgm:presLayoutVars>
      </dgm:prSet>
      <dgm:spPr/>
    </dgm:pt>
  </dgm:ptLst>
  <dgm:cxnLst>
    <dgm:cxn modelId="{AA561904-DA4A-6349-8304-2C6EAB4864EE}" type="presOf" srcId="{B6AB49AB-91D7-504E-B478-00A8E0B99A4F}" destId="{86D5F7B9-805B-C046-9DDB-353D78BA1479}" srcOrd="0" destOrd="0" presId="urn:microsoft.com/office/officeart/2005/8/layout/vList2"/>
    <dgm:cxn modelId="{4DF10627-9855-D34A-922D-BD02606A8F49}" type="presOf" srcId="{349634F1-62C6-1845-90B6-7297BC6E9EDA}" destId="{1C13A2D8-7530-A94D-A8E7-C047886F12C6}" srcOrd="0" destOrd="0" presId="urn:microsoft.com/office/officeart/2005/8/layout/vList2"/>
    <dgm:cxn modelId="{CC40372E-09FF-C640-8F24-EFFA87E50DFE}" srcId="{349634F1-62C6-1845-90B6-7297BC6E9EDA}" destId="{5DE3D0F7-1612-CD4B-AB64-9AEA1E55552F}" srcOrd="0" destOrd="0" parTransId="{46F80C9D-ACE7-044A-9DBD-691E03B65F73}" sibTransId="{15D45765-CE12-5045-8DA4-A94EAB984EEF}"/>
    <dgm:cxn modelId="{6E2FE52E-1E9E-024B-A15A-E7AA56E477C6}" srcId="{B6AB49AB-91D7-504E-B478-00A8E0B99A4F}" destId="{29530683-1C50-074F-9049-F23FDF5679C7}" srcOrd="0" destOrd="0" parTransId="{47019F5B-8C44-C74F-B8C3-AAC8CA5A0562}" sibTransId="{5D0DD4B9-4B2A-2A4F-B0B3-8B10E8AB2146}"/>
    <dgm:cxn modelId="{B76DDA37-F994-3D4F-BD4F-1588935D3B8A}" srcId="{349634F1-62C6-1845-90B6-7297BC6E9EDA}" destId="{9FEB8EF1-9DDC-6846-B9D0-F3D67D92C131}" srcOrd="1" destOrd="0" parTransId="{DB9E8D8F-0D05-7142-8954-AFBE5F0B61B8}" sibTransId="{0175EB75-8E78-AF41-92D9-451730C27234}"/>
    <dgm:cxn modelId="{8B9D3A49-4494-064E-97AB-09755478DB1F}" type="presOf" srcId="{9FEB8EF1-9DDC-6846-B9D0-F3D67D92C131}" destId="{D980CC97-4648-7E48-935D-1218ADE7171C}" srcOrd="0" destOrd="1" presId="urn:microsoft.com/office/officeart/2005/8/layout/vList2"/>
    <dgm:cxn modelId="{5569AE49-A78A-374A-AC75-81BAC119CF63}" type="presOf" srcId="{E5E92D7F-D7BC-384D-9D3A-E19598A89E95}" destId="{414747C7-201E-0540-96FF-7759A073C1E5}" srcOrd="0" destOrd="0" presId="urn:microsoft.com/office/officeart/2005/8/layout/vList2"/>
    <dgm:cxn modelId="{089A0250-150E-1745-9518-2BE57D3CD922}" srcId="{AC2E642C-D55C-9646-8552-23B90E60C5BE}" destId="{E5E92D7F-D7BC-384D-9D3A-E19598A89E95}" srcOrd="1" destOrd="0" parTransId="{3AFDF9F6-92C1-E144-AD77-6F51A53C2724}" sibTransId="{6982E826-D58F-1142-A01C-915BF4A0313C}"/>
    <dgm:cxn modelId="{11C86758-E9E1-024E-860C-01491C73B4F4}" type="presOf" srcId="{29530683-1C50-074F-9049-F23FDF5679C7}" destId="{33FE853D-2555-D742-907E-96F2691AF135}" srcOrd="0" destOrd="0" presId="urn:microsoft.com/office/officeart/2005/8/layout/vList2"/>
    <dgm:cxn modelId="{E1E08658-97BB-DC40-B5A7-3E5D7055FF1C}" srcId="{AC2E642C-D55C-9646-8552-23B90E60C5BE}" destId="{349634F1-62C6-1845-90B6-7297BC6E9EDA}" srcOrd="2" destOrd="0" parTransId="{5886BAC8-2223-2B4E-A107-78398CF6B2D7}" sibTransId="{B25857EC-8A60-1746-9420-6C770C354DAE}"/>
    <dgm:cxn modelId="{B31CB95D-F311-144A-A6A6-BEA6C8E71AA9}" type="presOf" srcId="{DDFF3833-2641-EC4C-9987-46875CCA2A45}" destId="{0FCFCACE-C4AC-7E40-B51C-B6CE7ADE2D79}" srcOrd="0" destOrd="0" presId="urn:microsoft.com/office/officeart/2005/8/layout/vList2"/>
    <dgm:cxn modelId="{63A9D16D-B873-8247-ACE1-8F4AB5C296F9}" type="presOf" srcId="{AC2E642C-D55C-9646-8552-23B90E60C5BE}" destId="{1E238A96-7B80-E643-A245-6AE9AB19485B}" srcOrd="0" destOrd="0" presId="urn:microsoft.com/office/officeart/2005/8/layout/vList2"/>
    <dgm:cxn modelId="{BBBC3079-DC29-4F4E-87C4-50276C5A4912}" srcId="{349634F1-62C6-1845-90B6-7297BC6E9EDA}" destId="{37CEDA53-AFA3-B04F-86AC-49236307A7D7}" srcOrd="2" destOrd="0" parTransId="{4E4236F7-F353-FA4C-9676-728D83D3BE57}" sibTransId="{30872F94-9F15-A340-AFC1-841965518BE6}"/>
    <dgm:cxn modelId="{EFB71C7E-EDDA-FA41-B16B-133D6E63D267}" type="presOf" srcId="{DDC49063-05DD-B34C-9A27-9B53CCD6FAE8}" destId="{33FE853D-2555-D742-907E-96F2691AF135}" srcOrd="0" destOrd="1" presId="urn:microsoft.com/office/officeart/2005/8/layout/vList2"/>
    <dgm:cxn modelId="{FE139386-AFF4-8A4C-8BAC-029D136ED955}" type="presOf" srcId="{5DE3D0F7-1612-CD4B-AB64-9AEA1E55552F}" destId="{D980CC97-4648-7E48-935D-1218ADE7171C}" srcOrd="0" destOrd="0" presId="urn:microsoft.com/office/officeart/2005/8/layout/vList2"/>
    <dgm:cxn modelId="{ADF1CF8A-70F2-544A-ACBD-793F9AF901BE}" srcId="{E5E92D7F-D7BC-384D-9D3A-E19598A89E95}" destId="{DDFF3833-2641-EC4C-9987-46875CCA2A45}" srcOrd="0" destOrd="0" parTransId="{B6B68AEE-B3A0-7C4A-ABDF-A6A8A328668E}" sibTransId="{BE472FB6-49D2-7D42-9914-AE8B6118C2A0}"/>
    <dgm:cxn modelId="{89EDCDBE-921A-8048-9002-9F2A12F2CFE7}" srcId="{B6AB49AB-91D7-504E-B478-00A8E0B99A4F}" destId="{DDC49063-05DD-B34C-9A27-9B53CCD6FAE8}" srcOrd="1" destOrd="0" parTransId="{AE4CC978-09E3-B046-B188-78B327C1E2CE}" sibTransId="{93D2FDB6-499F-674A-BD97-67743902973E}"/>
    <dgm:cxn modelId="{DD782CDA-AD11-B24B-96E1-CA4CAD2F3922}" type="presOf" srcId="{B29EAABF-46AE-6748-8453-91BA109F7033}" destId="{0FCFCACE-C4AC-7E40-B51C-B6CE7ADE2D79}" srcOrd="0" destOrd="1" presId="urn:microsoft.com/office/officeart/2005/8/layout/vList2"/>
    <dgm:cxn modelId="{3CC738DC-38A1-C14F-B7C2-46AAD35FA66E}" srcId="{E5E92D7F-D7BC-384D-9D3A-E19598A89E95}" destId="{B29EAABF-46AE-6748-8453-91BA109F7033}" srcOrd="1" destOrd="0" parTransId="{1C6AB156-5847-AE45-B02D-12DE9D2713DC}" sibTransId="{606C62F7-8C4D-D94D-9C55-8F2525B2DCBC}"/>
    <dgm:cxn modelId="{ADD19FDD-CE51-0D47-93C1-FCC460B30E97}" srcId="{AC2E642C-D55C-9646-8552-23B90E60C5BE}" destId="{B6AB49AB-91D7-504E-B478-00A8E0B99A4F}" srcOrd="0" destOrd="0" parTransId="{7CBC0C14-FEAC-F947-8BE2-E72AD7DF0AD6}" sibTransId="{292D8BC4-C754-1246-A784-B461332DD0A8}"/>
    <dgm:cxn modelId="{93CA41EF-21AA-B64A-A9F7-9EC5DDD26BA6}" type="presOf" srcId="{37CEDA53-AFA3-B04F-86AC-49236307A7D7}" destId="{D980CC97-4648-7E48-935D-1218ADE7171C}" srcOrd="0" destOrd="2" presId="urn:microsoft.com/office/officeart/2005/8/layout/vList2"/>
    <dgm:cxn modelId="{8AE34E02-7F36-BE4D-8E9E-5925CCABDFF5}" type="presParOf" srcId="{1E238A96-7B80-E643-A245-6AE9AB19485B}" destId="{86D5F7B9-805B-C046-9DDB-353D78BA1479}" srcOrd="0" destOrd="0" presId="urn:microsoft.com/office/officeart/2005/8/layout/vList2"/>
    <dgm:cxn modelId="{1C263B2C-A13E-B74E-A4D2-F1F922382740}" type="presParOf" srcId="{1E238A96-7B80-E643-A245-6AE9AB19485B}" destId="{33FE853D-2555-D742-907E-96F2691AF135}" srcOrd="1" destOrd="0" presId="urn:microsoft.com/office/officeart/2005/8/layout/vList2"/>
    <dgm:cxn modelId="{931E0041-77E1-C449-9C5A-7EACE368F01D}" type="presParOf" srcId="{1E238A96-7B80-E643-A245-6AE9AB19485B}" destId="{414747C7-201E-0540-96FF-7759A073C1E5}" srcOrd="2" destOrd="0" presId="urn:microsoft.com/office/officeart/2005/8/layout/vList2"/>
    <dgm:cxn modelId="{B1106B0F-6EE2-084D-944A-F21CFEB7AAF8}" type="presParOf" srcId="{1E238A96-7B80-E643-A245-6AE9AB19485B}" destId="{0FCFCACE-C4AC-7E40-B51C-B6CE7ADE2D79}" srcOrd="3" destOrd="0" presId="urn:microsoft.com/office/officeart/2005/8/layout/vList2"/>
    <dgm:cxn modelId="{B227B131-E16A-C74C-A9DB-9D5C96F5420B}" type="presParOf" srcId="{1E238A96-7B80-E643-A245-6AE9AB19485B}" destId="{1C13A2D8-7530-A94D-A8E7-C047886F12C6}" srcOrd="4" destOrd="0" presId="urn:microsoft.com/office/officeart/2005/8/layout/vList2"/>
    <dgm:cxn modelId="{BBB40404-70F5-0345-ADAD-64248E4995C6}" type="presParOf" srcId="{1E238A96-7B80-E643-A245-6AE9AB19485B}" destId="{D980CC97-4648-7E48-935D-1218ADE7171C}" srcOrd="5"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46F8961-8587-2B41-B180-50CB70BB05F8}"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3CD13991-4926-6149-B07C-A24624F05578}">
      <dgm:prSet custT="1"/>
      <dgm:spPr/>
      <dgm:t>
        <a:bodyPr/>
        <a:lstStyle/>
        <a:p>
          <a:pPr algn="ctr">
            <a:lnSpc>
              <a:spcPct val="100000"/>
            </a:lnSpc>
            <a:spcAft>
              <a:spcPts val="0"/>
            </a:spcAft>
          </a:pPr>
          <a:r>
            <a:rPr lang="en-US" sz="4800" dirty="0">
              <a:solidFill>
                <a:schemeClr val="accent6">
                  <a:lumMod val="50000"/>
                </a:schemeClr>
              </a:solidFill>
              <a:latin typeface="Herculanum" panose="02000505000000020004" pitchFamily="2" charset="77"/>
            </a:rPr>
            <a:t>Secrets Management</a:t>
          </a:r>
        </a:p>
      </dgm:t>
    </dgm:pt>
    <dgm:pt modelId="{D07B7125-C87C-2248-8C80-6C8ACAC31A4C}" type="parTrans" cxnId="{D4FE0FB3-19CC-E147-8695-A590A51356DB}">
      <dgm:prSet/>
      <dgm:spPr/>
      <dgm:t>
        <a:bodyPr/>
        <a:lstStyle/>
        <a:p>
          <a:pPr algn="ctr"/>
          <a:endParaRPr lang="en-US"/>
        </a:p>
      </dgm:t>
    </dgm:pt>
    <dgm:pt modelId="{B6884985-A5E8-5642-A646-AEB764D03299}" type="sibTrans" cxnId="{D4FE0FB3-19CC-E147-8695-A590A51356DB}">
      <dgm:prSet/>
      <dgm:spPr/>
      <dgm:t>
        <a:bodyPr/>
        <a:lstStyle/>
        <a:p>
          <a:pPr algn="ctr"/>
          <a:endParaRPr lang="en-US"/>
        </a:p>
      </dgm:t>
    </dgm:pt>
    <dgm:pt modelId="{587303E1-757F-E441-9987-01B34FDE1F33}" type="pres">
      <dgm:prSet presAssocID="{846F8961-8587-2B41-B180-50CB70BB05F8}" presName="linear" presStyleCnt="0">
        <dgm:presLayoutVars>
          <dgm:animLvl val="lvl"/>
          <dgm:resizeHandles val="exact"/>
        </dgm:presLayoutVars>
      </dgm:prSet>
      <dgm:spPr/>
    </dgm:pt>
    <dgm:pt modelId="{F84461AB-87BF-BE44-9E99-037A0BA35CC1}" type="pres">
      <dgm:prSet presAssocID="{3CD13991-4926-6149-B07C-A24624F05578}" presName="parentText" presStyleLbl="node1" presStyleIdx="0" presStyleCnt="1" custScaleY="190130" custLinFactNeighborY="19717">
        <dgm:presLayoutVars>
          <dgm:chMax val="0"/>
          <dgm:bulletEnabled val="1"/>
        </dgm:presLayoutVars>
      </dgm:prSet>
      <dgm:spPr/>
    </dgm:pt>
  </dgm:ptLst>
  <dgm:cxnLst>
    <dgm:cxn modelId="{5A8BC112-B633-634A-87AD-EEE80355CCD7}" type="presOf" srcId="{3CD13991-4926-6149-B07C-A24624F05578}" destId="{F84461AB-87BF-BE44-9E99-037A0BA35CC1}" srcOrd="0" destOrd="0" presId="urn:microsoft.com/office/officeart/2005/8/layout/vList2"/>
    <dgm:cxn modelId="{7ACF272B-B032-AE4E-91A3-A9756C9D82B6}" type="presOf" srcId="{846F8961-8587-2B41-B180-50CB70BB05F8}" destId="{587303E1-757F-E441-9987-01B34FDE1F33}" srcOrd="0" destOrd="0" presId="urn:microsoft.com/office/officeart/2005/8/layout/vList2"/>
    <dgm:cxn modelId="{D4FE0FB3-19CC-E147-8695-A590A51356DB}" srcId="{846F8961-8587-2B41-B180-50CB70BB05F8}" destId="{3CD13991-4926-6149-B07C-A24624F05578}" srcOrd="0" destOrd="0" parTransId="{D07B7125-C87C-2248-8C80-6C8ACAC31A4C}" sibTransId="{B6884985-A5E8-5642-A646-AEB764D03299}"/>
    <dgm:cxn modelId="{DBB491BE-322F-634D-B88D-6D2A15060789}" type="presParOf" srcId="{587303E1-757F-E441-9987-01B34FDE1F33}" destId="{F84461AB-87BF-BE44-9E99-037A0BA35CC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15B58D3-A7C2-1244-ACBC-28C71281EFFD}" type="doc">
      <dgm:prSet loTypeId="urn:microsoft.com/office/officeart/2005/8/layout/hList1" loCatId="list" qsTypeId="urn:microsoft.com/office/officeart/2005/8/quickstyle/3d4" qsCatId="3D" csTypeId="urn:microsoft.com/office/officeart/2005/8/colors/accent6_2" csCatId="accent6"/>
      <dgm:spPr/>
      <dgm:t>
        <a:bodyPr/>
        <a:lstStyle/>
        <a:p>
          <a:endParaRPr lang="en-US"/>
        </a:p>
      </dgm:t>
    </dgm:pt>
    <dgm:pt modelId="{5DA297C2-E202-0B4B-8271-AB946944C2E3}">
      <dgm:prSet/>
      <dgm:spPr/>
      <dgm:t>
        <a:bodyPr/>
        <a:lstStyle/>
        <a:p>
          <a:r>
            <a:rPr lang="en-US"/>
            <a:t>Never Hardcode Credentials, API keys, or tokens!</a:t>
          </a:r>
        </a:p>
      </dgm:t>
    </dgm:pt>
    <dgm:pt modelId="{F73C85D2-F97D-9647-B184-A120BF1E9C0B}" type="parTrans" cxnId="{72D6A52C-D225-D146-8B1B-C60B2F1C57C6}">
      <dgm:prSet/>
      <dgm:spPr/>
      <dgm:t>
        <a:bodyPr/>
        <a:lstStyle/>
        <a:p>
          <a:endParaRPr lang="en-US"/>
        </a:p>
      </dgm:t>
    </dgm:pt>
    <dgm:pt modelId="{11905520-7125-344C-B879-8D2453139368}" type="sibTrans" cxnId="{72D6A52C-D225-D146-8B1B-C60B2F1C57C6}">
      <dgm:prSet/>
      <dgm:spPr/>
      <dgm:t>
        <a:bodyPr/>
        <a:lstStyle/>
        <a:p>
          <a:endParaRPr lang="en-US"/>
        </a:p>
      </dgm:t>
    </dgm:pt>
    <dgm:pt modelId="{53FF4FA6-1A47-994B-A2A7-6E98B6E2A533}">
      <dgm:prSet/>
      <dgm:spPr/>
      <dgm:t>
        <a:bodyPr/>
        <a:lstStyle/>
        <a:p>
          <a:r>
            <a:rPr lang="en-US"/>
            <a:t>Hardcoding Credentials risks both leaking the credentials and allowing access incidentally.</a:t>
          </a:r>
        </a:p>
      </dgm:t>
    </dgm:pt>
    <dgm:pt modelId="{256A15C9-947C-4942-8B3C-3EBC77A4FE33}" type="parTrans" cxnId="{D4A9F0D4-EC27-5647-ABD9-8C23EDDAEA54}">
      <dgm:prSet/>
      <dgm:spPr/>
      <dgm:t>
        <a:bodyPr/>
        <a:lstStyle/>
        <a:p>
          <a:endParaRPr lang="en-US"/>
        </a:p>
      </dgm:t>
    </dgm:pt>
    <dgm:pt modelId="{49F092F8-75BD-8544-B787-BA5CE95DF58A}" type="sibTrans" cxnId="{D4A9F0D4-EC27-5647-ABD9-8C23EDDAEA54}">
      <dgm:prSet/>
      <dgm:spPr/>
      <dgm:t>
        <a:bodyPr/>
        <a:lstStyle/>
        <a:p>
          <a:endParaRPr lang="en-US"/>
        </a:p>
      </dgm:t>
    </dgm:pt>
    <dgm:pt modelId="{542E5445-B745-0940-85A6-C3D9C227C379}">
      <dgm:prSet/>
      <dgm:spPr/>
      <dgm:t>
        <a:bodyPr/>
        <a:lstStyle/>
        <a:p>
          <a:r>
            <a:rPr lang="en-US"/>
            <a:t>If a secret is accidentally exposed, be sure that the passcode, token, or key that was exposed is changed immediately!</a:t>
          </a:r>
        </a:p>
      </dgm:t>
    </dgm:pt>
    <dgm:pt modelId="{5D2A7EE9-8A7D-C94B-9BA8-433DB95B91A9}" type="parTrans" cxnId="{F87BBBE4-2CA5-C548-B9A2-8D38FF639D84}">
      <dgm:prSet/>
      <dgm:spPr/>
      <dgm:t>
        <a:bodyPr/>
        <a:lstStyle/>
        <a:p>
          <a:endParaRPr lang="en-US"/>
        </a:p>
      </dgm:t>
    </dgm:pt>
    <dgm:pt modelId="{CF727518-2171-AD4A-AB82-31604C0235D6}" type="sibTrans" cxnId="{F87BBBE4-2CA5-C548-B9A2-8D38FF639D84}">
      <dgm:prSet/>
      <dgm:spPr/>
      <dgm:t>
        <a:bodyPr/>
        <a:lstStyle/>
        <a:p>
          <a:endParaRPr lang="en-US"/>
        </a:p>
      </dgm:t>
    </dgm:pt>
    <dgm:pt modelId="{EA4ED2EB-6B9A-FD47-B5EA-0F79DC9F4A1E}">
      <dgm:prSet/>
      <dgm:spPr/>
      <dgm:t>
        <a:bodyPr/>
        <a:lstStyle/>
        <a:p>
          <a:r>
            <a:rPr lang="en-US"/>
            <a:t>Use dedicated secret managers</a:t>
          </a:r>
        </a:p>
      </dgm:t>
    </dgm:pt>
    <dgm:pt modelId="{A8947735-0380-D042-BD42-8E562E397832}" type="parTrans" cxnId="{FC10E4E3-9AC2-4B4A-86E0-5E0F71A4BDB4}">
      <dgm:prSet/>
      <dgm:spPr/>
      <dgm:t>
        <a:bodyPr/>
        <a:lstStyle/>
        <a:p>
          <a:endParaRPr lang="en-US"/>
        </a:p>
      </dgm:t>
    </dgm:pt>
    <dgm:pt modelId="{A7B3BAE2-9C83-3A46-A74E-C7B0CDFB9AC4}" type="sibTrans" cxnId="{FC10E4E3-9AC2-4B4A-86E0-5E0F71A4BDB4}">
      <dgm:prSet/>
      <dgm:spPr/>
      <dgm:t>
        <a:bodyPr/>
        <a:lstStyle/>
        <a:p>
          <a:endParaRPr lang="en-US"/>
        </a:p>
      </dgm:t>
    </dgm:pt>
    <dgm:pt modelId="{92E427E7-93F7-9142-ACA0-55F863354FDC}">
      <dgm:prSet/>
      <dgm:spPr/>
      <dgm:t>
        <a:bodyPr/>
        <a:lstStyle/>
        <a:p>
          <a:r>
            <a:rPr lang="en-US"/>
            <a:t>Secret managers like Vault, Keywhiz, and credstash allows you to manage secrets in a secure way</a:t>
          </a:r>
        </a:p>
      </dgm:t>
    </dgm:pt>
    <dgm:pt modelId="{0DF865FC-6128-FF42-A16A-295E06B98329}" type="parTrans" cxnId="{72CDB99F-2BFE-9540-9BF3-8CAB8B41782B}">
      <dgm:prSet/>
      <dgm:spPr/>
      <dgm:t>
        <a:bodyPr/>
        <a:lstStyle/>
        <a:p>
          <a:endParaRPr lang="en-US"/>
        </a:p>
      </dgm:t>
    </dgm:pt>
    <dgm:pt modelId="{40DF241A-5EC6-C947-949F-54A3F6F674C2}" type="sibTrans" cxnId="{72CDB99F-2BFE-9540-9BF3-8CAB8B41782B}">
      <dgm:prSet/>
      <dgm:spPr/>
      <dgm:t>
        <a:bodyPr/>
        <a:lstStyle/>
        <a:p>
          <a:endParaRPr lang="en-US"/>
        </a:p>
      </dgm:t>
    </dgm:pt>
    <dgm:pt modelId="{AA96063B-0A9F-3849-8EA3-CC445F234C37}">
      <dgm:prSet/>
      <dgm:spPr/>
      <dgm:t>
        <a:bodyPr/>
        <a:lstStyle/>
        <a:p>
          <a:r>
            <a:rPr lang="en-US"/>
            <a:t>This means you don’t have to manage .envs in your repo and risk them not being .gitignored.</a:t>
          </a:r>
        </a:p>
      </dgm:t>
    </dgm:pt>
    <dgm:pt modelId="{33F9EA61-4826-C144-8614-49346D713780}" type="parTrans" cxnId="{12AF620F-33B6-D44F-9802-699E9D0D2220}">
      <dgm:prSet/>
      <dgm:spPr/>
      <dgm:t>
        <a:bodyPr/>
        <a:lstStyle/>
        <a:p>
          <a:endParaRPr lang="en-US"/>
        </a:p>
      </dgm:t>
    </dgm:pt>
    <dgm:pt modelId="{F6E6CDFB-0774-7C41-8339-B3DB92FC173C}" type="sibTrans" cxnId="{12AF620F-33B6-D44F-9802-699E9D0D2220}">
      <dgm:prSet/>
      <dgm:spPr/>
      <dgm:t>
        <a:bodyPr/>
        <a:lstStyle/>
        <a:p>
          <a:endParaRPr lang="en-US"/>
        </a:p>
      </dgm:t>
    </dgm:pt>
    <dgm:pt modelId="{0D04834D-ED90-1642-B784-86443D4BED6E}">
      <dgm:prSet/>
      <dgm:spPr/>
      <dgm:t>
        <a:bodyPr/>
        <a:lstStyle/>
        <a:p>
          <a:r>
            <a:rPr lang="en-US"/>
            <a:t>Use Automated Secret Scanners</a:t>
          </a:r>
        </a:p>
      </dgm:t>
    </dgm:pt>
    <dgm:pt modelId="{E2EC1F28-E5C9-5C43-AE65-DDCFD30E5FF5}" type="parTrans" cxnId="{4F9AA01D-E849-DE41-AFDF-161F6FB07440}">
      <dgm:prSet/>
      <dgm:spPr/>
      <dgm:t>
        <a:bodyPr/>
        <a:lstStyle/>
        <a:p>
          <a:endParaRPr lang="en-US"/>
        </a:p>
      </dgm:t>
    </dgm:pt>
    <dgm:pt modelId="{04F4806B-D64C-7346-B743-3EEDF8E6CFAD}" type="sibTrans" cxnId="{4F9AA01D-E849-DE41-AFDF-161F6FB07440}">
      <dgm:prSet/>
      <dgm:spPr/>
      <dgm:t>
        <a:bodyPr/>
        <a:lstStyle/>
        <a:p>
          <a:endParaRPr lang="en-US"/>
        </a:p>
      </dgm:t>
    </dgm:pt>
    <dgm:pt modelId="{B0C36B37-C265-4349-A608-222BE24C4536}">
      <dgm:prSet/>
      <dgm:spPr/>
      <dgm:t>
        <a:bodyPr/>
        <a:lstStyle/>
        <a:p>
          <a:r>
            <a:rPr lang="en-US"/>
            <a:t>GitLeaks and Git-secrets are automated secret scanners</a:t>
          </a:r>
        </a:p>
      </dgm:t>
    </dgm:pt>
    <dgm:pt modelId="{7305588C-738E-4F45-B453-9EE998335AEC}" type="parTrans" cxnId="{E6C2F2CE-506A-2747-A8DC-8AB4F7B54EA3}">
      <dgm:prSet/>
      <dgm:spPr/>
      <dgm:t>
        <a:bodyPr/>
        <a:lstStyle/>
        <a:p>
          <a:endParaRPr lang="en-US"/>
        </a:p>
      </dgm:t>
    </dgm:pt>
    <dgm:pt modelId="{4CBE8764-ED27-7F4F-A9F4-CF5A2C4E8BBD}" type="sibTrans" cxnId="{E6C2F2CE-506A-2747-A8DC-8AB4F7B54EA3}">
      <dgm:prSet/>
      <dgm:spPr/>
      <dgm:t>
        <a:bodyPr/>
        <a:lstStyle/>
        <a:p>
          <a:endParaRPr lang="en-US"/>
        </a:p>
      </dgm:t>
    </dgm:pt>
    <dgm:pt modelId="{8A868C2F-E105-3042-985F-0ECF3D3E04D0}">
      <dgm:prSet/>
      <dgm:spPr/>
      <dgm:t>
        <a:bodyPr/>
        <a:lstStyle/>
        <a:p>
          <a:r>
            <a:rPr lang="en-US"/>
            <a:t>They can be used at commit time and in the CI/CD pipeline to look for accidental exposure of secrets</a:t>
          </a:r>
        </a:p>
      </dgm:t>
    </dgm:pt>
    <dgm:pt modelId="{9693F21B-AF8A-4D49-AC75-451AE0141136}" type="parTrans" cxnId="{783CA27F-A788-BC43-AB71-93E1116E682C}">
      <dgm:prSet/>
      <dgm:spPr/>
      <dgm:t>
        <a:bodyPr/>
        <a:lstStyle/>
        <a:p>
          <a:endParaRPr lang="en-US"/>
        </a:p>
      </dgm:t>
    </dgm:pt>
    <dgm:pt modelId="{8C4D20A4-CB6D-E241-ADA8-8465BB7DEF7E}" type="sibTrans" cxnId="{783CA27F-A788-BC43-AB71-93E1116E682C}">
      <dgm:prSet/>
      <dgm:spPr/>
      <dgm:t>
        <a:bodyPr/>
        <a:lstStyle/>
        <a:p>
          <a:endParaRPr lang="en-US"/>
        </a:p>
      </dgm:t>
    </dgm:pt>
    <dgm:pt modelId="{82EB1113-49BA-4F48-96D2-6ADE5CC3E333}" type="pres">
      <dgm:prSet presAssocID="{615B58D3-A7C2-1244-ACBC-28C71281EFFD}" presName="Name0" presStyleCnt="0">
        <dgm:presLayoutVars>
          <dgm:dir/>
          <dgm:animLvl val="lvl"/>
          <dgm:resizeHandles val="exact"/>
        </dgm:presLayoutVars>
      </dgm:prSet>
      <dgm:spPr/>
    </dgm:pt>
    <dgm:pt modelId="{676E9653-2191-0C4A-AA0F-9FE59E04C03B}" type="pres">
      <dgm:prSet presAssocID="{5DA297C2-E202-0B4B-8271-AB946944C2E3}" presName="composite" presStyleCnt="0"/>
      <dgm:spPr/>
    </dgm:pt>
    <dgm:pt modelId="{E9210ADE-C3DB-1541-B5B4-0BC4D8DA289C}" type="pres">
      <dgm:prSet presAssocID="{5DA297C2-E202-0B4B-8271-AB946944C2E3}" presName="parTx" presStyleLbl="alignNode1" presStyleIdx="0" presStyleCnt="3">
        <dgm:presLayoutVars>
          <dgm:chMax val="0"/>
          <dgm:chPref val="0"/>
          <dgm:bulletEnabled val="1"/>
        </dgm:presLayoutVars>
      </dgm:prSet>
      <dgm:spPr/>
    </dgm:pt>
    <dgm:pt modelId="{7AF5CEE3-09CE-AC45-BF7E-EA8545CC1676}" type="pres">
      <dgm:prSet presAssocID="{5DA297C2-E202-0B4B-8271-AB946944C2E3}" presName="desTx" presStyleLbl="alignAccFollowNode1" presStyleIdx="0" presStyleCnt="3">
        <dgm:presLayoutVars>
          <dgm:bulletEnabled val="1"/>
        </dgm:presLayoutVars>
      </dgm:prSet>
      <dgm:spPr/>
    </dgm:pt>
    <dgm:pt modelId="{4312106E-1101-784E-9F23-95ECD565AF85}" type="pres">
      <dgm:prSet presAssocID="{11905520-7125-344C-B879-8D2453139368}" presName="space" presStyleCnt="0"/>
      <dgm:spPr/>
    </dgm:pt>
    <dgm:pt modelId="{7B62912E-C152-7A4F-A095-FE48481E1C85}" type="pres">
      <dgm:prSet presAssocID="{EA4ED2EB-6B9A-FD47-B5EA-0F79DC9F4A1E}" presName="composite" presStyleCnt="0"/>
      <dgm:spPr/>
    </dgm:pt>
    <dgm:pt modelId="{F0DC8F97-66D2-C04A-9DFF-28143DE542F8}" type="pres">
      <dgm:prSet presAssocID="{EA4ED2EB-6B9A-FD47-B5EA-0F79DC9F4A1E}" presName="parTx" presStyleLbl="alignNode1" presStyleIdx="1" presStyleCnt="3">
        <dgm:presLayoutVars>
          <dgm:chMax val="0"/>
          <dgm:chPref val="0"/>
          <dgm:bulletEnabled val="1"/>
        </dgm:presLayoutVars>
      </dgm:prSet>
      <dgm:spPr/>
    </dgm:pt>
    <dgm:pt modelId="{2108139E-8D09-C54C-8B17-EDC28F970FA6}" type="pres">
      <dgm:prSet presAssocID="{EA4ED2EB-6B9A-FD47-B5EA-0F79DC9F4A1E}" presName="desTx" presStyleLbl="alignAccFollowNode1" presStyleIdx="1" presStyleCnt="3">
        <dgm:presLayoutVars>
          <dgm:bulletEnabled val="1"/>
        </dgm:presLayoutVars>
      </dgm:prSet>
      <dgm:spPr/>
    </dgm:pt>
    <dgm:pt modelId="{857209FA-E6B8-A64D-9B79-27E3A5A478DF}" type="pres">
      <dgm:prSet presAssocID="{A7B3BAE2-9C83-3A46-A74E-C7B0CDFB9AC4}" presName="space" presStyleCnt="0"/>
      <dgm:spPr/>
    </dgm:pt>
    <dgm:pt modelId="{CD58A209-9791-554C-BBEF-236627BC96A7}" type="pres">
      <dgm:prSet presAssocID="{0D04834D-ED90-1642-B784-86443D4BED6E}" presName="composite" presStyleCnt="0"/>
      <dgm:spPr/>
    </dgm:pt>
    <dgm:pt modelId="{200D153B-41A7-9B46-A68E-A0D8D1306AA5}" type="pres">
      <dgm:prSet presAssocID="{0D04834D-ED90-1642-B784-86443D4BED6E}" presName="parTx" presStyleLbl="alignNode1" presStyleIdx="2" presStyleCnt="3">
        <dgm:presLayoutVars>
          <dgm:chMax val="0"/>
          <dgm:chPref val="0"/>
          <dgm:bulletEnabled val="1"/>
        </dgm:presLayoutVars>
      </dgm:prSet>
      <dgm:spPr/>
    </dgm:pt>
    <dgm:pt modelId="{AE7826EA-4809-184E-B3DB-7D33EBAFACCA}" type="pres">
      <dgm:prSet presAssocID="{0D04834D-ED90-1642-B784-86443D4BED6E}" presName="desTx" presStyleLbl="alignAccFollowNode1" presStyleIdx="2" presStyleCnt="3">
        <dgm:presLayoutVars>
          <dgm:bulletEnabled val="1"/>
        </dgm:presLayoutVars>
      </dgm:prSet>
      <dgm:spPr/>
    </dgm:pt>
  </dgm:ptLst>
  <dgm:cxnLst>
    <dgm:cxn modelId="{BBB2490C-B513-7841-ACC2-762BFC7AE760}" type="presOf" srcId="{92E427E7-93F7-9142-ACA0-55F863354FDC}" destId="{2108139E-8D09-C54C-8B17-EDC28F970FA6}" srcOrd="0" destOrd="0" presId="urn:microsoft.com/office/officeart/2005/8/layout/hList1"/>
    <dgm:cxn modelId="{12AF620F-33B6-D44F-9802-699E9D0D2220}" srcId="{EA4ED2EB-6B9A-FD47-B5EA-0F79DC9F4A1E}" destId="{AA96063B-0A9F-3849-8EA3-CC445F234C37}" srcOrd="1" destOrd="0" parTransId="{33F9EA61-4826-C144-8614-49346D713780}" sibTransId="{F6E6CDFB-0774-7C41-8339-B3DB92FC173C}"/>
    <dgm:cxn modelId="{4F9AA01D-E849-DE41-AFDF-161F6FB07440}" srcId="{615B58D3-A7C2-1244-ACBC-28C71281EFFD}" destId="{0D04834D-ED90-1642-B784-86443D4BED6E}" srcOrd="2" destOrd="0" parTransId="{E2EC1F28-E5C9-5C43-AE65-DDCFD30E5FF5}" sibTransId="{04F4806B-D64C-7346-B743-3EEDF8E6CFAD}"/>
    <dgm:cxn modelId="{C2911F25-853F-7B4E-9399-EF9678723DB3}" type="presOf" srcId="{8A868C2F-E105-3042-985F-0ECF3D3E04D0}" destId="{AE7826EA-4809-184E-B3DB-7D33EBAFACCA}" srcOrd="0" destOrd="1" presId="urn:microsoft.com/office/officeart/2005/8/layout/hList1"/>
    <dgm:cxn modelId="{72D6A52C-D225-D146-8B1B-C60B2F1C57C6}" srcId="{615B58D3-A7C2-1244-ACBC-28C71281EFFD}" destId="{5DA297C2-E202-0B4B-8271-AB946944C2E3}" srcOrd="0" destOrd="0" parTransId="{F73C85D2-F97D-9647-B184-A120BF1E9C0B}" sibTransId="{11905520-7125-344C-B879-8D2453139368}"/>
    <dgm:cxn modelId="{71471544-CCB2-2F4B-92D2-6845C3238E68}" type="presOf" srcId="{615B58D3-A7C2-1244-ACBC-28C71281EFFD}" destId="{82EB1113-49BA-4F48-96D2-6ADE5CC3E333}" srcOrd="0" destOrd="0" presId="urn:microsoft.com/office/officeart/2005/8/layout/hList1"/>
    <dgm:cxn modelId="{99380E62-A7F0-D642-8773-F6949B478556}" type="presOf" srcId="{5DA297C2-E202-0B4B-8271-AB946944C2E3}" destId="{E9210ADE-C3DB-1541-B5B4-0BC4D8DA289C}" srcOrd="0" destOrd="0" presId="urn:microsoft.com/office/officeart/2005/8/layout/hList1"/>
    <dgm:cxn modelId="{25F6E66A-1351-594C-83F8-C408E7FDAD07}" type="presOf" srcId="{B0C36B37-C265-4349-A608-222BE24C4536}" destId="{AE7826EA-4809-184E-B3DB-7D33EBAFACCA}" srcOrd="0" destOrd="0" presId="urn:microsoft.com/office/officeart/2005/8/layout/hList1"/>
    <dgm:cxn modelId="{783CA27F-A788-BC43-AB71-93E1116E682C}" srcId="{0D04834D-ED90-1642-B784-86443D4BED6E}" destId="{8A868C2F-E105-3042-985F-0ECF3D3E04D0}" srcOrd="1" destOrd="0" parTransId="{9693F21B-AF8A-4D49-AC75-451AE0141136}" sibTransId="{8C4D20A4-CB6D-E241-ADA8-8465BB7DEF7E}"/>
    <dgm:cxn modelId="{72CDB99F-2BFE-9540-9BF3-8CAB8B41782B}" srcId="{EA4ED2EB-6B9A-FD47-B5EA-0F79DC9F4A1E}" destId="{92E427E7-93F7-9142-ACA0-55F863354FDC}" srcOrd="0" destOrd="0" parTransId="{0DF865FC-6128-FF42-A16A-295E06B98329}" sibTransId="{40DF241A-5EC6-C947-949F-54A3F6F674C2}"/>
    <dgm:cxn modelId="{3DDC66A1-C203-754F-8E38-24D5CDFDEBEB}" type="presOf" srcId="{0D04834D-ED90-1642-B784-86443D4BED6E}" destId="{200D153B-41A7-9B46-A68E-A0D8D1306AA5}" srcOrd="0" destOrd="0" presId="urn:microsoft.com/office/officeart/2005/8/layout/hList1"/>
    <dgm:cxn modelId="{E1F318A4-E841-7040-90E8-F183D8735125}" type="presOf" srcId="{542E5445-B745-0940-85A6-C3D9C227C379}" destId="{7AF5CEE3-09CE-AC45-BF7E-EA8545CC1676}" srcOrd="0" destOrd="1" presId="urn:microsoft.com/office/officeart/2005/8/layout/hList1"/>
    <dgm:cxn modelId="{64355BB9-588C-4744-9A54-4C12A845E9E7}" type="presOf" srcId="{AA96063B-0A9F-3849-8EA3-CC445F234C37}" destId="{2108139E-8D09-C54C-8B17-EDC28F970FA6}" srcOrd="0" destOrd="1" presId="urn:microsoft.com/office/officeart/2005/8/layout/hList1"/>
    <dgm:cxn modelId="{DB8511C6-C4A3-5144-B807-2B0DC38FB102}" type="presOf" srcId="{53FF4FA6-1A47-994B-A2A7-6E98B6E2A533}" destId="{7AF5CEE3-09CE-AC45-BF7E-EA8545CC1676}" srcOrd="0" destOrd="0" presId="urn:microsoft.com/office/officeart/2005/8/layout/hList1"/>
    <dgm:cxn modelId="{E6C2F2CE-506A-2747-A8DC-8AB4F7B54EA3}" srcId="{0D04834D-ED90-1642-B784-86443D4BED6E}" destId="{B0C36B37-C265-4349-A608-222BE24C4536}" srcOrd="0" destOrd="0" parTransId="{7305588C-738E-4F45-B453-9EE998335AEC}" sibTransId="{4CBE8764-ED27-7F4F-A9F4-CF5A2C4E8BBD}"/>
    <dgm:cxn modelId="{D4A9F0D4-EC27-5647-ABD9-8C23EDDAEA54}" srcId="{5DA297C2-E202-0B4B-8271-AB946944C2E3}" destId="{53FF4FA6-1A47-994B-A2A7-6E98B6E2A533}" srcOrd="0" destOrd="0" parTransId="{256A15C9-947C-4942-8B3C-3EBC77A4FE33}" sibTransId="{49F092F8-75BD-8544-B787-BA5CE95DF58A}"/>
    <dgm:cxn modelId="{34456DD9-8B42-E846-9F80-C7D41F03E689}" type="presOf" srcId="{EA4ED2EB-6B9A-FD47-B5EA-0F79DC9F4A1E}" destId="{F0DC8F97-66D2-C04A-9DFF-28143DE542F8}" srcOrd="0" destOrd="0" presId="urn:microsoft.com/office/officeart/2005/8/layout/hList1"/>
    <dgm:cxn modelId="{FC10E4E3-9AC2-4B4A-86E0-5E0F71A4BDB4}" srcId="{615B58D3-A7C2-1244-ACBC-28C71281EFFD}" destId="{EA4ED2EB-6B9A-FD47-B5EA-0F79DC9F4A1E}" srcOrd="1" destOrd="0" parTransId="{A8947735-0380-D042-BD42-8E562E397832}" sibTransId="{A7B3BAE2-9C83-3A46-A74E-C7B0CDFB9AC4}"/>
    <dgm:cxn modelId="{F87BBBE4-2CA5-C548-B9A2-8D38FF639D84}" srcId="{5DA297C2-E202-0B4B-8271-AB946944C2E3}" destId="{542E5445-B745-0940-85A6-C3D9C227C379}" srcOrd="1" destOrd="0" parTransId="{5D2A7EE9-8A7D-C94B-9BA8-433DB95B91A9}" sibTransId="{CF727518-2171-AD4A-AB82-31604C0235D6}"/>
    <dgm:cxn modelId="{1194723A-410F-CE4F-91E8-9763925BBDA0}" type="presParOf" srcId="{82EB1113-49BA-4F48-96D2-6ADE5CC3E333}" destId="{676E9653-2191-0C4A-AA0F-9FE59E04C03B}" srcOrd="0" destOrd="0" presId="urn:microsoft.com/office/officeart/2005/8/layout/hList1"/>
    <dgm:cxn modelId="{27A1663E-6433-B341-8526-5B85DBB49CAC}" type="presParOf" srcId="{676E9653-2191-0C4A-AA0F-9FE59E04C03B}" destId="{E9210ADE-C3DB-1541-B5B4-0BC4D8DA289C}" srcOrd="0" destOrd="0" presId="urn:microsoft.com/office/officeart/2005/8/layout/hList1"/>
    <dgm:cxn modelId="{B3445CD4-2C2F-574C-9370-ECBEBE3A31A2}" type="presParOf" srcId="{676E9653-2191-0C4A-AA0F-9FE59E04C03B}" destId="{7AF5CEE3-09CE-AC45-BF7E-EA8545CC1676}" srcOrd="1" destOrd="0" presId="urn:microsoft.com/office/officeart/2005/8/layout/hList1"/>
    <dgm:cxn modelId="{0D33EE50-E6CB-3F4F-8C3E-88A0DE9B7736}" type="presParOf" srcId="{82EB1113-49BA-4F48-96D2-6ADE5CC3E333}" destId="{4312106E-1101-784E-9F23-95ECD565AF85}" srcOrd="1" destOrd="0" presId="urn:microsoft.com/office/officeart/2005/8/layout/hList1"/>
    <dgm:cxn modelId="{0DC4B8CE-816B-6141-AEC7-A1F4B0350360}" type="presParOf" srcId="{82EB1113-49BA-4F48-96D2-6ADE5CC3E333}" destId="{7B62912E-C152-7A4F-A095-FE48481E1C85}" srcOrd="2" destOrd="0" presId="urn:microsoft.com/office/officeart/2005/8/layout/hList1"/>
    <dgm:cxn modelId="{8F7BF6C5-8291-CF4D-BB7F-491EE2D96CD1}" type="presParOf" srcId="{7B62912E-C152-7A4F-A095-FE48481E1C85}" destId="{F0DC8F97-66D2-C04A-9DFF-28143DE542F8}" srcOrd="0" destOrd="0" presId="urn:microsoft.com/office/officeart/2005/8/layout/hList1"/>
    <dgm:cxn modelId="{352E6751-3922-C54C-B6AD-E202CA7DFED2}" type="presParOf" srcId="{7B62912E-C152-7A4F-A095-FE48481E1C85}" destId="{2108139E-8D09-C54C-8B17-EDC28F970FA6}" srcOrd="1" destOrd="0" presId="urn:microsoft.com/office/officeart/2005/8/layout/hList1"/>
    <dgm:cxn modelId="{0A22C53A-F97A-E048-9C37-EC149B0B9512}" type="presParOf" srcId="{82EB1113-49BA-4F48-96D2-6ADE5CC3E333}" destId="{857209FA-E6B8-A64D-9B79-27E3A5A478DF}" srcOrd="3" destOrd="0" presId="urn:microsoft.com/office/officeart/2005/8/layout/hList1"/>
    <dgm:cxn modelId="{1C8C263A-F16B-2C4B-B3D8-F9E5107918C6}" type="presParOf" srcId="{82EB1113-49BA-4F48-96D2-6ADE5CC3E333}" destId="{CD58A209-9791-554C-BBEF-236627BC96A7}" srcOrd="4" destOrd="0" presId="urn:microsoft.com/office/officeart/2005/8/layout/hList1"/>
    <dgm:cxn modelId="{D3E1764D-616A-8E43-B972-EEA862012A7C}" type="presParOf" srcId="{CD58A209-9791-554C-BBEF-236627BC96A7}" destId="{200D153B-41A7-9B46-A68E-A0D8D1306AA5}" srcOrd="0" destOrd="0" presId="urn:microsoft.com/office/officeart/2005/8/layout/hList1"/>
    <dgm:cxn modelId="{696AF80A-E9D4-B348-90E0-7E71A754AB88}" type="presParOf" srcId="{CD58A209-9791-554C-BBEF-236627BC96A7}" destId="{AE7826EA-4809-184E-B3DB-7D33EBAFACCA}"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46F8961-8587-2B41-B180-50CB70BB05F8}"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3CD13991-4926-6149-B07C-A24624F05578}">
      <dgm:prSet custT="1"/>
      <dgm:spPr/>
      <dgm:t>
        <a:bodyPr/>
        <a:lstStyle/>
        <a:p>
          <a:pPr algn="ctr">
            <a:lnSpc>
              <a:spcPct val="100000"/>
            </a:lnSpc>
            <a:spcAft>
              <a:spcPts val="0"/>
            </a:spcAft>
          </a:pPr>
          <a:r>
            <a:rPr lang="en-US" sz="4800" dirty="0">
              <a:solidFill>
                <a:schemeClr val="accent6">
                  <a:lumMod val="50000"/>
                </a:schemeClr>
              </a:solidFill>
              <a:latin typeface="Herculanum" panose="02000505000000020004" pitchFamily="2" charset="77"/>
            </a:rPr>
            <a:t>Automated Security Scanning</a:t>
          </a:r>
        </a:p>
      </dgm:t>
    </dgm:pt>
    <dgm:pt modelId="{D07B7125-C87C-2248-8C80-6C8ACAC31A4C}" type="parTrans" cxnId="{D4FE0FB3-19CC-E147-8695-A590A51356DB}">
      <dgm:prSet/>
      <dgm:spPr/>
      <dgm:t>
        <a:bodyPr/>
        <a:lstStyle/>
        <a:p>
          <a:pPr algn="ctr"/>
          <a:endParaRPr lang="en-US"/>
        </a:p>
      </dgm:t>
    </dgm:pt>
    <dgm:pt modelId="{B6884985-A5E8-5642-A646-AEB764D03299}" type="sibTrans" cxnId="{D4FE0FB3-19CC-E147-8695-A590A51356DB}">
      <dgm:prSet/>
      <dgm:spPr/>
      <dgm:t>
        <a:bodyPr/>
        <a:lstStyle/>
        <a:p>
          <a:pPr algn="ctr"/>
          <a:endParaRPr lang="en-US"/>
        </a:p>
      </dgm:t>
    </dgm:pt>
    <dgm:pt modelId="{587303E1-757F-E441-9987-01B34FDE1F33}" type="pres">
      <dgm:prSet presAssocID="{846F8961-8587-2B41-B180-50CB70BB05F8}" presName="linear" presStyleCnt="0">
        <dgm:presLayoutVars>
          <dgm:animLvl val="lvl"/>
          <dgm:resizeHandles val="exact"/>
        </dgm:presLayoutVars>
      </dgm:prSet>
      <dgm:spPr/>
    </dgm:pt>
    <dgm:pt modelId="{F84461AB-87BF-BE44-9E99-037A0BA35CC1}" type="pres">
      <dgm:prSet presAssocID="{3CD13991-4926-6149-B07C-A24624F05578}" presName="parentText" presStyleLbl="node1" presStyleIdx="0" presStyleCnt="1" custScaleY="190130" custLinFactNeighborY="19717">
        <dgm:presLayoutVars>
          <dgm:chMax val="0"/>
          <dgm:bulletEnabled val="1"/>
        </dgm:presLayoutVars>
      </dgm:prSet>
      <dgm:spPr/>
    </dgm:pt>
  </dgm:ptLst>
  <dgm:cxnLst>
    <dgm:cxn modelId="{5A8BC112-B633-634A-87AD-EEE80355CCD7}" type="presOf" srcId="{3CD13991-4926-6149-B07C-A24624F05578}" destId="{F84461AB-87BF-BE44-9E99-037A0BA35CC1}" srcOrd="0" destOrd="0" presId="urn:microsoft.com/office/officeart/2005/8/layout/vList2"/>
    <dgm:cxn modelId="{7ACF272B-B032-AE4E-91A3-A9756C9D82B6}" type="presOf" srcId="{846F8961-8587-2B41-B180-50CB70BB05F8}" destId="{587303E1-757F-E441-9987-01B34FDE1F33}" srcOrd="0" destOrd="0" presId="urn:microsoft.com/office/officeart/2005/8/layout/vList2"/>
    <dgm:cxn modelId="{D4FE0FB3-19CC-E147-8695-A590A51356DB}" srcId="{846F8961-8587-2B41-B180-50CB70BB05F8}" destId="{3CD13991-4926-6149-B07C-A24624F05578}" srcOrd="0" destOrd="0" parTransId="{D07B7125-C87C-2248-8C80-6C8ACAC31A4C}" sibTransId="{B6884985-A5E8-5642-A646-AEB764D03299}"/>
    <dgm:cxn modelId="{DBB491BE-322F-634D-B88D-6D2A15060789}" type="presParOf" srcId="{587303E1-757F-E441-9987-01B34FDE1F33}" destId="{F84461AB-87BF-BE44-9E99-037A0BA35CC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C8F3FA2-5F98-D544-8A81-2005F799DDBC}" type="doc">
      <dgm:prSet loTypeId="urn:microsoft.com/office/officeart/2005/8/layout/vList5" loCatId="list" qsTypeId="urn:microsoft.com/office/officeart/2005/8/quickstyle/3d4" qsCatId="3D" csTypeId="urn:microsoft.com/office/officeart/2005/8/colors/accent6_2" csCatId="accent6"/>
      <dgm:spPr/>
      <dgm:t>
        <a:bodyPr/>
        <a:lstStyle/>
        <a:p>
          <a:endParaRPr lang="en-US"/>
        </a:p>
      </dgm:t>
    </dgm:pt>
    <dgm:pt modelId="{267D5982-620B-8F40-A6DB-10C9544A7A8C}">
      <dgm:prSet/>
      <dgm:spPr/>
      <dgm:t>
        <a:bodyPr/>
        <a:lstStyle/>
        <a:p>
          <a:r>
            <a:rPr lang="en-US"/>
            <a:t>Static Application Security Testing (SAST)</a:t>
          </a:r>
        </a:p>
      </dgm:t>
    </dgm:pt>
    <dgm:pt modelId="{E64BDE78-2484-2D42-8D82-B57E0FC3FCF5}" type="parTrans" cxnId="{802B95D9-F408-DA49-B61B-54CF23D454B0}">
      <dgm:prSet/>
      <dgm:spPr/>
      <dgm:t>
        <a:bodyPr/>
        <a:lstStyle/>
        <a:p>
          <a:endParaRPr lang="en-US"/>
        </a:p>
      </dgm:t>
    </dgm:pt>
    <dgm:pt modelId="{0BE7F343-ED01-AE4C-A06A-54CEA1FF0BB9}" type="sibTrans" cxnId="{802B95D9-F408-DA49-B61B-54CF23D454B0}">
      <dgm:prSet/>
      <dgm:spPr/>
      <dgm:t>
        <a:bodyPr/>
        <a:lstStyle/>
        <a:p>
          <a:endParaRPr lang="en-US"/>
        </a:p>
      </dgm:t>
    </dgm:pt>
    <dgm:pt modelId="{83A64F32-0095-AF4F-A2AE-C037545D2C6E}">
      <dgm:prSet/>
      <dgm:spPr/>
      <dgm:t>
        <a:bodyPr/>
        <a:lstStyle/>
        <a:p>
          <a:r>
            <a:rPr lang="en-US"/>
            <a:t>Catches insecure code </a:t>
          </a:r>
          <a:r>
            <a:rPr lang="en-US" i="1"/>
            <a:t>before </a:t>
          </a:r>
          <a:r>
            <a:rPr lang="en-US"/>
            <a:t>it ships.</a:t>
          </a:r>
        </a:p>
      </dgm:t>
    </dgm:pt>
    <dgm:pt modelId="{4B49B6AB-70BE-2443-81F6-42E47E816013}" type="parTrans" cxnId="{F9FFA33D-4FDE-D54F-AB57-4A7D3FF37C01}">
      <dgm:prSet/>
      <dgm:spPr/>
      <dgm:t>
        <a:bodyPr/>
        <a:lstStyle/>
        <a:p>
          <a:endParaRPr lang="en-US"/>
        </a:p>
      </dgm:t>
    </dgm:pt>
    <dgm:pt modelId="{F6EE8BFB-8457-004A-A8B2-EEC7DC4D8E71}" type="sibTrans" cxnId="{F9FFA33D-4FDE-D54F-AB57-4A7D3FF37C01}">
      <dgm:prSet/>
      <dgm:spPr/>
      <dgm:t>
        <a:bodyPr/>
        <a:lstStyle/>
        <a:p>
          <a:endParaRPr lang="en-US"/>
        </a:p>
      </dgm:t>
    </dgm:pt>
    <dgm:pt modelId="{AB83146A-0788-2A4E-A01E-76868DA384EE}">
      <dgm:prSet/>
      <dgm:spPr/>
      <dgm:t>
        <a:bodyPr/>
        <a:lstStyle/>
        <a:p>
          <a:r>
            <a:rPr lang="en-US"/>
            <a:t>Runs as part of the testing phase </a:t>
          </a:r>
        </a:p>
      </dgm:t>
    </dgm:pt>
    <dgm:pt modelId="{EFF3548F-7B83-D845-80E9-D67DB984C777}" type="parTrans" cxnId="{6A8479BC-159A-B646-BF04-56E6C650B5F6}">
      <dgm:prSet/>
      <dgm:spPr/>
      <dgm:t>
        <a:bodyPr/>
        <a:lstStyle/>
        <a:p>
          <a:endParaRPr lang="en-US"/>
        </a:p>
      </dgm:t>
    </dgm:pt>
    <dgm:pt modelId="{7E132DE0-CB88-7E4C-8427-EF72FE91D44D}" type="sibTrans" cxnId="{6A8479BC-159A-B646-BF04-56E6C650B5F6}">
      <dgm:prSet/>
      <dgm:spPr/>
      <dgm:t>
        <a:bodyPr/>
        <a:lstStyle/>
        <a:p>
          <a:endParaRPr lang="en-US"/>
        </a:p>
      </dgm:t>
    </dgm:pt>
    <dgm:pt modelId="{8F98AA85-7D3B-0B42-9B0E-DF5E82B991BE}">
      <dgm:prSet/>
      <dgm:spPr/>
      <dgm:t>
        <a:bodyPr/>
        <a:lstStyle/>
        <a:p>
          <a:r>
            <a:rPr lang="en-US"/>
            <a:t>Software Composition Analysis (SCA)</a:t>
          </a:r>
        </a:p>
      </dgm:t>
    </dgm:pt>
    <dgm:pt modelId="{2B9B7FC3-7E53-B942-98F0-42189D48DB4E}" type="parTrans" cxnId="{AE123DCB-06FA-E04A-A220-6DDF18CE6EC1}">
      <dgm:prSet/>
      <dgm:spPr/>
      <dgm:t>
        <a:bodyPr/>
        <a:lstStyle/>
        <a:p>
          <a:endParaRPr lang="en-US"/>
        </a:p>
      </dgm:t>
    </dgm:pt>
    <dgm:pt modelId="{005CB6FA-C180-3948-B270-95D3479DA164}" type="sibTrans" cxnId="{AE123DCB-06FA-E04A-A220-6DDF18CE6EC1}">
      <dgm:prSet/>
      <dgm:spPr/>
      <dgm:t>
        <a:bodyPr/>
        <a:lstStyle/>
        <a:p>
          <a:endParaRPr lang="en-US"/>
        </a:p>
      </dgm:t>
    </dgm:pt>
    <dgm:pt modelId="{6EB5CB02-7345-AA4F-9453-CD03DF2E5D09}">
      <dgm:prSet/>
      <dgm:spPr/>
      <dgm:t>
        <a:bodyPr/>
        <a:lstStyle/>
        <a:p>
          <a:r>
            <a:rPr lang="en-US"/>
            <a:t>Does dependency scanning to catch vulnerable third-party libraries</a:t>
          </a:r>
        </a:p>
      </dgm:t>
    </dgm:pt>
    <dgm:pt modelId="{145ED27C-BC69-CF47-A623-D8ABA6071378}" type="parTrans" cxnId="{8680C885-0355-524A-AA53-79C23F90E13F}">
      <dgm:prSet/>
      <dgm:spPr/>
      <dgm:t>
        <a:bodyPr/>
        <a:lstStyle/>
        <a:p>
          <a:endParaRPr lang="en-US"/>
        </a:p>
      </dgm:t>
    </dgm:pt>
    <dgm:pt modelId="{24645085-10D6-D647-AF24-894A9877FFB5}" type="sibTrans" cxnId="{8680C885-0355-524A-AA53-79C23F90E13F}">
      <dgm:prSet/>
      <dgm:spPr/>
      <dgm:t>
        <a:bodyPr/>
        <a:lstStyle/>
        <a:p>
          <a:endParaRPr lang="en-US"/>
        </a:p>
      </dgm:t>
    </dgm:pt>
    <dgm:pt modelId="{DA245AE1-7F9D-6E48-8923-F1274791FB36}" type="pres">
      <dgm:prSet presAssocID="{1C8F3FA2-5F98-D544-8A81-2005F799DDBC}" presName="Name0" presStyleCnt="0">
        <dgm:presLayoutVars>
          <dgm:dir/>
          <dgm:animLvl val="lvl"/>
          <dgm:resizeHandles val="exact"/>
        </dgm:presLayoutVars>
      </dgm:prSet>
      <dgm:spPr/>
    </dgm:pt>
    <dgm:pt modelId="{E7081BC7-8656-C14F-A334-45557652069C}" type="pres">
      <dgm:prSet presAssocID="{267D5982-620B-8F40-A6DB-10C9544A7A8C}" presName="linNode" presStyleCnt="0"/>
      <dgm:spPr/>
    </dgm:pt>
    <dgm:pt modelId="{49AAA85A-FAC7-5B4B-8048-D3A9030CD110}" type="pres">
      <dgm:prSet presAssocID="{267D5982-620B-8F40-A6DB-10C9544A7A8C}" presName="parentText" presStyleLbl="node1" presStyleIdx="0" presStyleCnt="2">
        <dgm:presLayoutVars>
          <dgm:chMax val="1"/>
          <dgm:bulletEnabled val="1"/>
        </dgm:presLayoutVars>
      </dgm:prSet>
      <dgm:spPr/>
    </dgm:pt>
    <dgm:pt modelId="{790491C0-65ED-4B4E-8558-ACA7D3537A30}" type="pres">
      <dgm:prSet presAssocID="{267D5982-620B-8F40-A6DB-10C9544A7A8C}" presName="descendantText" presStyleLbl="alignAccFollowNode1" presStyleIdx="0" presStyleCnt="2">
        <dgm:presLayoutVars>
          <dgm:bulletEnabled val="1"/>
        </dgm:presLayoutVars>
      </dgm:prSet>
      <dgm:spPr/>
    </dgm:pt>
    <dgm:pt modelId="{DD2B943D-4B8F-114C-AD48-11EFA6E27380}" type="pres">
      <dgm:prSet presAssocID="{0BE7F343-ED01-AE4C-A06A-54CEA1FF0BB9}" presName="sp" presStyleCnt="0"/>
      <dgm:spPr/>
    </dgm:pt>
    <dgm:pt modelId="{24F179C2-883E-F94F-BDB2-15D92C226D86}" type="pres">
      <dgm:prSet presAssocID="{8F98AA85-7D3B-0B42-9B0E-DF5E82B991BE}" presName="linNode" presStyleCnt="0"/>
      <dgm:spPr/>
    </dgm:pt>
    <dgm:pt modelId="{E68E6E0E-2962-5647-AACC-33BD5F2051DE}" type="pres">
      <dgm:prSet presAssocID="{8F98AA85-7D3B-0B42-9B0E-DF5E82B991BE}" presName="parentText" presStyleLbl="node1" presStyleIdx="1" presStyleCnt="2">
        <dgm:presLayoutVars>
          <dgm:chMax val="1"/>
          <dgm:bulletEnabled val="1"/>
        </dgm:presLayoutVars>
      </dgm:prSet>
      <dgm:spPr/>
    </dgm:pt>
    <dgm:pt modelId="{E783B18C-6B78-DD4C-B3F1-979E00ACDA3F}" type="pres">
      <dgm:prSet presAssocID="{8F98AA85-7D3B-0B42-9B0E-DF5E82B991BE}" presName="descendantText" presStyleLbl="alignAccFollowNode1" presStyleIdx="1" presStyleCnt="2">
        <dgm:presLayoutVars>
          <dgm:bulletEnabled val="1"/>
        </dgm:presLayoutVars>
      </dgm:prSet>
      <dgm:spPr/>
    </dgm:pt>
  </dgm:ptLst>
  <dgm:cxnLst>
    <dgm:cxn modelId="{768C623D-E899-7945-9BB4-39D1D03D4D7C}" type="presOf" srcId="{8F98AA85-7D3B-0B42-9B0E-DF5E82B991BE}" destId="{E68E6E0E-2962-5647-AACC-33BD5F2051DE}" srcOrd="0" destOrd="0" presId="urn:microsoft.com/office/officeart/2005/8/layout/vList5"/>
    <dgm:cxn modelId="{F9FFA33D-4FDE-D54F-AB57-4A7D3FF37C01}" srcId="{267D5982-620B-8F40-A6DB-10C9544A7A8C}" destId="{83A64F32-0095-AF4F-A2AE-C037545D2C6E}" srcOrd="0" destOrd="0" parTransId="{4B49B6AB-70BE-2443-81F6-42E47E816013}" sibTransId="{F6EE8BFB-8457-004A-A8B2-EEC7DC4D8E71}"/>
    <dgm:cxn modelId="{A352BF5E-9F3B-6B49-9573-510125CD845E}" type="presOf" srcId="{83A64F32-0095-AF4F-A2AE-C037545D2C6E}" destId="{790491C0-65ED-4B4E-8558-ACA7D3537A30}" srcOrd="0" destOrd="0" presId="urn:microsoft.com/office/officeart/2005/8/layout/vList5"/>
    <dgm:cxn modelId="{D0768873-0E40-F240-879A-E1A33C191E14}" type="presOf" srcId="{AB83146A-0788-2A4E-A01E-76868DA384EE}" destId="{790491C0-65ED-4B4E-8558-ACA7D3537A30}" srcOrd="0" destOrd="1" presId="urn:microsoft.com/office/officeart/2005/8/layout/vList5"/>
    <dgm:cxn modelId="{B9E44C84-B3EC-444C-8EE2-79CE1C2E3362}" type="presOf" srcId="{267D5982-620B-8F40-A6DB-10C9544A7A8C}" destId="{49AAA85A-FAC7-5B4B-8048-D3A9030CD110}" srcOrd="0" destOrd="0" presId="urn:microsoft.com/office/officeart/2005/8/layout/vList5"/>
    <dgm:cxn modelId="{8680C885-0355-524A-AA53-79C23F90E13F}" srcId="{8F98AA85-7D3B-0B42-9B0E-DF5E82B991BE}" destId="{6EB5CB02-7345-AA4F-9453-CD03DF2E5D09}" srcOrd="0" destOrd="0" parTransId="{145ED27C-BC69-CF47-A623-D8ABA6071378}" sibTransId="{24645085-10D6-D647-AF24-894A9877FFB5}"/>
    <dgm:cxn modelId="{46069CA0-2D02-7B4C-9CD2-60397509E08D}" type="presOf" srcId="{1C8F3FA2-5F98-D544-8A81-2005F799DDBC}" destId="{DA245AE1-7F9D-6E48-8923-F1274791FB36}" srcOrd="0" destOrd="0" presId="urn:microsoft.com/office/officeart/2005/8/layout/vList5"/>
    <dgm:cxn modelId="{74C9D5A4-C271-EC44-B353-9E0969C25662}" type="presOf" srcId="{6EB5CB02-7345-AA4F-9453-CD03DF2E5D09}" destId="{E783B18C-6B78-DD4C-B3F1-979E00ACDA3F}" srcOrd="0" destOrd="0" presId="urn:microsoft.com/office/officeart/2005/8/layout/vList5"/>
    <dgm:cxn modelId="{6A8479BC-159A-B646-BF04-56E6C650B5F6}" srcId="{267D5982-620B-8F40-A6DB-10C9544A7A8C}" destId="{AB83146A-0788-2A4E-A01E-76868DA384EE}" srcOrd="1" destOrd="0" parTransId="{EFF3548F-7B83-D845-80E9-D67DB984C777}" sibTransId="{7E132DE0-CB88-7E4C-8427-EF72FE91D44D}"/>
    <dgm:cxn modelId="{AE123DCB-06FA-E04A-A220-6DDF18CE6EC1}" srcId="{1C8F3FA2-5F98-D544-8A81-2005F799DDBC}" destId="{8F98AA85-7D3B-0B42-9B0E-DF5E82B991BE}" srcOrd="1" destOrd="0" parTransId="{2B9B7FC3-7E53-B942-98F0-42189D48DB4E}" sibTransId="{005CB6FA-C180-3948-B270-95D3479DA164}"/>
    <dgm:cxn modelId="{802B95D9-F408-DA49-B61B-54CF23D454B0}" srcId="{1C8F3FA2-5F98-D544-8A81-2005F799DDBC}" destId="{267D5982-620B-8F40-A6DB-10C9544A7A8C}" srcOrd="0" destOrd="0" parTransId="{E64BDE78-2484-2D42-8D82-B57E0FC3FCF5}" sibTransId="{0BE7F343-ED01-AE4C-A06A-54CEA1FF0BB9}"/>
    <dgm:cxn modelId="{AC4DA9B6-F983-AB4A-930D-42BB5793D2B3}" type="presParOf" srcId="{DA245AE1-7F9D-6E48-8923-F1274791FB36}" destId="{E7081BC7-8656-C14F-A334-45557652069C}" srcOrd="0" destOrd="0" presId="urn:microsoft.com/office/officeart/2005/8/layout/vList5"/>
    <dgm:cxn modelId="{3EBD0367-77FF-6947-978A-8BD76BF75686}" type="presParOf" srcId="{E7081BC7-8656-C14F-A334-45557652069C}" destId="{49AAA85A-FAC7-5B4B-8048-D3A9030CD110}" srcOrd="0" destOrd="0" presId="urn:microsoft.com/office/officeart/2005/8/layout/vList5"/>
    <dgm:cxn modelId="{46F3D8A4-E471-094F-805C-F7DA280357A4}" type="presParOf" srcId="{E7081BC7-8656-C14F-A334-45557652069C}" destId="{790491C0-65ED-4B4E-8558-ACA7D3537A30}" srcOrd="1" destOrd="0" presId="urn:microsoft.com/office/officeart/2005/8/layout/vList5"/>
    <dgm:cxn modelId="{5D66690F-97BC-8046-927D-8BE24B5DFAD9}" type="presParOf" srcId="{DA245AE1-7F9D-6E48-8923-F1274791FB36}" destId="{DD2B943D-4B8F-114C-AD48-11EFA6E27380}" srcOrd="1" destOrd="0" presId="urn:microsoft.com/office/officeart/2005/8/layout/vList5"/>
    <dgm:cxn modelId="{9FACE1E8-CE3C-1140-B420-384838430FA4}" type="presParOf" srcId="{DA245AE1-7F9D-6E48-8923-F1274791FB36}" destId="{24F179C2-883E-F94F-BDB2-15D92C226D86}" srcOrd="2" destOrd="0" presId="urn:microsoft.com/office/officeart/2005/8/layout/vList5"/>
    <dgm:cxn modelId="{AC66EB32-3DB0-9E45-9DE5-EB398D25E719}" type="presParOf" srcId="{24F179C2-883E-F94F-BDB2-15D92C226D86}" destId="{E68E6E0E-2962-5647-AACC-33BD5F2051DE}" srcOrd="0" destOrd="0" presId="urn:microsoft.com/office/officeart/2005/8/layout/vList5"/>
    <dgm:cxn modelId="{D02CD271-163E-F743-9B54-8C3701379160}" type="presParOf" srcId="{24F179C2-883E-F94F-BDB2-15D92C226D86}" destId="{E783B18C-6B78-DD4C-B3F1-979E00ACDA3F}"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46F8961-8587-2B41-B180-50CB70BB05F8}"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3CD13991-4926-6149-B07C-A24624F05578}">
      <dgm:prSet custT="1"/>
      <dgm:spPr/>
      <dgm:t>
        <a:bodyPr/>
        <a:lstStyle/>
        <a:p>
          <a:pPr algn="ctr">
            <a:lnSpc>
              <a:spcPct val="100000"/>
            </a:lnSpc>
            <a:spcAft>
              <a:spcPts val="0"/>
            </a:spcAft>
          </a:pPr>
          <a:r>
            <a:rPr lang="en-US" sz="4000" dirty="0">
              <a:solidFill>
                <a:schemeClr val="accent6">
                  <a:lumMod val="50000"/>
                </a:schemeClr>
              </a:solidFill>
              <a:latin typeface="Herculanum" panose="02000505000000020004" pitchFamily="2" charset="77"/>
            </a:rPr>
            <a:t>Pre-Approved Shared Security Components</a:t>
          </a:r>
        </a:p>
      </dgm:t>
    </dgm:pt>
    <dgm:pt modelId="{D07B7125-C87C-2248-8C80-6C8ACAC31A4C}" type="parTrans" cxnId="{D4FE0FB3-19CC-E147-8695-A590A51356DB}">
      <dgm:prSet/>
      <dgm:spPr/>
      <dgm:t>
        <a:bodyPr/>
        <a:lstStyle/>
        <a:p>
          <a:pPr algn="ctr"/>
          <a:endParaRPr lang="en-US"/>
        </a:p>
      </dgm:t>
    </dgm:pt>
    <dgm:pt modelId="{B6884985-A5E8-5642-A646-AEB764D03299}" type="sibTrans" cxnId="{D4FE0FB3-19CC-E147-8695-A590A51356DB}">
      <dgm:prSet/>
      <dgm:spPr/>
      <dgm:t>
        <a:bodyPr/>
        <a:lstStyle/>
        <a:p>
          <a:pPr algn="ctr"/>
          <a:endParaRPr lang="en-US"/>
        </a:p>
      </dgm:t>
    </dgm:pt>
    <dgm:pt modelId="{587303E1-757F-E441-9987-01B34FDE1F33}" type="pres">
      <dgm:prSet presAssocID="{846F8961-8587-2B41-B180-50CB70BB05F8}" presName="linear" presStyleCnt="0">
        <dgm:presLayoutVars>
          <dgm:animLvl val="lvl"/>
          <dgm:resizeHandles val="exact"/>
        </dgm:presLayoutVars>
      </dgm:prSet>
      <dgm:spPr/>
    </dgm:pt>
    <dgm:pt modelId="{F84461AB-87BF-BE44-9E99-037A0BA35CC1}" type="pres">
      <dgm:prSet presAssocID="{3CD13991-4926-6149-B07C-A24624F05578}" presName="parentText" presStyleLbl="node1" presStyleIdx="0" presStyleCnt="1" custScaleY="182389" custLinFactNeighborY="29314">
        <dgm:presLayoutVars>
          <dgm:chMax val="0"/>
          <dgm:bulletEnabled val="1"/>
        </dgm:presLayoutVars>
      </dgm:prSet>
      <dgm:spPr/>
    </dgm:pt>
  </dgm:ptLst>
  <dgm:cxnLst>
    <dgm:cxn modelId="{5A8BC112-B633-634A-87AD-EEE80355CCD7}" type="presOf" srcId="{3CD13991-4926-6149-B07C-A24624F05578}" destId="{F84461AB-87BF-BE44-9E99-037A0BA35CC1}" srcOrd="0" destOrd="0" presId="urn:microsoft.com/office/officeart/2005/8/layout/vList2"/>
    <dgm:cxn modelId="{7ACF272B-B032-AE4E-91A3-A9756C9D82B6}" type="presOf" srcId="{846F8961-8587-2B41-B180-50CB70BB05F8}" destId="{587303E1-757F-E441-9987-01B34FDE1F33}" srcOrd="0" destOrd="0" presId="urn:microsoft.com/office/officeart/2005/8/layout/vList2"/>
    <dgm:cxn modelId="{D4FE0FB3-19CC-E147-8695-A590A51356DB}" srcId="{846F8961-8587-2B41-B180-50CB70BB05F8}" destId="{3CD13991-4926-6149-B07C-A24624F05578}" srcOrd="0" destOrd="0" parTransId="{D07B7125-C87C-2248-8C80-6C8ACAC31A4C}" sibTransId="{B6884985-A5E8-5642-A646-AEB764D03299}"/>
    <dgm:cxn modelId="{DBB491BE-322F-634D-B88D-6D2A15060789}" type="presParOf" srcId="{587303E1-757F-E441-9987-01B34FDE1F33}" destId="{F84461AB-87BF-BE44-9E99-037A0BA35CC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8D194BB-EEE5-1F42-949D-544FB16E4DAC}" type="doc">
      <dgm:prSet loTypeId="urn:microsoft.com/office/officeart/2005/8/layout/hList3" loCatId="list" qsTypeId="urn:microsoft.com/office/officeart/2005/8/quickstyle/3d4" qsCatId="3D" csTypeId="urn:microsoft.com/office/officeart/2005/8/colors/accent6_2" csCatId="accent6"/>
      <dgm:spPr/>
      <dgm:t>
        <a:bodyPr/>
        <a:lstStyle/>
        <a:p>
          <a:endParaRPr lang="en-US"/>
        </a:p>
      </dgm:t>
    </dgm:pt>
    <dgm:pt modelId="{371E2692-2553-224D-8B5E-F7987A8080CA}">
      <dgm:prSet/>
      <dgm:spPr/>
      <dgm:t>
        <a:bodyPr/>
        <a:lstStyle/>
        <a:p>
          <a:r>
            <a:rPr lang="en-US" dirty="0"/>
            <a:t>Stock the repository with security-vetted libraries for authentication, encryption, and logging.</a:t>
          </a:r>
        </a:p>
      </dgm:t>
    </dgm:pt>
    <dgm:pt modelId="{6683656B-BDBC-4240-B10A-C5ADFC12F907}" type="parTrans" cxnId="{30C46D89-0399-3240-82D5-33D0673AC2CE}">
      <dgm:prSet/>
      <dgm:spPr/>
      <dgm:t>
        <a:bodyPr/>
        <a:lstStyle/>
        <a:p>
          <a:endParaRPr lang="en-US"/>
        </a:p>
      </dgm:t>
    </dgm:pt>
    <dgm:pt modelId="{E3C3FE39-05F5-1F4C-8AA5-35E741C57192}" type="sibTrans" cxnId="{30C46D89-0399-3240-82D5-33D0673AC2CE}">
      <dgm:prSet/>
      <dgm:spPr/>
      <dgm:t>
        <a:bodyPr/>
        <a:lstStyle/>
        <a:p>
          <a:endParaRPr lang="en-US"/>
        </a:p>
      </dgm:t>
    </dgm:pt>
    <dgm:pt modelId="{5012F973-37CA-5D45-BE20-AF6276B2EB41}">
      <dgm:prSet/>
      <dgm:spPr/>
      <dgm:t>
        <a:bodyPr/>
        <a:lstStyle/>
        <a:p>
          <a:r>
            <a:rPr lang="en-US" b="0" u="sng" dirty="0"/>
            <a:t>Teams that reuse these components can skip a separate design review.</a:t>
          </a:r>
        </a:p>
      </dgm:t>
    </dgm:pt>
    <dgm:pt modelId="{73D39D25-6D66-D74D-80F6-938C3367D02D}" type="parTrans" cxnId="{5B5340AA-829D-A243-BC86-923475169735}">
      <dgm:prSet/>
      <dgm:spPr/>
      <dgm:t>
        <a:bodyPr/>
        <a:lstStyle/>
        <a:p>
          <a:endParaRPr lang="en-US"/>
        </a:p>
      </dgm:t>
    </dgm:pt>
    <dgm:pt modelId="{40B3135B-CC04-CE47-BDA0-01DC9901DF3B}" type="sibTrans" cxnId="{5B5340AA-829D-A243-BC86-923475169735}">
      <dgm:prSet/>
      <dgm:spPr/>
      <dgm:t>
        <a:bodyPr/>
        <a:lstStyle/>
        <a:p>
          <a:endParaRPr lang="en-US"/>
        </a:p>
      </dgm:t>
    </dgm:pt>
    <dgm:pt modelId="{8209BEF5-2AF3-DF44-AF42-E3EFB2B1FF69}">
      <dgm:prSet/>
      <dgm:spPr/>
      <dgm:t>
        <a:bodyPr/>
        <a:lstStyle/>
        <a:p>
          <a:r>
            <a:rPr lang="en-US" dirty="0"/>
            <a:t>If you need to authenticate something, using the shared authentication library means you can be assured it is secure, and you don’t need to write it yourself!</a:t>
          </a:r>
        </a:p>
      </dgm:t>
    </dgm:pt>
    <dgm:pt modelId="{B1212347-9669-7745-A083-2F42D8758C1E}" type="parTrans" cxnId="{9B146ECF-975A-3346-AF3A-C9C6CFDF7932}">
      <dgm:prSet/>
      <dgm:spPr/>
      <dgm:t>
        <a:bodyPr/>
        <a:lstStyle/>
        <a:p>
          <a:endParaRPr lang="en-US"/>
        </a:p>
      </dgm:t>
    </dgm:pt>
    <dgm:pt modelId="{B9CE4689-8B35-0241-8D82-96D3A281FF7B}" type="sibTrans" cxnId="{9B146ECF-975A-3346-AF3A-C9C6CFDF7932}">
      <dgm:prSet/>
      <dgm:spPr/>
      <dgm:t>
        <a:bodyPr/>
        <a:lstStyle/>
        <a:p>
          <a:endParaRPr lang="en-US"/>
        </a:p>
      </dgm:t>
    </dgm:pt>
    <dgm:pt modelId="{284F2FEB-9F21-1E4C-85B3-5FAE68604FF7}">
      <dgm:prSet/>
      <dgm:spPr/>
      <dgm:t>
        <a:bodyPr/>
        <a:lstStyle/>
        <a:p>
          <a:r>
            <a:rPr lang="en-US"/>
            <a:t>The same is true of logging or encryption; everywhere in the software, you need to use it, you </a:t>
          </a:r>
          <a:r>
            <a:rPr lang="en-US" i="1"/>
            <a:t>know</a:t>
          </a:r>
          <a:r>
            <a:rPr lang="en-US"/>
            <a:t> it’s already secure.</a:t>
          </a:r>
        </a:p>
      </dgm:t>
    </dgm:pt>
    <dgm:pt modelId="{8C6BF57E-CBDD-D14F-A362-BA2992A871E9}" type="parTrans" cxnId="{7330D645-7723-C447-B5EB-27051D13953B}">
      <dgm:prSet/>
      <dgm:spPr/>
      <dgm:t>
        <a:bodyPr/>
        <a:lstStyle/>
        <a:p>
          <a:endParaRPr lang="en-US"/>
        </a:p>
      </dgm:t>
    </dgm:pt>
    <dgm:pt modelId="{D4812E16-F8B5-FC4A-956C-361CF6FF6543}" type="sibTrans" cxnId="{7330D645-7723-C447-B5EB-27051D13953B}">
      <dgm:prSet/>
      <dgm:spPr/>
      <dgm:t>
        <a:bodyPr/>
        <a:lstStyle/>
        <a:p>
          <a:endParaRPr lang="en-US"/>
        </a:p>
      </dgm:t>
    </dgm:pt>
    <dgm:pt modelId="{3D176952-3B91-3342-9930-0B95BBBAAEA8}">
      <dgm:prSet/>
      <dgm:spPr/>
      <dgm:t>
        <a:bodyPr/>
        <a:lstStyle/>
        <a:p>
          <a:r>
            <a:rPr lang="en-US" b="1" u="sng" dirty="0"/>
            <a:t>Reduced the chance of every team reinventing the same security-sensitive code.</a:t>
          </a:r>
        </a:p>
      </dgm:t>
    </dgm:pt>
    <dgm:pt modelId="{7852B9B0-D3A2-3E4E-A901-ABADF62D9BB7}" type="parTrans" cxnId="{3EA441D2-935C-2646-99C0-DA569E5DFF44}">
      <dgm:prSet/>
      <dgm:spPr/>
      <dgm:t>
        <a:bodyPr/>
        <a:lstStyle/>
        <a:p>
          <a:endParaRPr lang="en-US"/>
        </a:p>
      </dgm:t>
    </dgm:pt>
    <dgm:pt modelId="{1522F547-56BB-BA48-AE1B-F994CA5A5765}" type="sibTrans" cxnId="{3EA441D2-935C-2646-99C0-DA569E5DFF44}">
      <dgm:prSet/>
      <dgm:spPr/>
      <dgm:t>
        <a:bodyPr/>
        <a:lstStyle/>
        <a:p>
          <a:endParaRPr lang="en-US"/>
        </a:p>
      </dgm:t>
    </dgm:pt>
    <dgm:pt modelId="{23F6A8F2-CECA-2B46-BCE0-E8B37B359BF5}">
      <dgm:prSet/>
      <dgm:spPr/>
      <dgm:t>
        <a:bodyPr/>
        <a:lstStyle/>
        <a:p>
          <a:r>
            <a:rPr lang="en-US" dirty="0"/>
            <a:t>Save the team the time of having to reinvent the logging/authentication technique for every project.</a:t>
          </a:r>
        </a:p>
      </dgm:t>
    </dgm:pt>
    <dgm:pt modelId="{827C5A35-D183-7146-9AEA-591AC55A5DF5}" type="parTrans" cxnId="{FCA73FE5-D1EB-8148-82F6-AB81DE695AAB}">
      <dgm:prSet/>
      <dgm:spPr/>
      <dgm:t>
        <a:bodyPr/>
        <a:lstStyle/>
        <a:p>
          <a:endParaRPr lang="en-US"/>
        </a:p>
      </dgm:t>
    </dgm:pt>
    <dgm:pt modelId="{C4A096E2-3043-3C48-A5A1-49A9935943A4}" type="sibTrans" cxnId="{FCA73FE5-D1EB-8148-82F6-AB81DE695AAB}">
      <dgm:prSet/>
      <dgm:spPr/>
      <dgm:t>
        <a:bodyPr/>
        <a:lstStyle/>
        <a:p>
          <a:endParaRPr lang="en-US"/>
        </a:p>
      </dgm:t>
    </dgm:pt>
    <dgm:pt modelId="{FFC7713B-7F88-064B-9439-A8439F87D0B7}">
      <dgm:prSet/>
      <dgm:spPr/>
      <dgm:t>
        <a:bodyPr/>
        <a:lstStyle/>
        <a:p>
          <a:r>
            <a:rPr lang="en-US" dirty="0"/>
            <a:t>Ensures the team doesn’t mistakenly develop an insecure security measure.</a:t>
          </a:r>
        </a:p>
      </dgm:t>
    </dgm:pt>
    <dgm:pt modelId="{DACFAA07-1D73-9748-A5B3-A200F8B43608}" type="parTrans" cxnId="{3C21BE22-DCFF-8F49-B657-C5672BE6C45B}">
      <dgm:prSet/>
      <dgm:spPr/>
      <dgm:t>
        <a:bodyPr/>
        <a:lstStyle/>
        <a:p>
          <a:endParaRPr lang="en-US"/>
        </a:p>
      </dgm:t>
    </dgm:pt>
    <dgm:pt modelId="{8A0FFD87-21FE-FD40-A602-0EC417F367DE}" type="sibTrans" cxnId="{3C21BE22-DCFF-8F49-B657-C5672BE6C45B}">
      <dgm:prSet/>
      <dgm:spPr/>
      <dgm:t>
        <a:bodyPr/>
        <a:lstStyle/>
        <a:p>
          <a:endParaRPr lang="en-US"/>
        </a:p>
      </dgm:t>
    </dgm:pt>
    <dgm:pt modelId="{E8190083-C0D9-F24A-B352-624C977A48E0}" type="pres">
      <dgm:prSet presAssocID="{D8D194BB-EEE5-1F42-949D-544FB16E4DAC}" presName="composite" presStyleCnt="0">
        <dgm:presLayoutVars>
          <dgm:chMax val="1"/>
          <dgm:dir/>
          <dgm:resizeHandles val="exact"/>
        </dgm:presLayoutVars>
      </dgm:prSet>
      <dgm:spPr/>
    </dgm:pt>
    <dgm:pt modelId="{0FA17EA6-9573-9444-8120-93DE64A5D3BB}" type="pres">
      <dgm:prSet presAssocID="{371E2692-2553-224D-8B5E-F7987A8080CA}" presName="roof" presStyleLbl="dkBgShp" presStyleIdx="0" presStyleCnt="2"/>
      <dgm:spPr/>
    </dgm:pt>
    <dgm:pt modelId="{BE0EC9A7-EAC1-1F45-8D14-2A1C32D2CD81}" type="pres">
      <dgm:prSet presAssocID="{371E2692-2553-224D-8B5E-F7987A8080CA}" presName="pillars" presStyleCnt="0"/>
      <dgm:spPr/>
    </dgm:pt>
    <dgm:pt modelId="{C486A052-DF6E-7D40-BE12-BF4EB8057C91}" type="pres">
      <dgm:prSet presAssocID="{371E2692-2553-224D-8B5E-F7987A8080CA}" presName="pillar1" presStyleLbl="node1" presStyleIdx="0" presStyleCnt="2" custLinFactNeighborX="-5714" custLinFactNeighborY="749">
        <dgm:presLayoutVars>
          <dgm:bulletEnabled val="1"/>
        </dgm:presLayoutVars>
      </dgm:prSet>
      <dgm:spPr/>
    </dgm:pt>
    <dgm:pt modelId="{62A1F094-1CF9-684B-9B4F-B8740612D13B}" type="pres">
      <dgm:prSet presAssocID="{3D176952-3B91-3342-9930-0B95BBBAAEA8}" presName="pillarX" presStyleLbl="node1" presStyleIdx="1" presStyleCnt="2">
        <dgm:presLayoutVars>
          <dgm:bulletEnabled val="1"/>
        </dgm:presLayoutVars>
      </dgm:prSet>
      <dgm:spPr/>
    </dgm:pt>
    <dgm:pt modelId="{5D5748F0-BD64-7444-AE55-0C2D04799C59}" type="pres">
      <dgm:prSet presAssocID="{371E2692-2553-224D-8B5E-F7987A8080CA}" presName="base" presStyleLbl="dkBgShp" presStyleIdx="1" presStyleCnt="2"/>
      <dgm:spPr/>
    </dgm:pt>
  </dgm:ptLst>
  <dgm:cxnLst>
    <dgm:cxn modelId="{4FD80E0F-AC7C-2A47-B0E0-FC9E626E55A1}" type="presOf" srcId="{D8D194BB-EEE5-1F42-949D-544FB16E4DAC}" destId="{E8190083-C0D9-F24A-B352-624C977A48E0}" srcOrd="0" destOrd="0" presId="urn:microsoft.com/office/officeart/2005/8/layout/hList3"/>
    <dgm:cxn modelId="{3C21BE22-DCFF-8F49-B657-C5672BE6C45B}" srcId="{3D176952-3B91-3342-9930-0B95BBBAAEA8}" destId="{FFC7713B-7F88-064B-9439-A8439F87D0B7}" srcOrd="1" destOrd="0" parTransId="{DACFAA07-1D73-9748-A5B3-A200F8B43608}" sibTransId="{8A0FFD87-21FE-FD40-A602-0EC417F367DE}"/>
    <dgm:cxn modelId="{97F2BB3A-3AB4-3F48-BDAF-6CE183E4C05D}" type="presOf" srcId="{284F2FEB-9F21-1E4C-85B3-5FAE68604FF7}" destId="{C486A052-DF6E-7D40-BE12-BF4EB8057C91}" srcOrd="0" destOrd="2" presId="urn:microsoft.com/office/officeart/2005/8/layout/hList3"/>
    <dgm:cxn modelId="{EB3E3A44-610A-D140-9079-9F09142F5B22}" type="presOf" srcId="{8209BEF5-2AF3-DF44-AF42-E3EFB2B1FF69}" destId="{C486A052-DF6E-7D40-BE12-BF4EB8057C91}" srcOrd="0" destOrd="1" presId="urn:microsoft.com/office/officeart/2005/8/layout/hList3"/>
    <dgm:cxn modelId="{7330D645-7723-C447-B5EB-27051D13953B}" srcId="{5012F973-37CA-5D45-BE20-AF6276B2EB41}" destId="{284F2FEB-9F21-1E4C-85B3-5FAE68604FF7}" srcOrd="1" destOrd="0" parTransId="{8C6BF57E-CBDD-D14F-A362-BA2992A871E9}" sibTransId="{D4812E16-F8B5-FC4A-956C-361CF6FF6543}"/>
    <dgm:cxn modelId="{5087F64A-799D-724E-8E13-50768FD48A8B}" type="presOf" srcId="{5012F973-37CA-5D45-BE20-AF6276B2EB41}" destId="{C486A052-DF6E-7D40-BE12-BF4EB8057C91}" srcOrd="0" destOrd="0" presId="urn:microsoft.com/office/officeart/2005/8/layout/hList3"/>
    <dgm:cxn modelId="{92359D5E-57A7-4A4A-96D7-79D35898C72B}" type="presOf" srcId="{23F6A8F2-CECA-2B46-BCE0-E8B37B359BF5}" destId="{62A1F094-1CF9-684B-9B4F-B8740612D13B}" srcOrd="0" destOrd="1" presId="urn:microsoft.com/office/officeart/2005/8/layout/hList3"/>
    <dgm:cxn modelId="{5A83D35F-424F-FB4E-B845-445A59783CEA}" type="presOf" srcId="{FFC7713B-7F88-064B-9439-A8439F87D0B7}" destId="{62A1F094-1CF9-684B-9B4F-B8740612D13B}" srcOrd="0" destOrd="2" presId="urn:microsoft.com/office/officeart/2005/8/layout/hList3"/>
    <dgm:cxn modelId="{30C46D89-0399-3240-82D5-33D0673AC2CE}" srcId="{D8D194BB-EEE5-1F42-949D-544FB16E4DAC}" destId="{371E2692-2553-224D-8B5E-F7987A8080CA}" srcOrd="0" destOrd="0" parTransId="{6683656B-BDBC-4240-B10A-C5ADFC12F907}" sibTransId="{E3C3FE39-05F5-1F4C-8AA5-35E741C57192}"/>
    <dgm:cxn modelId="{5B5340AA-829D-A243-BC86-923475169735}" srcId="{371E2692-2553-224D-8B5E-F7987A8080CA}" destId="{5012F973-37CA-5D45-BE20-AF6276B2EB41}" srcOrd="0" destOrd="0" parTransId="{73D39D25-6D66-D74D-80F6-938C3367D02D}" sibTransId="{40B3135B-CC04-CE47-BDA0-01DC9901DF3B}"/>
    <dgm:cxn modelId="{9B146ECF-975A-3346-AF3A-C9C6CFDF7932}" srcId="{5012F973-37CA-5D45-BE20-AF6276B2EB41}" destId="{8209BEF5-2AF3-DF44-AF42-E3EFB2B1FF69}" srcOrd="0" destOrd="0" parTransId="{B1212347-9669-7745-A083-2F42D8758C1E}" sibTransId="{B9CE4689-8B35-0241-8D82-96D3A281FF7B}"/>
    <dgm:cxn modelId="{3EA441D2-935C-2646-99C0-DA569E5DFF44}" srcId="{371E2692-2553-224D-8B5E-F7987A8080CA}" destId="{3D176952-3B91-3342-9930-0B95BBBAAEA8}" srcOrd="1" destOrd="0" parTransId="{7852B9B0-D3A2-3E4E-A901-ABADF62D9BB7}" sibTransId="{1522F547-56BB-BA48-AE1B-F994CA5A5765}"/>
    <dgm:cxn modelId="{FCA73FE5-D1EB-8148-82F6-AB81DE695AAB}" srcId="{3D176952-3B91-3342-9930-0B95BBBAAEA8}" destId="{23F6A8F2-CECA-2B46-BCE0-E8B37B359BF5}" srcOrd="0" destOrd="0" parTransId="{827C5A35-D183-7146-9AEA-591AC55A5DF5}" sibTransId="{C4A096E2-3043-3C48-A5A1-49A9935943A4}"/>
    <dgm:cxn modelId="{B43768EC-9841-914E-A0E7-E4B5F77E8E14}" type="presOf" srcId="{371E2692-2553-224D-8B5E-F7987A8080CA}" destId="{0FA17EA6-9573-9444-8120-93DE64A5D3BB}" srcOrd="0" destOrd="0" presId="urn:microsoft.com/office/officeart/2005/8/layout/hList3"/>
    <dgm:cxn modelId="{033C43EF-0737-FE4C-8C0D-23DC073BE5DD}" type="presOf" srcId="{3D176952-3B91-3342-9930-0B95BBBAAEA8}" destId="{62A1F094-1CF9-684B-9B4F-B8740612D13B}" srcOrd="0" destOrd="0" presId="urn:microsoft.com/office/officeart/2005/8/layout/hList3"/>
    <dgm:cxn modelId="{2548E8F4-05C6-FE4A-A660-C8F3C43E3880}" type="presParOf" srcId="{E8190083-C0D9-F24A-B352-624C977A48E0}" destId="{0FA17EA6-9573-9444-8120-93DE64A5D3BB}" srcOrd="0" destOrd="0" presId="urn:microsoft.com/office/officeart/2005/8/layout/hList3"/>
    <dgm:cxn modelId="{47033B10-8F20-5748-A033-39E4335021BC}" type="presParOf" srcId="{E8190083-C0D9-F24A-B352-624C977A48E0}" destId="{BE0EC9A7-EAC1-1F45-8D14-2A1C32D2CD81}" srcOrd="1" destOrd="0" presId="urn:microsoft.com/office/officeart/2005/8/layout/hList3"/>
    <dgm:cxn modelId="{5AD30142-C6D4-694E-A93E-1924627BBD4D}" type="presParOf" srcId="{BE0EC9A7-EAC1-1F45-8D14-2A1C32D2CD81}" destId="{C486A052-DF6E-7D40-BE12-BF4EB8057C91}" srcOrd="0" destOrd="0" presId="urn:microsoft.com/office/officeart/2005/8/layout/hList3"/>
    <dgm:cxn modelId="{7B34A248-CE45-3D48-A125-5ABDF792231E}" type="presParOf" srcId="{BE0EC9A7-EAC1-1F45-8D14-2A1C32D2CD81}" destId="{62A1F094-1CF9-684B-9B4F-B8740612D13B}" srcOrd="1" destOrd="0" presId="urn:microsoft.com/office/officeart/2005/8/layout/hList3"/>
    <dgm:cxn modelId="{541FB133-DB87-294C-814A-86629288868E}" type="presParOf" srcId="{E8190083-C0D9-F24A-B352-624C977A48E0}" destId="{5D5748F0-BD64-7444-AE55-0C2D04799C59}" srcOrd="2" destOrd="0" presId="urn:microsoft.com/office/officeart/2005/8/layout/h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46F8961-8587-2B41-B180-50CB70BB05F8}"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3CD13991-4926-6149-B07C-A24624F05578}">
      <dgm:prSet custT="1"/>
      <dgm:spPr/>
      <dgm:t>
        <a:bodyPr/>
        <a:lstStyle/>
        <a:p>
          <a:pPr algn="ctr">
            <a:lnSpc>
              <a:spcPct val="100000"/>
            </a:lnSpc>
            <a:spcAft>
              <a:spcPts val="0"/>
            </a:spcAft>
          </a:pPr>
          <a:r>
            <a:rPr lang="en-US" sz="4800" dirty="0">
              <a:solidFill>
                <a:schemeClr val="accent6">
                  <a:lumMod val="50000"/>
                </a:schemeClr>
              </a:solidFill>
              <a:latin typeface="Herculanum" panose="02000505000000020004" pitchFamily="2" charset="77"/>
            </a:rPr>
            <a:t>Protecting the Pipeline Itself</a:t>
          </a:r>
        </a:p>
      </dgm:t>
    </dgm:pt>
    <dgm:pt modelId="{D07B7125-C87C-2248-8C80-6C8ACAC31A4C}" type="parTrans" cxnId="{D4FE0FB3-19CC-E147-8695-A590A51356DB}">
      <dgm:prSet/>
      <dgm:spPr/>
      <dgm:t>
        <a:bodyPr/>
        <a:lstStyle/>
        <a:p>
          <a:pPr algn="ctr"/>
          <a:endParaRPr lang="en-US"/>
        </a:p>
      </dgm:t>
    </dgm:pt>
    <dgm:pt modelId="{B6884985-A5E8-5642-A646-AEB764D03299}" type="sibTrans" cxnId="{D4FE0FB3-19CC-E147-8695-A590A51356DB}">
      <dgm:prSet/>
      <dgm:spPr/>
      <dgm:t>
        <a:bodyPr/>
        <a:lstStyle/>
        <a:p>
          <a:pPr algn="ctr"/>
          <a:endParaRPr lang="en-US"/>
        </a:p>
      </dgm:t>
    </dgm:pt>
    <dgm:pt modelId="{587303E1-757F-E441-9987-01B34FDE1F33}" type="pres">
      <dgm:prSet presAssocID="{846F8961-8587-2B41-B180-50CB70BB05F8}" presName="linear" presStyleCnt="0">
        <dgm:presLayoutVars>
          <dgm:animLvl val="lvl"/>
          <dgm:resizeHandles val="exact"/>
        </dgm:presLayoutVars>
      </dgm:prSet>
      <dgm:spPr/>
    </dgm:pt>
    <dgm:pt modelId="{F84461AB-87BF-BE44-9E99-037A0BA35CC1}" type="pres">
      <dgm:prSet presAssocID="{3CD13991-4926-6149-B07C-A24624F05578}" presName="parentText" presStyleLbl="node1" presStyleIdx="0" presStyleCnt="1" custScaleY="190130" custLinFactNeighborY="19717">
        <dgm:presLayoutVars>
          <dgm:chMax val="0"/>
          <dgm:bulletEnabled val="1"/>
        </dgm:presLayoutVars>
      </dgm:prSet>
      <dgm:spPr/>
    </dgm:pt>
  </dgm:ptLst>
  <dgm:cxnLst>
    <dgm:cxn modelId="{5A8BC112-B633-634A-87AD-EEE80355CCD7}" type="presOf" srcId="{3CD13991-4926-6149-B07C-A24624F05578}" destId="{F84461AB-87BF-BE44-9E99-037A0BA35CC1}" srcOrd="0" destOrd="0" presId="urn:microsoft.com/office/officeart/2005/8/layout/vList2"/>
    <dgm:cxn modelId="{7ACF272B-B032-AE4E-91A3-A9756C9D82B6}" type="presOf" srcId="{846F8961-8587-2B41-B180-50CB70BB05F8}" destId="{587303E1-757F-E441-9987-01B34FDE1F33}" srcOrd="0" destOrd="0" presId="urn:microsoft.com/office/officeart/2005/8/layout/vList2"/>
    <dgm:cxn modelId="{D4FE0FB3-19CC-E147-8695-A590A51356DB}" srcId="{846F8961-8587-2B41-B180-50CB70BB05F8}" destId="{3CD13991-4926-6149-B07C-A24624F05578}" srcOrd="0" destOrd="0" parTransId="{D07B7125-C87C-2248-8C80-6C8ACAC31A4C}" sibTransId="{B6884985-A5E8-5642-A646-AEB764D03299}"/>
    <dgm:cxn modelId="{DBB491BE-322F-634D-B88D-6D2A15060789}" type="presParOf" srcId="{587303E1-757F-E441-9987-01B34FDE1F33}" destId="{F84461AB-87BF-BE44-9E99-037A0BA35CC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73AD8C2-0109-2B42-B8D8-5BDDF6637C50}" type="doc">
      <dgm:prSet loTypeId="urn:microsoft.com/office/officeart/2005/8/layout/hList1" loCatId="list" qsTypeId="urn:microsoft.com/office/officeart/2005/8/quickstyle/3d4" qsCatId="3D" csTypeId="urn:microsoft.com/office/officeart/2005/8/colors/accent6_2" csCatId="accent6"/>
      <dgm:spPr/>
      <dgm:t>
        <a:bodyPr/>
        <a:lstStyle/>
        <a:p>
          <a:endParaRPr lang="en-US"/>
        </a:p>
      </dgm:t>
    </dgm:pt>
    <dgm:pt modelId="{6B7C35C2-48CA-F44A-9019-F1F2B6690EAD}">
      <dgm:prSet/>
      <dgm:spPr/>
      <dgm:t>
        <a:bodyPr/>
        <a:lstStyle/>
        <a:p>
          <a:r>
            <a:rPr lang="en-US"/>
            <a:t>Mitigations: </a:t>
          </a:r>
        </a:p>
      </dgm:t>
    </dgm:pt>
    <dgm:pt modelId="{4A769CD5-D3C2-5C4A-8250-D12D2952FE62}" type="parTrans" cxnId="{F0F8C472-9250-CC45-8B10-0D4E9AD401B5}">
      <dgm:prSet/>
      <dgm:spPr/>
      <dgm:t>
        <a:bodyPr/>
        <a:lstStyle/>
        <a:p>
          <a:endParaRPr lang="en-US"/>
        </a:p>
      </dgm:t>
    </dgm:pt>
    <dgm:pt modelId="{E2673216-1855-0643-9A42-543E8D83E4CF}" type="sibTrans" cxnId="{F0F8C472-9250-CC45-8B10-0D4E9AD401B5}">
      <dgm:prSet/>
      <dgm:spPr/>
      <dgm:t>
        <a:bodyPr/>
        <a:lstStyle/>
        <a:p>
          <a:endParaRPr lang="en-US"/>
        </a:p>
      </dgm:t>
    </dgm:pt>
    <dgm:pt modelId="{0DCE22D1-3EDE-F84E-89D8-242B61B07299}">
      <dgm:prSet/>
      <dgm:spPr/>
      <dgm:t>
        <a:bodyPr/>
        <a:lstStyle/>
        <a:p>
          <a:r>
            <a:rPr lang="en-US"/>
            <a:t>read-only version control credentials for CI</a:t>
          </a:r>
        </a:p>
      </dgm:t>
    </dgm:pt>
    <dgm:pt modelId="{43AD9B31-45C9-154B-977D-AF7F11D2303F}" type="parTrans" cxnId="{DB45417E-F427-E240-B91C-6A28870616F8}">
      <dgm:prSet/>
      <dgm:spPr/>
      <dgm:t>
        <a:bodyPr/>
        <a:lstStyle/>
        <a:p>
          <a:endParaRPr lang="en-US"/>
        </a:p>
      </dgm:t>
    </dgm:pt>
    <dgm:pt modelId="{5BC23280-87FA-974F-8104-FBA6946EF5A5}" type="sibTrans" cxnId="{DB45417E-F427-E240-B91C-6A28870616F8}">
      <dgm:prSet/>
      <dgm:spPr/>
      <dgm:t>
        <a:bodyPr/>
        <a:lstStyle/>
        <a:p>
          <a:endParaRPr lang="en-US"/>
        </a:p>
      </dgm:t>
    </dgm:pt>
    <dgm:pt modelId="{854F9739-C00F-9349-9395-EB4EA30C1DA8}">
      <dgm:prSet/>
      <dgm:spPr/>
      <dgm:t>
        <a:bodyPr/>
        <a:lstStyle/>
        <a:p>
          <a:r>
            <a:rPr lang="en-US"/>
            <a:t>Isolated/reproducible build containers</a:t>
          </a:r>
        </a:p>
      </dgm:t>
    </dgm:pt>
    <dgm:pt modelId="{C788BB9B-5790-D741-A09E-FAF0B0878202}" type="parTrans" cxnId="{BFBE55FC-7C56-794A-8CAD-1D9BE28774AC}">
      <dgm:prSet/>
      <dgm:spPr/>
      <dgm:t>
        <a:bodyPr/>
        <a:lstStyle/>
        <a:p>
          <a:endParaRPr lang="en-US"/>
        </a:p>
      </dgm:t>
    </dgm:pt>
    <dgm:pt modelId="{A4D8CF61-D5CB-2349-A740-3A4778A1F2F1}" type="sibTrans" cxnId="{BFBE55FC-7C56-794A-8CAD-1D9BE28774AC}">
      <dgm:prSet/>
      <dgm:spPr/>
      <dgm:t>
        <a:bodyPr/>
        <a:lstStyle/>
        <a:p>
          <a:endParaRPr lang="en-US"/>
        </a:p>
      </dgm:t>
    </dgm:pt>
    <dgm:pt modelId="{227355B5-9E61-1341-8B36-2CCF37B48715}">
      <dgm:prSet/>
      <dgm:spPr/>
      <dgm:t>
        <a:bodyPr/>
        <a:lstStyle/>
        <a:p>
          <a:r>
            <a:rPr lang="en-US"/>
            <a:t>Monitoring for suspicious test code</a:t>
          </a:r>
        </a:p>
      </dgm:t>
    </dgm:pt>
    <dgm:pt modelId="{FB832EFB-607F-A04C-AB88-041D5B584256}" type="parTrans" cxnId="{8E8F3FD9-20F9-804C-8F9F-924F4EC81C7E}">
      <dgm:prSet/>
      <dgm:spPr/>
      <dgm:t>
        <a:bodyPr/>
        <a:lstStyle/>
        <a:p>
          <a:endParaRPr lang="en-US"/>
        </a:p>
      </dgm:t>
    </dgm:pt>
    <dgm:pt modelId="{D657F2B6-55FF-C344-AF25-B2073AD16C25}" type="sibTrans" cxnId="{8E8F3FD9-20F9-804C-8F9F-924F4EC81C7E}">
      <dgm:prSet/>
      <dgm:spPr/>
      <dgm:t>
        <a:bodyPr/>
        <a:lstStyle/>
        <a:p>
          <a:endParaRPr lang="en-US"/>
        </a:p>
      </dgm:t>
    </dgm:pt>
    <dgm:pt modelId="{5E16E5CE-BFAC-6944-8F7D-FAEC21B7BFD6}">
      <dgm:prSet/>
      <dgm:spPr/>
      <dgm:t>
        <a:bodyPr/>
        <a:lstStyle/>
        <a:p>
          <a:r>
            <a:rPr lang="en-US"/>
            <a:t>Example Risk:</a:t>
          </a:r>
        </a:p>
      </dgm:t>
    </dgm:pt>
    <dgm:pt modelId="{5A3D6361-D324-5A42-8A9B-280515A63140}" type="parTrans" cxnId="{A78CE025-2CF0-374E-B632-0F896714E367}">
      <dgm:prSet/>
      <dgm:spPr/>
      <dgm:t>
        <a:bodyPr/>
        <a:lstStyle/>
        <a:p>
          <a:endParaRPr lang="en-US"/>
        </a:p>
      </dgm:t>
    </dgm:pt>
    <dgm:pt modelId="{0393C530-9A89-8B4F-9629-D8E4DEE0BA29}" type="sibTrans" cxnId="{A78CE025-2CF0-374E-B632-0F896714E367}">
      <dgm:prSet/>
      <dgm:spPr/>
      <dgm:t>
        <a:bodyPr/>
        <a:lstStyle/>
        <a:p>
          <a:endParaRPr lang="en-US"/>
        </a:p>
      </dgm:t>
    </dgm:pt>
    <dgm:pt modelId="{F61645B5-CE57-DB4C-BE3A-F5DD8F3DBD00}">
      <dgm:prSet/>
      <dgm:spPr/>
      <dgm:t>
        <a:bodyPr/>
        <a:lstStyle/>
        <a:p>
          <a:r>
            <a:rPr lang="en-US"/>
            <a:t>Malicious code hidden inside unit tests</a:t>
          </a:r>
        </a:p>
      </dgm:t>
    </dgm:pt>
    <dgm:pt modelId="{9F09D636-27D2-0A42-811C-1EF9061E8069}" type="parTrans" cxnId="{FECFF47A-5C81-3042-86D5-C95077E81613}">
      <dgm:prSet/>
      <dgm:spPr/>
      <dgm:t>
        <a:bodyPr/>
        <a:lstStyle/>
        <a:p>
          <a:endParaRPr lang="en-US"/>
        </a:p>
      </dgm:t>
    </dgm:pt>
    <dgm:pt modelId="{7489B131-8964-F744-89DD-96CF6D243181}" type="sibTrans" cxnId="{FECFF47A-5C81-3042-86D5-C95077E81613}">
      <dgm:prSet/>
      <dgm:spPr/>
      <dgm:t>
        <a:bodyPr/>
        <a:lstStyle/>
        <a:p>
          <a:endParaRPr lang="en-US"/>
        </a:p>
      </dgm:t>
    </dgm:pt>
    <dgm:pt modelId="{C8B8F317-4EAF-A049-958D-088C104FF263}">
      <dgm:prSet/>
      <dgm:spPr/>
      <dgm:t>
        <a:bodyPr/>
        <a:lstStyle/>
        <a:p>
          <a:r>
            <a:rPr lang="en-US" dirty="0"/>
            <a:t>Unit tests that run automatically and are rarely reviewed.</a:t>
          </a:r>
        </a:p>
      </dgm:t>
    </dgm:pt>
    <dgm:pt modelId="{FFAC5962-7C70-0D4F-BEBC-11C9914E7DCC}" type="parTrans" cxnId="{B3E92EFC-9968-9F4C-AEBF-D492A24DBCE0}">
      <dgm:prSet/>
      <dgm:spPr/>
      <dgm:t>
        <a:bodyPr/>
        <a:lstStyle/>
        <a:p>
          <a:endParaRPr lang="en-US"/>
        </a:p>
      </dgm:t>
    </dgm:pt>
    <dgm:pt modelId="{63215D67-E166-1747-B138-2F091822FC56}" type="sibTrans" cxnId="{B3E92EFC-9968-9F4C-AEBF-D492A24DBCE0}">
      <dgm:prSet/>
      <dgm:spPr/>
      <dgm:t>
        <a:bodyPr/>
        <a:lstStyle/>
        <a:p>
          <a:endParaRPr lang="en-US"/>
        </a:p>
      </dgm:t>
    </dgm:pt>
    <dgm:pt modelId="{CB868E4D-7BE6-E748-B53B-FEBA6604DE59}" type="pres">
      <dgm:prSet presAssocID="{373AD8C2-0109-2B42-B8D8-5BDDF6637C50}" presName="Name0" presStyleCnt="0">
        <dgm:presLayoutVars>
          <dgm:dir/>
          <dgm:animLvl val="lvl"/>
          <dgm:resizeHandles val="exact"/>
        </dgm:presLayoutVars>
      </dgm:prSet>
      <dgm:spPr/>
    </dgm:pt>
    <dgm:pt modelId="{6705F98A-1B57-EB4B-AB10-FA4AC812DA11}" type="pres">
      <dgm:prSet presAssocID="{6B7C35C2-48CA-F44A-9019-F1F2B6690EAD}" presName="composite" presStyleCnt="0"/>
      <dgm:spPr/>
    </dgm:pt>
    <dgm:pt modelId="{3DA52B04-67BE-AB4E-BF12-3CFD2275868E}" type="pres">
      <dgm:prSet presAssocID="{6B7C35C2-48CA-F44A-9019-F1F2B6690EAD}" presName="parTx" presStyleLbl="alignNode1" presStyleIdx="0" presStyleCnt="2">
        <dgm:presLayoutVars>
          <dgm:chMax val="0"/>
          <dgm:chPref val="0"/>
          <dgm:bulletEnabled val="1"/>
        </dgm:presLayoutVars>
      </dgm:prSet>
      <dgm:spPr/>
    </dgm:pt>
    <dgm:pt modelId="{C1CC6949-2BB7-CE4E-82F9-5F9AB1BFF76E}" type="pres">
      <dgm:prSet presAssocID="{6B7C35C2-48CA-F44A-9019-F1F2B6690EAD}" presName="desTx" presStyleLbl="alignAccFollowNode1" presStyleIdx="0" presStyleCnt="2">
        <dgm:presLayoutVars>
          <dgm:bulletEnabled val="1"/>
        </dgm:presLayoutVars>
      </dgm:prSet>
      <dgm:spPr/>
    </dgm:pt>
    <dgm:pt modelId="{0989E195-AD5C-4648-A1C2-8E6AB1C42442}" type="pres">
      <dgm:prSet presAssocID="{E2673216-1855-0643-9A42-543E8D83E4CF}" presName="space" presStyleCnt="0"/>
      <dgm:spPr/>
    </dgm:pt>
    <dgm:pt modelId="{A2A7F1E7-D980-D649-AB08-7FE59E8A3DFE}" type="pres">
      <dgm:prSet presAssocID="{5E16E5CE-BFAC-6944-8F7D-FAEC21B7BFD6}" presName="composite" presStyleCnt="0"/>
      <dgm:spPr/>
    </dgm:pt>
    <dgm:pt modelId="{3C56FF1C-DB54-C74C-9A6B-AF449CB1BE57}" type="pres">
      <dgm:prSet presAssocID="{5E16E5CE-BFAC-6944-8F7D-FAEC21B7BFD6}" presName="parTx" presStyleLbl="alignNode1" presStyleIdx="1" presStyleCnt="2">
        <dgm:presLayoutVars>
          <dgm:chMax val="0"/>
          <dgm:chPref val="0"/>
          <dgm:bulletEnabled val="1"/>
        </dgm:presLayoutVars>
      </dgm:prSet>
      <dgm:spPr/>
    </dgm:pt>
    <dgm:pt modelId="{C5FF3F27-712E-9B4C-848F-64855CC3D42F}" type="pres">
      <dgm:prSet presAssocID="{5E16E5CE-BFAC-6944-8F7D-FAEC21B7BFD6}" presName="desTx" presStyleLbl="alignAccFollowNode1" presStyleIdx="1" presStyleCnt="2">
        <dgm:presLayoutVars>
          <dgm:bulletEnabled val="1"/>
        </dgm:presLayoutVars>
      </dgm:prSet>
      <dgm:spPr/>
    </dgm:pt>
  </dgm:ptLst>
  <dgm:cxnLst>
    <dgm:cxn modelId="{A78CE025-2CF0-374E-B632-0F896714E367}" srcId="{373AD8C2-0109-2B42-B8D8-5BDDF6637C50}" destId="{5E16E5CE-BFAC-6944-8F7D-FAEC21B7BFD6}" srcOrd="1" destOrd="0" parTransId="{5A3D6361-D324-5A42-8A9B-280515A63140}" sibTransId="{0393C530-9A89-8B4F-9629-D8E4DEE0BA29}"/>
    <dgm:cxn modelId="{2643734A-F960-9B40-9B49-48A0723E60B2}" type="presOf" srcId="{6B7C35C2-48CA-F44A-9019-F1F2B6690EAD}" destId="{3DA52B04-67BE-AB4E-BF12-3CFD2275868E}" srcOrd="0" destOrd="0" presId="urn:microsoft.com/office/officeart/2005/8/layout/hList1"/>
    <dgm:cxn modelId="{F57B4468-9498-9746-9167-5D7D66961D7F}" type="presOf" srcId="{C8B8F317-4EAF-A049-958D-088C104FF263}" destId="{C5FF3F27-712E-9B4C-848F-64855CC3D42F}" srcOrd="0" destOrd="1" presId="urn:microsoft.com/office/officeart/2005/8/layout/hList1"/>
    <dgm:cxn modelId="{F0F8C472-9250-CC45-8B10-0D4E9AD401B5}" srcId="{373AD8C2-0109-2B42-B8D8-5BDDF6637C50}" destId="{6B7C35C2-48CA-F44A-9019-F1F2B6690EAD}" srcOrd="0" destOrd="0" parTransId="{4A769CD5-D3C2-5C4A-8250-D12D2952FE62}" sibTransId="{E2673216-1855-0643-9A42-543E8D83E4CF}"/>
    <dgm:cxn modelId="{FECFF47A-5C81-3042-86D5-C95077E81613}" srcId="{5E16E5CE-BFAC-6944-8F7D-FAEC21B7BFD6}" destId="{F61645B5-CE57-DB4C-BE3A-F5DD8F3DBD00}" srcOrd="0" destOrd="0" parTransId="{9F09D636-27D2-0A42-811C-1EF9061E8069}" sibTransId="{7489B131-8964-F744-89DD-96CF6D243181}"/>
    <dgm:cxn modelId="{DB45417E-F427-E240-B91C-6A28870616F8}" srcId="{6B7C35C2-48CA-F44A-9019-F1F2B6690EAD}" destId="{0DCE22D1-3EDE-F84E-89D8-242B61B07299}" srcOrd="0" destOrd="0" parTransId="{43AD9B31-45C9-154B-977D-AF7F11D2303F}" sibTransId="{5BC23280-87FA-974F-8104-FBA6946EF5A5}"/>
    <dgm:cxn modelId="{C0F2187F-1DEF-1149-98B2-8C4D8DD0AAF3}" type="presOf" srcId="{0DCE22D1-3EDE-F84E-89D8-242B61B07299}" destId="{C1CC6949-2BB7-CE4E-82F9-5F9AB1BFF76E}" srcOrd="0" destOrd="0" presId="urn:microsoft.com/office/officeart/2005/8/layout/hList1"/>
    <dgm:cxn modelId="{2E0387AA-A744-FC4C-9AA5-683330A46C04}" type="presOf" srcId="{373AD8C2-0109-2B42-B8D8-5BDDF6637C50}" destId="{CB868E4D-7BE6-E748-B53B-FEBA6604DE59}" srcOrd="0" destOrd="0" presId="urn:microsoft.com/office/officeart/2005/8/layout/hList1"/>
    <dgm:cxn modelId="{AB3291BA-4AEC-EC4A-81E5-D7EB32AEFC4C}" type="presOf" srcId="{5E16E5CE-BFAC-6944-8F7D-FAEC21B7BFD6}" destId="{3C56FF1C-DB54-C74C-9A6B-AF449CB1BE57}" srcOrd="0" destOrd="0" presId="urn:microsoft.com/office/officeart/2005/8/layout/hList1"/>
    <dgm:cxn modelId="{4BBA59CC-0630-6B46-B32D-4317421E275A}" type="presOf" srcId="{854F9739-C00F-9349-9395-EB4EA30C1DA8}" destId="{C1CC6949-2BB7-CE4E-82F9-5F9AB1BFF76E}" srcOrd="0" destOrd="1" presId="urn:microsoft.com/office/officeart/2005/8/layout/hList1"/>
    <dgm:cxn modelId="{DDA53BD7-FB61-DD41-ABF5-1F5527DF8733}" type="presOf" srcId="{F61645B5-CE57-DB4C-BE3A-F5DD8F3DBD00}" destId="{C5FF3F27-712E-9B4C-848F-64855CC3D42F}" srcOrd="0" destOrd="0" presId="urn:microsoft.com/office/officeart/2005/8/layout/hList1"/>
    <dgm:cxn modelId="{8E8F3FD9-20F9-804C-8F9F-924F4EC81C7E}" srcId="{6B7C35C2-48CA-F44A-9019-F1F2B6690EAD}" destId="{227355B5-9E61-1341-8B36-2CCF37B48715}" srcOrd="2" destOrd="0" parTransId="{FB832EFB-607F-A04C-AB88-041D5B584256}" sibTransId="{D657F2B6-55FF-C344-AF25-B2073AD16C25}"/>
    <dgm:cxn modelId="{561E81E6-2B6E-E746-908D-5805376755D3}" type="presOf" srcId="{227355B5-9E61-1341-8B36-2CCF37B48715}" destId="{C1CC6949-2BB7-CE4E-82F9-5F9AB1BFF76E}" srcOrd="0" destOrd="2" presId="urn:microsoft.com/office/officeart/2005/8/layout/hList1"/>
    <dgm:cxn modelId="{B3E92EFC-9968-9F4C-AEBF-D492A24DBCE0}" srcId="{5E16E5CE-BFAC-6944-8F7D-FAEC21B7BFD6}" destId="{C8B8F317-4EAF-A049-958D-088C104FF263}" srcOrd="1" destOrd="0" parTransId="{FFAC5962-7C70-0D4F-BEBC-11C9914E7DCC}" sibTransId="{63215D67-E166-1747-B138-2F091822FC56}"/>
    <dgm:cxn modelId="{BFBE55FC-7C56-794A-8CAD-1D9BE28774AC}" srcId="{6B7C35C2-48CA-F44A-9019-F1F2B6690EAD}" destId="{854F9739-C00F-9349-9395-EB4EA30C1DA8}" srcOrd="1" destOrd="0" parTransId="{C788BB9B-5790-D741-A09E-FAF0B0878202}" sibTransId="{A4D8CF61-D5CB-2349-A740-3A4778A1F2F1}"/>
    <dgm:cxn modelId="{F07C847B-DD2B-CC47-8960-A7C87219C747}" type="presParOf" srcId="{CB868E4D-7BE6-E748-B53B-FEBA6604DE59}" destId="{6705F98A-1B57-EB4B-AB10-FA4AC812DA11}" srcOrd="0" destOrd="0" presId="urn:microsoft.com/office/officeart/2005/8/layout/hList1"/>
    <dgm:cxn modelId="{260115BF-AE11-2948-BCBC-2C2F908CE253}" type="presParOf" srcId="{6705F98A-1B57-EB4B-AB10-FA4AC812DA11}" destId="{3DA52B04-67BE-AB4E-BF12-3CFD2275868E}" srcOrd="0" destOrd="0" presId="urn:microsoft.com/office/officeart/2005/8/layout/hList1"/>
    <dgm:cxn modelId="{9D16E402-1FDC-CE48-A716-91054BCE197E}" type="presParOf" srcId="{6705F98A-1B57-EB4B-AB10-FA4AC812DA11}" destId="{C1CC6949-2BB7-CE4E-82F9-5F9AB1BFF76E}" srcOrd="1" destOrd="0" presId="urn:microsoft.com/office/officeart/2005/8/layout/hList1"/>
    <dgm:cxn modelId="{C0C6193D-BEA6-754B-8E5D-3817992F1EF8}" type="presParOf" srcId="{CB868E4D-7BE6-E748-B53B-FEBA6604DE59}" destId="{0989E195-AD5C-4648-A1C2-8E6AB1C42442}" srcOrd="1" destOrd="0" presId="urn:microsoft.com/office/officeart/2005/8/layout/hList1"/>
    <dgm:cxn modelId="{F7C484D0-40E8-3F43-A6C2-93BED7D339CC}" type="presParOf" srcId="{CB868E4D-7BE6-E748-B53B-FEBA6604DE59}" destId="{A2A7F1E7-D980-D649-AB08-7FE59E8A3DFE}" srcOrd="2" destOrd="0" presId="urn:microsoft.com/office/officeart/2005/8/layout/hList1"/>
    <dgm:cxn modelId="{4B2FF776-DF72-6A44-9B5C-FB81342F4E10}" type="presParOf" srcId="{A2A7F1E7-D980-D649-AB08-7FE59E8A3DFE}" destId="{3C56FF1C-DB54-C74C-9A6B-AF449CB1BE57}" srcOrd="0" destOrd="0" presId="urn:microsoft.com/office/officeart/2005/8/layout/hList1"/>
    <dgm:cxn modelId="{26903308-6E9B-9042-BF91-68D9C413F233}" type="presParOf" srcId="{A2A7F1E7-D980-D649-AB08-7FE59E8A3DFE}" destId="{C5FF3F27-712E-9B4C-848F-64855CC3D42F}"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BC730E4-9D6A-3A46-8F3B-BD783504E1C2}" type="doc">
      <dgm:prSet loTypeId="urn:microsoft.com/office/officeart/2005/8/layout/vList2" loCatId="list" qsTypeId="urn:microsoft.com/office/officeart/2005/8/quickstyle/3d4" qsCatId="3D" csTypeId="urn:microsoft.com/office/officeart/2005/8/colors/accent6_2" csCatId="accent6" phldr="1"/>
      <dgm:spPr/>
      <dgm:t>
        <a:bodyPr/>
        <a:lstStyle/>
        <a:p>
          <a:endParaRPr lang="en-US"/>
        </a:p>
      </dgm:t>
    </dgm:pt>
    <dgm:pt modelId="{E15E2ECF-CD81-D243-B730-26BDEA1B081D}">
      <dgm:prSet/>
      <dgm:spPr/>
      <dgm:t>
        <a:bodyPr/>
        <a:lstStyle/>
        <a:p>
          <a:r>
            <a:rPr lang="en-US" dirty="0"/>
            <a:t>CI/CD Systems with write access to version control are a high-value target for attackers.</a:t>
          </a:r>
        </a:p>
      </dgm:t>
    </dgm:pt>
    <dgm:pt modelId="{E9F4AD5B-89A6-8B4B-9BF9-DF29E94B3652}" type="parTrans" cxnId="{74CAFA3D-72CE-8147-99AE-83F617F9754F}">
      <dgm:prSet/>
      <dgm:spPr/>
      <dgm:t>
        <a:bodyPr/>
        <a:lstStyle/>
        <a:p>
          <a:endParaRPr lang="en-US"/>
        </a:p>
      </dgm:t>
    </dgm:pt>
    <dgm:pt modelId="{CD616F5B-5AB8-A84E-AFF9-B2B18BD12C16}" type="sibTrans" cxnId="{74CAFA3D-72CE-8147-99AE-83F617F9754F}">
      <dgm:prSet/>
      <dgm:spPr/>
      <dgm:t>
        <a:bodyPr/>
        <a:lstStyle/>
        <a:p>
          <a:endParaRPr lang="en-US"/>
        </a:p>
      </dgm:t>
    </dgm:pt>
    <dgm:pt modelId="{6B090199-6182-1149-8A22-E13A40DB776A}" type="pres">
      <dgm:prSet presAssocID="{CBC730E4-9D6A-3A46-8F3B-BD783504E1C2}" presName="linear" presStyleCnt="0">
        <dgm:presLayoutVars>
          <dgm:animLvl val="lvl"/>
          <dgm:resizeHandles val="exact"/>
        </dgm:presLayoutVars>
      </dgm:prSet>
      <dgm:spPr/>
    </dgm:pt>
    <dgm:pt modelId="{3CE46F52-BB59-5B48-825C-7677C935173E}" type="pres">
      <dgm:prSet presAssocID="{E15E2ECF-CD81-D243-B730-26BDEA1B081D}" presName="parentText" presStyleLbl="node1" presStyleIdx="0" presStyleCnt="1" custLinFactY="-100000" custLinFactNeighborX="-45105" custLinFactNeighborY="-108721">
        <dgm:presLayoutVars>
          <dgm:chMax val="0"/>
          <dgm:bulletEnabled val="1"/>
        </dgm:presLayoutVars>
      </dgm:prSet>
      <dgm:spPr/>
    </dgm:pt>
  </dgm:ptLst>
  <dgm:cxnLst>
    <dgm:cxn modelId="{74CAFA3D-72CE-8147-99AE-83F617F9754F}" srcId="{CBC730E4-9D6A-3A46-8F3B-BD783504E1C2}" destId="{E15E2ECF-CD81-D243-B730-26BDEA1B081D}" srcOrd="0" destOrd="0" parTransId="{E9F4AD5B-89A6-8B4B-9BF9-DF29E94B3652}" sibTransId="{CD616F5B-5AB8-A84E-AFF9-B2B18BD12C16}"/>
    <dgm:cxn modelId="{7B76B942-7D08-3C4C-AF93-AE61B36FAC30}" type="presOf" srcId="{E15E2ECF-CD81-D243-B730-26BDEA1B081D}" destId="{3CE46F52-BB59-5B48-825C-7677C935173E}" srcOrd="0" destOrd="0" presId="urn:microsoft.com/office/officeart/2005/8/layout/vList2"/>
    <dgm:cxn modelId="{97DE77EF-60E7-3F40-A858-229B636159F4}" type="presOf" srcId="{CBC730E4-9D6A-3A46-8F3B-BD783504E1C2}" destId="{6B090199-6182-1149-8A22-E13A40DB776A}" srcOrd="0" destOrd="0" presId="urn:microsoft.com/office/officeart/2005/8/layout/vList2"/>
    <dgm:cxn modelId="{8FF3D913-5838-1F41-A114-0317A3AC11C4}" type="presParOf" srcId="{6B090199-6182-1149-8A22-E13A40DB776A}" destId="{3CE46F52-BB59-5B48-825C-7677C935173E}"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46F8961-8587-2B41-B180-50CB70BB05F8}"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3CD13991-4926-6149-B07C-A24624F05578}">
      <dgm:prSet custT="1"/>
      <dgm:spPr/>
      <dgm:t>
        <a:bodyPr/>
        <a:lstStyle/>
        <a:p>
          <a:pPr algn="ctr">
            <a:lnSpc>
              <a:spcPct val="100000"/>
            </a:lnSpc>
            <a:spcAft>
              <a:spcPts val="0"/>
            </a:spcAft>
          </a:pPr>
          <a:r>
            <a:rPr lang="en-US" sz="4800" dirty="0">
              <a:solidFill>
                <a:schemeClr val="accent6">
                  <a:lumMod val="50000"/>
                </a:schemeClr>
              </a:solidFill>
              <a:latin typeface="Herculanum" panose="02000505000000020004" pitchFamily="2" charset="77"/>
            </a:rPr>
            <a:t>Case Studies in Practice</a:t>
          </a:r>
        </a:p>
      </dgm:t>
    </dgm:pt>
    <dgm:pt modelId="{D07B7125-C87C-2248-8C80-6C8ACAC31A4C}" type="parTrans" cxnId="{D4FE0FB3-19CC-E147-8695-A590A51356DB}">
      <dgm:prSet/>
      <dgm:spPr/>
      <dgm:t>
        <a:bodyPr/>
        <a:lstStyle/>
        <a:p>
          <a:pPr algn="ctr"/>
          <a:endParaRPr lang="en-US"/>
        </a:p>
      </dgm:t>
    </dgm:pt>
    <dgm:pt modelId="{B6884985-A5E8-5642-A646-AEB764D03299}" type="sibTrans" cxnId="{D4FE0FB3-19CC-E147-8695-A590A51356DB}">
      <dgm:prSet/>
      <dgm:spPr/>
      <dgm:t>
        <a:bodyPr/>
        <a:lstStyle/>
        <a:p>
          <a:pPr algn="ctr"/>
          <a:endParaRPr lang="en-US"/>
        </a:p>
      </dgm:t>
    </dgm:pt>
    <dgm:pt modelId="{587303E1-757F-E441-9987-01B34FDE1F33}" type="pres">
      <dgm:prSet presAssocID="{846F8961-8587-2B41-B180-50CB70BB05F8}" presName="linear" presStyleCnt="0">
        <dgm:presLayoutVars>
          <dgm:animLvl val="lvl"/>
          <dgm:resizeHandles val="exact"/>
        </dgm:presLayoutVars>
      </dgm:prSet>
      <dgm:spPr/>
    </dgm:pt>
    <dgm:pt modelId="{F84461AB-87BF-BE44-9E99-037A0BA35CC1}" type="pres">
      <dgm:prSet presAssocID="{3CD13991-4926-6149-B07C-A24624F05578}" presName="parentText" presStyleLbl="node1" presStyleIdx="0" presStyleCnt="1" custScaleY="190130" custLinFactNeighborY="19717">
        <dgm:presLayoutVars>
          <dgm:chMax val="0"/>
          <dgm:bulletEnabled val="1"/>
        </dgm:presLayoutVars>
      </dgm:prSet>
      <dgm:spPr/>
    </dgm:pt>
  </dgm:ptLst>
  <dgm:cxnLst>
    <dgm:cxn modelId="{5A8BC112-B633-634A-87AD-EEE80355CCD7}" type="presOf" srcId="{3CD13991-4926-6149-B07C-A24624F05578}" destId="{F84461AB-87BF-BE44-9E99-037A0BA35CC1}" srcOrd="0" destOrd="0" presId="urn:microsoft.com/office/officeart/2005/8/layout/vList2"/>
    <dgm:cxn modelId="{7ACF272B-B032-AE4E-91A3-A9756C9D82B6}" type="presOf" srcId="{846F8961-8587-2B41-B180-50CB70BB05F8}" destId="{587303E1-757F-E441-9987-01B34FDE1F33}" srcOrd="0" destOrd="0" presId="urn:microsoft.com/office/officeart/2005/8/layout/vList2"/>
    <dgm:cxn modelId="{D4FE0FB3-19CC-E147-8695-A590A51356DB}" srcId="{846F8961-8587-2B41-B180-50CB70BB05F8}" destId="{3CD13991-4926-6149-B07C-A24624F05578}" srcOrd="0" destOrd="0" parTransId="{D07B7125-C87C-2248-8C80-6C8ACAC31A4C}" sibTransId="{B6884985-A5E8-5642-A646-AEB764D03299}"/>
    <dgm:cxn modelId="{DBB491BE-322F-634D-B88D-6D2A15060789}" type="presParOf" srcId="{587303E1-757F-E441-9987-01B34FDE1F33}" destId="{F84461AB-87BF-BE44-9E99-037A0BA35CC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83938B0-9265-DF46-9E38-02F5959871B8}" type="doc">
      <dgm:prSet loTypeId="urn:microsoft.com/office/officeart/2005/8/layout/list1" loCatId="" qsTypeId="urn:microsoft.com/office/officeart/2005/8/quickstyle/3d3" qsCatId="3D" csTypeId="urn:microsoft.com/office/officeart/2005/8/colors/colorful1" csCatId="colorful" phldr="1"/>
      <dgm:spPr/>
      <dgm:t>
        <a:bodyPr/>
        <a:lstStyle/>
        <a:p>
          <a:endParaRPr lang="en-US"/>
        </a:p>
      </dgm:t>
    </dgm:pt>
    <dgm:pt modelId="{B81A1D3B-4784-A548-9BE2-927579A2A9CE}">
      <dgm:prSet phldrT="[Text]"/>
      <dgm:spPr/>
      <dgm:t>
        <a:bodyPr/>
        <a:lstStyle/>
        <a:p>
          <a:r>
            <a:rPr lang="en-US" dirty="0"/>
            <a:t>Twitter</a:t>
          </a:r>
        </a:p>
      </dgm:t>
    </dgm:pt>
    <dgm:pt modelId="{8C1736F4-9D8B-8747-903C-A42820B1E4B7}" type="parTrans" cxnId="{0974F95C-4DF9-164E-9A4C-F8269D5E7ACA}">
      <dgm:prSet/>
      <dgm:spPr/>
      <dgm:t>
        <a:bodyPr/>
        <a:lstStyle/>
        <a:p>
          <a:endParaRPr lang="en-US"/>
        </a:p>
      </dgm:t>
    </dgm:pt>
    <dgm:pt modelId="{8241A38D-7302-204F-AFAF-3F55F4E591B6}" type="sibTrans" cxnId="{0974F95C-4DF9-164E-9A4C-F8269D5E7ACA}">
      <dgm:prSet/>
      <dgm:spPr/>
      <dgm:t>
        <a:bodyPr/>
        <a:lstStyle/>
        <a:p>
          <a:endParaRPr lang="en-US"/>
        </a:p>
      </dgm:t>
    </dgm:pt>
    <dgm:pt modelId="{694CE110-0F77-BD46-B0AA-A6124103D228}">
      <dgm:prSet phldrT="[Text]"/>
      <dgm:spPr/>
      <dgm:t>
        <a:bodyPr/>
        <a:lstStyle/>
        <a:p>
          <a:r>
            <a:rPr lang="en-US" dirty="0"/>
            <a:t>Etsy</a:t>
          </a:r>
        </a:p>
      </dgm:t>
    </dgm:pt>
    <dgm:pt modelId="{8820D02B-0048-2E43-BFE1-928328923D23}" type="parTrans" cxnId="{1B039C05-229C-6247-B987-B6F8E1E62549}">
      <dgm:prSet/>
      <dgm:spPr/>
      <dgm:t>
        <a:bodyPr/>
        <a:lstStyle/>
        <a:p>
          <a:endParaRPr lang="en-US"/>
        </a:p>
      </dgm:t>
    </dgm:pt>
    <dgm:pt modelId="{0AC8FC03-3029-924A-869A-EFB506D7C36F}" type="sibTrans" cxnId="{1B039C05-229C-6247-B987-B6F8E1E62549}">
      <dgm:prSet/>
      <dgm:spPr/>
      <dgm:t>
        <a:bodyPr/>
        <a:lstStyle/>
        <a:p>
          <a:endParaRPr lang="en-US"/>
        </a:p>
      </dgm:t>
    </dgm:pt>
    <dgm:pt modelId="{E9B1508E-AA23-D24D-84EC-0B18889B6ECB}">
      <dgm:prSet phldrT="[Text]"/>
      <dgm:spPr/>
      <dgm:t>
        <a:bodyPr/>
        <a:lstStyle/>
        <a:p>
          <a:r>
            <a:rPr lang="en-US" dirty="0"/>
            <a:t>Federal Govt./18F</a:t>
          </a:r>
        </a:p>
      </dgm:t>
    </dgm:pt>
    <dgm:pt modelId="{E8BC864D-99C5-E14B-8903-6075CADD5EBB}" type="parTrans" cxnId="{A6DF0221-3C25-834A-AC06-8EC406640EB9}">
      <dgm:prSet/>
      <dgm:spPr/>
      <dgm:t>
        <a:bodyPr/>
        <a:lstStyle/>
        <a:p>
          <a:endParaRPr lang="en-US"/>
        </a:p>
      </dgm:t>
    </dgm:pt>
    <dgm:pt modelId="{DAAED707-3C7B-774C-9B76-1AE2FAE3134A}" type="sibTrans" cxnId="{A6DF0221-3C25-834A-AC06-8EC406640EB9}">
      <dgm:prSet/>
      <dgm:spPr/>
      <dgm:t>
        <a:bodyPr/>
        <a:lstStyle/>
        <a:p>
          <a:endParaRPr lang="en-US"/>
        </a:p>
      </dgm:t>
    </dgm:pt>
    <dgm:pt modelId="{3BF5E4B7-B49D-D841-87E1-208249F257D1}">
      <dgm:prSet phldrT="[Text]"/>
      <dgm:spPr/>
      <dgm:t>
        <a:bodyPr/>
        <a:lstStyle/>
        <a:p>
          <a:pPr algn="l">
            <a:buNone/>
          </a:pPr>
          <a:r>
            <a:rPr lang="en-US" dirty="0"/>
            <a:t>As the user base of Twitter grew from 2.5 million to 10 million in a matter of months, several major security failures plagued the platform, from then-President Obama's account being hacked to the Twitter admin accounts being compromised.  The FTC stepped in and forced Twitter to have a “Security Responsible Employee” to identify foreseeable risks and test safeguards.  Twitter ended up integrating a static analysis tool into the build process to identify vulnerabilities during the build process, rather than after release.  This has shifted the rate of detected vulnerabilities by 60%.</a:t>
          </a:r>
        </a:p>
      </dgm:t>
    </dgm:pt>
    <dgm:pt modelId="{B4DB3F66-A5F0-A242-9765-E33A384928A4}" type="parTrans" cxnId="{238F3865-6B27-7C40-91EC-7FC60066033C}">
      <dgm:prSet/>
      <dgm:spPr/>
      <dgm:t>
        <a:bodyPr/>
        <a:lstStyle/>
        <a:p>
          <a:endParaRPr lang="en-US"/>
        </a:p>
      </dgm:t>
    </dgm:pt>
    <dgm:pt modelId="{4C1D8E22-4AE2-3049-8985-799C8C102B95}" type="sibTrans" cxnId="{238F3865-6B27-7C40-91EC-7FC60066033C}">
      <dgm:prSet/>
      <dgm:spPr/>
      <dgm:t>
        <a:bodyPr/>
        <a:lstStyle/>
        <a:p>
          <a:endParaRPr lang="en-US"/>
        </a:p>
      </dgm:t>
    </dgm:pt>
    <dgm:pt modelId="{BA6C9257-2952-CA40-B26A-C0A764FC6B2C}">
      <dgm:prSet phldrT="[Text]"/>
      <dgm:spPr/>
      <dgm:t>
        <a:bodyPr/>
        <a:lstStyle/>
        <a:p>
          <a:pPr>
            <a:buNone/>
          </a:pPr>
          <a:r>
            <a:rPr lang="en-US" dirty="0"/>
            <a:t>At Etsy, the security team routed all the open security issues through the same bug tracking software, JIRA, that the developers used for their daily work, rather than using a separate tool.  This increases the visibility to the developers.  Issues would get labeled with a priority tag “P1,” “P2,” which meant they had to be addressed by the end of the day or the end of the week.  Each of these issues would trigger a post-mortem, not as a blame exercise, but as a learning on how to prevent the same errors from coming through again.  This was paired with security telemetry so that security events were visible in real time rather than discovered months later so that issues could be discovered quickly and fixed quickly.</a:t>
          </a:r>
        </a:p>
      </dgm:t>
    </dgm:pt>
    <dgm:pt modelId="{04E84F2E-3248-F145-A27C-C27329B3A66D}" type="parTrans" cxnId="{96309966-A230-AA4D-B45C-56A163B1AF4C}">
      <dgm:prSet/>
      <dgm:spPr/>
      <dgm:t>
        <a:bodyPr/>
        <a:lstStyle/>
        <a:p>
          <a:endParaRPr lang="en-US"/>
        </a:p>
      </dgm:t>
    </dgm:pt>
    <dgm:pt modelId="{6C666F6B-D88E-5240-8A8A-B5A512D14640}" type="sibTrans" cxnId="{96309966-A230-AA4D-B45C-56A163B1AF4C}">
      <dgm:prSet/>
      <dgm:spPr/>
      <dgm:t>
        <a:bodyPr/>
        <a:lstStyle/>
        <a:p>
          <a:endParaRPr lang="en-US"/>
        </a:p>
      </dgm:t>
    </dgm:pt>
    <dgm:pt modelId="{D66CA515-A3BD-EA4D-9166-F090BFB57BCA}">
      <dgm:prSet phldrT="[Text]"/>
      <dgm:spPr/>
      <dgm:t>
        <a:bodyPr/>
        <a:lstStyle/>
        <a:p>
          <a:pPr>
            <a:buNone/>
          </a:pPr>
          <a:r>
            <a:rPr lang="en-US" dirty="0"/>
            <a:t>The 18F team inside the GSA was formed to assess how the Federal Government builds and buys software.  Federal systems normally require so much extra security testing, even at the least sensitive tier, because of the amount of PII that they handle.  Getting an Authority to Operate (ATO) could take 8-14 months after development was complete.  18F built </a:t>
          </a:r>
          <a:r>
            <a:rPr lang="en-US" dirty="0" err="1"/>
            <a:t>Cloud.gov</a:t>
          </a:r>
          <a:r>
            <a:rPr lang="en-US" dirty="0"/>
            <a:t>, a PaaS built on AWS GovCloud that handles logging, monitoring, alerting, and service lifecycle management.  This means that the shared security controls could be used and reused across any new software the government needed, so far less robust testing was needed.  </a:t>
          </a:r>
        </a:p>
      </dgm:t>
    </dgm:pt>
    <dgm:pt modelId="{D114C18E-A280-F14A-9FCF-7E5085EF8345}" type="parTrans" cxnId="{BD214AE8-C09F-E14D-B944-19FB928F7DCF}">
      <dgm:prSet/>
      <dgm:spPr/>
      <dgm:t>
        <a:bodyPr/>
        <a:lstStyle/>
        <a:p>
          <a:endParaRPr lang="en-US"/>
        </a:p>
      </dgm:t>
    </dgm:pt>
    <dgm:pt modelId="{605BE7FD-D0BE-4646-B6D7-1A3370398BD1}" type="sibTrans" cxnId="{BD214AE8-C09F-E14D-B944-19FB928F7DCF}">
      <dgm:prSet/>
      <dgm:spPr/>
      <dgm:t>
        <a:bodyPr/>
        <a:lstStyle/>
        <a:p>
          <a:endParaRPr lang="en-US"/>
        </a:p>
      </dgm:t>
    </dgm:pt>
    <dgm:pt modelId="{F5F34567-04D3-FB40-9BFD-B913574AEBD5}" type="pres">
      <dgm:prSet presAssocID="{783938B0-9265-DF46-9E38-02F5959871B8}" presName="linear" presStyleCnt="0">
        <dgm:presLayoutVars>
          <dgm:dir/>
          <dgm:animLvl val="lvl"/>
          <dgm:resizeHandles val="exact"/>
        </dgm:presLayoutVars>
      </dgm:prSet>
      <dgm:spPr/>
    </dgm:pt>
    <dgm:pt modelId="{11E5C4BD-4E97-FF46-ACB9-6EAC2A499F37}" type="pres">
      <dgm:prSet presAssocID="{B81A1D3B-4784-A548-9BE2-927579A2A9CE}" presName="parentLin" presStyleCnt="0"/>
      <dgm:spPr/>
    </dgm:pt>
    <dgm:pt modelId="{D014043A-30F0-C648-AB7F-047B4041A6F0}" type="pres">
      <dgm:prSet presAssocID="{B81A1D3B-4784-A548-9BE2-927579A2A9CE}" presName="parentLeftMargin" presStyleLbl="node1" presStyleIdx="0" presStyleCnt="3"/>
      <dgm:spPr/>
    </dgm:pt>
    <dgm:pt modelId="{E390CB0E-9F8E-0341-8598-019E9A2CC26D}" type="pres">
      <dgm:prSet presAssocID="{B81A1D3B-4784-A548-9BE2-927579A2A9CE}" presName="parentText" presStyleLbl="node1" presStyleIdx="0" presStyleCnt="3" custFlipHor="0" custScaleX="18907">
        <dgm:presLayoutVars>
          <dgm:chMax val="0"/>
          <dgm:bulletEnabled val="1"/>
        </dgm:presLayoutVars>
      </dgm:prSet>
      <dgm:spPr/>
    </dgm:pt>
    <dgm:pt modelId="{D533A0F8-2562-3A46-91BF-AE9C62544D4D}" type="pres">
      <dgm:prSet presAssocID="{B81A1D3B-4784-A548-9BE2-927579A2A9CE}" presName="negativeSpace" presStyleCnt="0"/>
      <dgm:spPr/>
    </dgm:pt>
    <dgm:pt modelId="{3D8F4043-36CA-3947-9AA0-73AF05214789}" type="pres">
      <dgm:prSet presAssocID="{B81A1D3B-4784-A548-9BE2-927579A2A9CE}" presName="childText" presStyleLbl="conFgAcc1" presStyleIdx="0" presStyleCnt="3">
        <dgm:presLayoutVars>
          <dgm:bulletEnabled val="1"/>
        </dgm:presLayoutVars>
      </dgm:prSet>
      <dgm:spPr/>
    </dgm:pt>
    <dgm:pt modelId="{A545C4D2-1E64-8E4A-BD6F-8D8EAE830619}" type="pres">
      <dgm:prSet presAssocID="{8241A38D-7302-204F-AFAF-3F55F4E591B6}" presName="spaceBetweenRectangles" presStyleCnt="0"/>
      <dgm:spPr/>
    </dgm:pt>
    <dgm:pt modelId="{AEFC5144-09B5-CE42-8392-232A23E1A77F}" type="pres">
      <dgm:prSet presAssocID="{694CE110-0F77-BD46-B0AA-A6124103D228}" presName="parentLin" presStyleCnt="0"/>
      <dgm:spPr/>
    </dgm:pt>
    <dgm:pt modelId="{A231F6B1-B8F7-5A45-BCB3-F7C60EFF8A07}" type="pres">
      <dgm:prSet presAssocID="{694CE110-0F77-BD46-B0AA-A6124103D228}" presName="parentLeftMargin" presStyleLbl="node1" presStyleIdx="0" presStyleCnt="3"/>
      <dgm:spPr/>
    </dgm:pt>
    <dgm:pt modelId="{72C99BA8-4D69-1C48-BDD6-E993F19157B5}" type="pres">
      <dgm:prSet presAssocID="{694CE110-0F77-BD46-B0AA-A6124103D228}" presName="parentText" presStyleLbl="node1" presStyleIdx="1" presStyleCnt="3" custFlipHor="0" custScaleX="21768">
        <dgm:presLayoutVars>
          <dgm:chMax val="0"/>
          <dgm:bulletEnabled val="1"/>
        </dgm:presLayoutVars>
      </dgm:prSet>
      <dgm:spPr/>
    </dgm:pt>
    <dgm:pt modelId="{AB5F9DDF-FCEC-2048-AFBC-5D27978C3481}" type="pres">
      <dgm:prSet presAssocID="{694CE110-0F77-BD46-B0AA-A6124103D228}" presName="negativeSpace" presStyleCnt="0"/>
      <dgm:spPr/>
    </dgm:pt>
    <dgm:pt modelId="{25365729-68FD-634E-ADAC-060179599BC2}" type="pres">
      <dgm:prSet presAssocID="{694CE110-0F77-BD46-B0AA-A6124103D228}" presName="childText" presStyleLbl="conFgAcc1" presStyleIdx="1" presStyleCnt="3" custLinFactNeighborY="33631">
        <dgm:presLayoutVars>
          <dgm:bulletEnabled val="1"/>
        </dgm:presLayoutVars>
      </dgm:prSet>
      <dgm:spPr/>
    </dgm:pt>
    <dgm:pt modelId="{4B31911B-C013-7145-AF58-AE8BD6C9B8F3}" type="pres">
      <dgm:prSet presAssocID="{0AC8FC03-3029-924A-869A-EFB506D7C36F}" presName="spaceBetweenRectangles" presStyleCnt="0"/>
      <dgm:spPr/>
    </dgm:pt>
    <dgm:pt modelId="{022CD838-34D4-7842-9D28-52F68739FFA2}" type="pres">
      <dgm:prSet presAssocID="{E9B1508E-AA23-D24D-84EC-0B18889B6ECB}" presName="parentLin" presStyleCnt="0"/>
      <dgm:spPr/>
    </dgm:pt>
    <dgm:pt modelId="{F8E592A4-8C74-1B47-A0F5-1CC5E7525620}" type="pres">
      <dgm:prSet presAssocID="{E9B1508E-AA23-D24D-84EC-0B18889B6ECB}" presName="parentLeftMargin" presStyleLbl="node1" presStyleIdx="1" presStyleCnt="3"/>
      <dgm:spPr/>
    </dgm:pt>
    <dgm:pt modelId="{A93A23E1-24A4-A14E-8045-216BFA69D256}" type="pres">
      <dgm:prSet presAssocID="{E9B1508E-AA23-D24D-84EC-0B18889B6ECB}" presName="parentText" presStyleLbl="node1" presStyleIdx="2" presStyleCnt="3" custFlipHor="0" custScaleX="32676">
        <dgm:presLayoutVars>
          <dgm:chMax val="0"/>
          <dgm:bulletEnabled val="1"/>
        </dgm:presLayoutVars>
      </dgm:prSet>
      <dgm:spPr/>
    </dgm:pt>
    <dgm:pt modelId="{BBFC52BC-0374-AE45-9F31-7E4E40427841}" type="pres">
      <dgm:prSet presAssocID="{E9B1508E-AA23-D24D-84EC-0B18889B6ECB}" presName="negativeSpace" presStyleCnt="0"/>
      <dgm:spPr/>
    </dgm:pt>
    <dgm:pt modelId="{A993CF66-CCFF-4C4B-9735-6C11B9615A2D}" type="pres">
      <dgm:prSet presAssocID="{E9B1508E-AA23-D24D-84EC-0B18889B6ECB}" presName="childText" presStyleLbl="conFgAcc1" presStyleIdx="2" presStyleCnt="3">
        <dgm:presLayoutVars>
          <dgm:bulletEnabled val="1"/>
        </dgm:presLayoutVars>
      </dgm:prSet>
      <dgm:spPr/>
    </dgm:pt>
  </dgm:ptLst>
  <dgm:cxnLst>
    <dgm:cxn modelId="{1B039C05-229C-6247-B987-B6F8E1E62549}" srcId="{783938B0-9265-DF46-9E38-02F5959871B8}" destId="{694CE110-0F77-BD46-B0AA-A6124103D228}" srcOrd="1" destOrd="0" parTransId="{8820D02B-0048-2E43-BFE1-928328923D23}" sibTransId="{0AC8FC03-3029-924A-869A-EFB506D7C36F}"/>
    <dgm:cxn modelId="{C40F8717-472A-9B45-AF11-DB4DADAAB9BE}" type="presOf" srcId="{BA6C9257-2952-CA40-B26A-C0A764FC6B2C}" destId="{25365729-68FD-634E-ADAC-060179599BC2}" srcOrd="0" destOrd="0" presId="urn:microsoft.com/office/officeart/2005/8/layout/list1"/>
    <dgm:cxn modelId="{BC9BC51A-0799-8A4D-93A0-D280268A083C}" type="presOf" srcId="{694CE110-0F77-BD46-B0AA-A6124103D228}" destId="{A231F6B1-B8F7-5A45-BCB3-F7C60EFF8A07}" srcOrd="0" destOrd="0" presId="urn:microsoft.com/office/officeart/2005/8/layout/list1"/>
    <dgm:cxn modelId="{BBBD4F1E-F04B-BE45-A345-9A9E636AF2CF}" type="presOf" srcId="{B81A1D3B-4784-A548-9BE2-927579A2A9CE}" destId="{E390CB0E-9F8E-0341-8598-019E9A2CC26D}" srcOrd="1" destOrd="0" presId="urn:microsoft.com/office/officeart/2005/8/layout/list1"/>
    <dgm:cxn modelId="{A6DF0221-3C25-834A-AC06-8EC406640EB9}" srcId="{783938B0-9265-DF46-9E38-02F5959871B8}" destId="{E9B1508E-AA23-D24D-84EC-0B18889B6ECB}" srcOrd="2" destOrd="0" parTransId="{E8BC864D-99C5-E14B-8903-6075CADD5EBB}" sibTransId="{DAAED707-3C7B-774C-9B76-1AE2FAE3134A}"/>
    <dgm:cxn modelId="{D81B932D-0EB5-1542-BB8E-A6BB26018BF1}" type="presOf" srcId="{D66CA515-A3BD-EA4D-9166-F090BFB57BCA}" destId="{A993CF66-CCFF-4C4B-9735-6C11B9615A2D}" srcOrd="0" destOrd="0" presId="urn:microsoft.com/office/officeart/2005/8/layout/list1"/>
    <dgm:cxn modelId="{A7155336-00D1-4246-BD21-2A40FF69FEAE}" type="presOf" srcId="{E9B1508E-AA23-D24D-84EC-0B18889B6ECB}" destId="{F8E592A4-8C74-1B47-A0F5-1CC5E7525620}" srcOrd="0" destOrd="0" presId="urn:microsoft.com/office/officeart/2005/8/layout/list1"/>
    <dgm:cxn modelId="{0974F95C-4DF9-164E-9A4C-F8269D5E7ACA}" srcId="{783938B0-9265-DF46-9E38-02F5959871B8}" destId="{B81A1D3B-4784-A548-9BE2-927579A2A9CE}" srcOrd="0" destOrd="0" parTransId="{8C1736F4-9D8B-8747-903C-A42820B1E4B7}" sibTransId="{8241A38D-7302-204F-AFAF-3F55F4E591B6}"/>
    <dgm:cxn modelId="{238F3865-6B27-7C40-91EC-7FC60066033C}" srcId="{B81A1D3B-4784-A548-9BE2-927579A2A9CE}" destId="{3BF5E4B7-B49D-D841-87E1-208249F257D1}" srcOrd="0" destOrd="0" parTransId="{B4DB3F66-A5F0-A242-9765-E33A384928A4}" sibTransId="{4C1D8E22-4AE2-3049-8985-799C8C102B95}"/>
    <dgm:cxn modelId="{96309966-A230-AA4D-B45C-56A163B1AF4C}" srcId="{694CE110-0F77-BD46-B0AA-A6124103D228}" destId="{BA6C9257-2952-CA40-B26A-C0A764FC6B2C}" srcOrd="0" destOrd="0" parTransId="{04E84F2E-3248-F145-A27C-C27329B3A66D}" sibTransId="{6C666F6B-D88E-5240-8A8A-B5A512D14640}"/>
    <dgm:cxn modelId="{7AE5026A-B959-9E49-BFC2-BD23B4F77FC7}" type="presOf" srcId="{E9B1508E-AA23-D24D-84EC-0B18889B6ECB}" destId="{A93A23E1-24A4-A14E-8045-216BFA69D256}" srcOrd="1" destOrd="0" presId="urn:microsoft.com/office/officeart/2005/8/layout/list1"/>
    <dgm:cxn modelId="{4A6AC9AA-16AA-634C-ACEC-30A80243741F}" type="presOf" srcId="{B81A1D3B-4784-A548-9BE2-927579A2A9CE}" destId="{D014043A-30F0-C648-AB7F-047B4041A6F0}" srcOrd="0" destOrd="0" presId="urn:microsoft.com/office/officeart/2005/8/layout/list1"/>
    <dgm:cxn modelId="{C16B93B1-3B3B-584C-BA73-282805941D20}" type="presOf" srcId="{783938B0-9265-DF46-9E38-02F5959871B8}" destId="{F5F34567-04D3-FB40-9BFD-B913574AEBD5}" srcOrd="0" destOrd="0" presId="urn:microsoft.com/office/officeart/2005/8/layout/list1"/>
    <dgm:cxn modelId="{B10851CE-A3AF-0A49-B14D-10E584B146DB}" type="presOf" srcId="{694CE110-0F77-BD46-B0AA-A6124103D228}" destId="{72C99BA8-4D69-1C48-BDD6-E993F19157B5}" srcOrd="1" destOrd="0" presId="urn:microsoft.com/office/officeart/2005/8/layout/list1"/>
    <dgm:cxn modelId="{6D0ED8D6-7001-DD4E-8254-10896661B5D8}" type="presOf" srcId="{3BF5E4B7-B49D-D841-87E1-208249F257D1}" destId="{3D8F4043-36CA-3947-9AA0-73AF05214789}" srcOrd="0" destOrd="0" presId="urn:microsoft.com/office/officeart/2005/8/layout/list1"/>
    <dgm:cxn modelId="{BD214AE8-C09F-E14D-B944-19FB928F7DCF}" srcId="{E9B1508E-AA23-D24D-84EC-0B18889B6ECB}" destId="{D66CA515-A3BD-EA4D-9166-F090BFB57BCA}" srcOrd="0" destOrd="0" parTransId="{D114C18E-A280-F14A-9FCF-7E5085EF8345}" sibTransId="{605BE7FD-D0BE-4646-B6D7-1A3370398BD1}"/>
    <dgm:cxn modelId="{7ADCF5D8-1B2F-6146-8226-D26B2F4F311A}" type="presParOf" srcId="{F5F34567-04D3-FB40-9BFD-B913574AEBD5}" destId="{11E5C4BD-4E97-FF46-ACB9-6EAC2A499F37}" srcOrd="0" destOrd="0" presId="urn:microsoft.com/office/officeart/2005/8/layout/list1"/>
    <dgm:cxn modelId="{0F95EDCA-A875-9D48-BD92-F81D5173EC9D}" type="presParOf" srcId="{11E5C4BD-4E97-FF46-ACB9-6EAC2A499F37}" destId="{D014043A-30F0-C648-AB7F-047B4041A6F0}" srcOrd="0" destOrd="0" presId="urn:microsoft.com/office/officeart/2005/8/layout/list1"/>
    <dgm:cxn modelId="{4C82FCF9-AE9D-2A43-A748-08D0D2182A2D}" type="presParOf" srcId="{11E5C4BD-4E97-FF46-ACB9-6EAC2A499F37}" destId="{E390CB0E-9F8E-0341-8598-019E9A2CC26D}" srcOrd="1" destOrd="0" presId="urn:microsoft.com/office/officeart/2005/8/layout/list1"/>
    <dgm:cxn modelId="{8542F1B0-6B9D-934F-8E22-B28AD1D19CEF}" type="presParOf" srcId="{F5F34567-04D3-FB40-9BFD-B913574AEBD5}" destId="{D533A0F8-2562-3A46-91BF-AE9C62544D4D}" srcOrd="1" destOrd="0" presId="urn:microsoft.com/office/officeart/2005/8/layout/list1"/>
    <dgm:cxn modelId="{7D6BE5E6-721C-BF46-A440-40BC22CB25DD}" type="presParOf" srcId="{F5F34567-04D3-FB40-9BFD-B913574AEBD5}" destId="{3D8F4043-36CA-3947-9AA0-73AF05214789}" srcOrd="2" destOrd="0" presId="urn:microsoft.com/office/officeart/2005/8/layout/list1"/>
    <dgm:cxn modelId="{627C1EF7-4688-3540-B052-130F7A64EACB}" type="presParOf" srcId="{F5F34567-04D3-FB40-9BFD-B913574AEBD5}" destId="{A545C4D2-1E64-8E4A-BD6F-8D8EAE830619}" srcOrd="3" destOrd="0" presId="urn:microsoft.com/office/officeart/2005/8/layout/list1"/>
    <dgm:cxn modelId="{387EC429-1D40-0D4F-8C23-3BFA72B6DF31}" type="presParOf" srcId="{F5F34567-04D3-FB40-9BFD-B913574AEBD5}" destId="{AEFC5144-09B5-CE42-8392-232A23E1A77F}" srcOrd="4" destOrd="0" presId="urn:microsoft.com/office/officeart/2005/8/layout/list1"/>
    <dgm:cxn modelId="{DC10F39B-45AB-DE4E-B82B-D0890F6134D0}" type="presParOf" srcId="{AEFC5144-09B5-CE42-8392-232A23E1A77F}" destId="{A231F6B1-B8F7-5A45-BCB3-F7C60EFF8A07}" srcOrd="0" destOrd="0" presId="urn:microsoft.com/office/officeart/2005/8/layout/list1"/>
    <dgm:cxn modelId="{F1B9449E-3A68-484D-B7CF-1868BC82EEDD}" type="presParOf" srcId="{AEFC5144-09B5-CE42-8392-232A23E1A77F}" destId="{72C99BA8-4D69-1C48-BDD6-E993F19157B5}" srcOrd="1" destOrd="0" presId="urn:microsoft.com/office/officeart/2005/8/layout/list1"/>
    <dgm:cxn modelId="{955F02CF-0B21-8849-9E45-7229A95E900B}" type="presParOf" srcId="{F5F34567-04D3-FB40-9BFD-B913574AEBD5}" destId="{AB5F9DDF-FCEC-2048-AFBC-5D27978C3481}" srcOrd="5" destOrd="0" presId="urn:microsoft.com/office/officeart/2005/8/layout/list1"/>
    <dgm:cxn modelId="{56FC8704-3F21-644B-BFBD-2904013A80DD}" type="presParOf" srcId="{F5F34567-04D3-FB40-9BFD-B913574AEBD5}" destId="{25365729-68FD-634E-ADAC-060179599BC2}" srcOrd="6" destOrd="0" presId="urn:microsoft.com/office/officeart/2005/8/layout/list1"/>
    <dgm:cxn modelId="{53ECABF8-5C63-4F44-96BF-501993C5FC03}" type="presParOf" srcId="{F5F34567-04D3-FB40-9BFD-B913574AEBD5}" destId="{4B31911B-C013-7145-AF58-AE8BD6C9B8F3}" srcOrd="7" destOrd="0" presId="urn:microsoft.com/office/officeart/2005/8/layout/list1"/>
    <dgm:cxn modelId="{60E3164A-480E-EA4B-9D04-492F930B91DA}" type="presParOf" srcId="{F5F34567-04D3-FB40-9BFD-B913574AEBD5}" destId="{022CD838-34D4-7842-9D28-52F68739FFA2}" srcOrd="8" destOrd="0" presId="urn:microsoft.com/office/officeart/2005/8/layout/list1"/>
    <dgm:cxn modelId="{4ED20B1D-7DC3-3142-8F06-B5F333A3E185}" type="presParOf" srcId="{022CD838-34D4-7842-9D28-52F68739FFA2}" destId="{F8E592A4-8C74-1B47-A0F5-1CC5E7525620}" srcOrd="0" destOrd="0" presId="urn:microsoft.com/office/officeart/2005/8/layout/list1"/>
    <dgm:cxn modelId="{FB954383-0B9D-C345-A91E-9DB5E863C884}" type="presParOf" srcId="{022CD838-34D4-7842-9D28-52F68739FFA2}" destId="{A93A23E1-24A4-A14E-8045-216BFA69D256}" srcOrd="1" destOrd="0" presId="urn:microsoft.com/office/officeart/2005/8/layout/list1"/>
    <dgm:cxn modelId="{D3847CCC-1ABD-D545-B32E-53C515EC56DD}" type="presParOf" srcId="{F5F34567-04D3-FB40-9BFD-B913574AEBD5}" destId="{BBFC52BC-0374-AE45-9F31-7E4E40427841}" srcOrd="9" destOrd="0" presId="urn:microsoft.com/office/officeart/2005/8/layout/list1"/>
    <dgm:cxn modelId="{AEDFD8DC-57E6-C643-ABC0-5A7C0CD5E6C0}" type="presParOf" srcId="{F5F34567-04D3-FB40-9BFD-B913574AEBD5}" destId="{A993CF66-CCFF-4C4B-9735-6C11B9615A2D}" srcOrd="10"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46F8961-8587-2B41-B180-50CB70BB05F8}"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3CD13991-4926-6149-B07C-A24624F05578}">
      <dgm:prSet custT="1"/>
      <dgm:spPr/>
      <dgm:t>
        <a:bodyPr/>
        <a:lstStyle/>
        <a:p>
          <a:pPr algn="ctr">
            <a:lnSpc>
              <a:spcPct val="100000"/>
            </a:lnSpc>
            <a:spcAft>
              <a:spcPts val="0"/>
            </a:spcAft>
          </a:pPr>
          <a:r>
            <a:rPr lang="en-US" sz="4800" dirty="0">
              <a:solidFill>
                <a:schemeClr val="accent6">
                  <a:lumMod val="50000"/>
                </a:schemeClr>
              </a:solidFill>
              <a:latin typeface="Herculanum" panose="02000505000000020004" pitchFamily="2" charset="77"/>
            </a:rPr>
            <a:t>Key Takeaways</a:t>
          </a:r>
        </a:p>
      </dgm:t>
    </dgm:pt>
    <dgm:pt modelId="{D07B7125-C87C-2248-8C80-6C8ACAC31A4C}" type="parTrans" cxnId="{D4FE0FB3-19CC-E147-8695-A590A51356DB}">
      <dgm:prSet/>
      <dgm:spPr/>
      <dgm:t>
        <a:bodyPr/>
        <a:lstStyle/>
        <a:p>
          <a:pPr algn="ctr"/>
          <a:endParaRPr lang="en-US"/>
        </a:p>
      </dgm:t>
    </dgm:pt>
    <dgm:pt modelId="{B6884985-A5E8-5642-A646-AEB764D03299}" type="sibTrans" cxnId="{D4FE0FB3-19CC-E147-8695-A590A51356DB}">
      <dgm:prSet/>
      <dgm:spPr/>
      <dgm:t>
        <a:bodyPr/>
        <a:lstStyle/>
        <a:p>
          <a:pPr algn="ctr"/>
          <a:endParaRPr lang="en-US"/>
        </a:p>
      </dgm:t>
    </dgm:pt>
    <dgm:pt modelId="{587303E1-757F-E441-9987-01B34FDE1F33}" type="pres">
      <dgm:prSet presAssocID="{846F8961-8587-2B41-B180-50CB70BB05F8}" presName="linear" presStyleCnt="0">
        <dgm:presLayoutVars>
          <dgm:animLvl val="lvl"/>
          <dgm:resizeHandles val="exact"/>
        </dgm:presLayoutVars>
      </dgm:prSet>
      <dgm:spPr/>
    </dgm:pt>
    <dgm:pt modelId="{F84461AB-87BF-BE44-9E99-037A0BA35CC1}" type="pres">
      <dgm:prSet presAssocID="{3CD13991-4926-6149-B07C-A24624F05578}" presName="parentText" presStyleLbl="node1" presStyleIdx="0" presStyleCnt="1" custScaleY="190130" custLinFactNeighborY="19717">
        <dgm:presLayoutVars>
          <dgm:chMax val="0"/>
          <dgm:bulletEnabled val="1"/>
        </dgm:presLayoutVars>
      </dgm:prSet>
      <dgm:spPr/>
    </dgm:pt>
  </dgm:ptLst>
  <dgm:cxnLst>
    <dgm:cxn modelId="{5A8BC112-B633-634A-87AD-EEE80355CCD7}" type="presOf" srcId="{3CD13991-4926-6149-B07C-A24624F05578}" destId="{F84461AB-87BF-BE44-9E99-037A0BA35CC1}" srcOrd="0" destOrd="0" presId="urn:microsoft.com/office/officeart/2005/8/layout/vList2"/>
    <dgm:cxn modelId="{7ACF272B-B032-AE4E-91A3-A9756C9D82B6}" type="presOf" srcId="{846F8961-8587-2B41-B180-50CB70BB05F8}" destId="{587303E1-757F-E441-9987-01B34FDE1F33}" srcOrd="0" destOrd="0" presId="urn:microsoft.com/office/officeart/2005/8/layout/vList2"/>
    <dgm:cxn modelId="{D4FE0FB3-19CC-E147-8695-A590A51356DB}" srcId="{846F8961-8587-2B41-B180-50CB70BB05F8}" destId="{3CD13991-4926-6149-B07C-A24624F05578}" srcOrd="0" destOrd="0" parTransId="{D07B7125-C87C-2248-8C80-6C8ACAC31A4C}" sibTransId="{B6884985-A5E8-5642-A646-AEB764D03299}"/>
    <dgm:cxn modelId="{DBB491BE-322F-634D-B88D-6D2A15060789}" type="presParOf" srcId="{587303E1-757F-E441-9987-01B34FDE1F33}" destId="{F84461AB-87BF-BE44-9E99-037A0BA35CC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8268501-F578-AD4D-81A9-6D0C5BA7EE15}" type="doc">
      <dgm:prSet loTypeId="urn:microsoft.com/office/officeart/2005/8/layout/vList2" loCatId="list" qsTypeId="urn:microsoft.com/office/officeart/2005/8/quickstyle/3d4" qsCatId="3D" csTypeId="urn:microsoft.com/office/officeart/2005/8/colors/accent6_2" csCatId="accent6"/>
      <dgm:spPr/>
      <dgm:t>
        <a:bodyPr/>
        <a:lstStyle/>
        <a:p>
          <a:endParaRPr lang="en-US"/>
        </a:p>
      </dgm:t>
    </dgm:pt>
    <dgm:pt modelId="{D09E3F39-80EB-BC4A-B403-D1ABBF3017CE}">
      <dgm:prSet/>
      <dgm:spPr/>
      <dgm:t>
        <a:bodyPr/>
        <a:lstStyle/>
        <a:p>
          <a:r>
            <a:rPr lang="en-US" dirty="0"/>
            <a:t>Security Controls work best when Layered</a:t>
          </a:r>
        </a:p>
      </dgm:t>
    </dgm:pt>
    <dgm:pt modelId="{0F6E1D5C-767E-294C-8201-4343BD40D210}" type="parTrans" cxnId="{686CBA4F-32CA-3149-8417-0535534F3580}">
      <dgm:prSet/>
      <dgm:spPr/>
      <dgm:t>
        <a:bodyPr/>
        <a:lstStyle/>
        <a:p>
          <a:endParaRPr lang="en-US"/>
        </a:p>
      </dgm:t>
    </dgm:pt>
    <dgm:pt modelId="{D806A1E0-4B55-4143-AD1A-EAA185CDC8D0}" type="sibTrans" cxnId="{686CBA4F-32CA-3149-8417-0535534F3580}">
      <dgm:prSet/>
      <dgm:spPr/>
      <dgm:t>
        <a:bodyPr/>
        <a:lstStyle/>
        <a:p>
          <a:endParaRPr lang="en-US"/>
        </a:p>
      </dgm:t>
    </dgm:pt>
    <dgm:pt modelId="{9533F938-6942-C548-80AE-42156FF3A0C4}">
      <dgm:prSet/>
      <dgm:spPr/>
      <dgm:t>
        <a:bodyPr/>
        <a:lstStyle/>
        <a:p>
          <a:r>
            <a:rPr lang="en-US"/>
            <a:t>Access Control</a:t>
          </a:r>
        </a:p>
      </dgm:t>
    </dgm:pt>
    <dgm:pt modelId="{BF4E8CBB-CC8C-2D48-A62C-03158C4F7B87}" type="parTrans" cxnId="{615EEB15-A1AD-0849-BFD2-2766B2A1467E}">
      <dgm:prSet/>
      <dgm:spPr/>
      <dgm:t>
        <a:bodyPr/>
        <a:lstStyle/>
        <a:p>
          <a:endParaRPr lang="en-US"/>
        </a:p>
      </dgm:t>
    </dgm:pt>
    <dgm:pt modelId="{10A14ECE-6865-E04B-83B4-3FC9C384B154}" type="sibTrans" cxnId="{615EEB15-A1AD-0849-BFD2-2766B2A1467E}">
      <dgm:prSet/>
      <dgm:spPr/>
      <dgm:t>
        <a:bodyPr/>
        <a:lstStyle/>
        <a:p>
          <a:endParaRPr lang="en-US"/>
        </a:p>
      </dgm:t>
    </dgm:pt>
    <dgm:pt modelId="{8D875202-49AC-AB4D-A6FF-A4FF0B5EEDCD}">
      <dgm:prSet/>
      <dgm:spPr/>
      <dgm:t>
        <a:bodyPr/>
        <a:lstStyle/>
        <a:p>
          <a:r>
            <a:rPr lang="en-US"/>
            <a:t>Branch Protection</a:t>
          </a:r>
        </a:p>
      </dgm:t>
    </dgm:pt>
    <dgm:pt modelId="{4FCA8BCB-39C9-F94C-8F47-007DDD427ECB}" type="parTrans" cxnId="{57499E29-6AD5-F245-9181-FFCFDED908A2}">
      <dgm:prSet/>
      <dgm:spPr/>
      <dgm:t>
        <a:bodyPr/>
        <a:lstStyle/>
        <a:p>
          <a:endParaRPr lang="en-US"/>
        </a:p>
      </dgm:t>
    </dgm:pt>
    <dgm:pt modelId="{AEA319D8-A1FA-AF48-A714-09AADB82CE17}" type="sibTrans" cxnId="{57499E29-6AD5-F245-9181-FFCFDED908A2}">
      <dgm:prSet/>
      <dgm:spPr/>
      <dgm:t>
        <a:bodyPr/>
        <a:lstStyle/>
        <a:p>
          <a:endParaRPr lang="en-US"/>
        </a:p>
      </dgm:t>
    </dgm:pt>
    <dgm:pt modelId="{8E9A9DB9-0E01-7A45-80C7-FBEF127DF1D2}">
      <dgm:prSet/>
      <dgm:spPr/>
      <dgm:t>
        <a:bodyPr/>
        <a:lstStyle/>
        <a:p>
          <a:r>
            <a:rPr lang="en-US" dirty="0"/>
            <a:t>Secret Management</a:t>
          </a:r>
        </a:p>
      </dgm:t>
    </dgm:pt>
    <dgm:pt modelId="{D8AF379D-63B3-A547-8D76-DF8C03A8BAF5}" type="parTrans" cxnId="{A1A4046C-734C-7E4D-9BEF-33D264428AA7}">
      <dgm:prSet/>
      <dgm:spPr/>
      <dgm:t>
        <a:bodyPr/>
        <a:lstStyle/>
        <a:p>
          <a:endParaRPr lang="en-US"/>
        </a:p>
      </dgm:t>
    </dgm:pt>
    <dgm:pt modelId="{A4D2EF95-81DF-D641-B2B6-7AE2E175D3D3}" type="sibTrans" cxnId="{A1A4046C-734C-7E4D-9BEF-33D264428AA7}">
      <dgm:prSet/>
      <dgm:spPr/>
      <dgm:t>
        <a:bodyPr/>
        <a:lstStyle/>
        <a:p>
          <a:endParaRPr lang="en-US"/>
        </a:p>
      </dgm:t>
    </dgm:pt>
    <dgm:pt modelId="{2D114A77-E16D-E246-91DB-80677D84798E}">
      <dgm:prSet/>
      <dgm:spPr/>
      <dgm:t>
        <a:bodyPr/>
        <a:lstStyle/>
        <a:p>
          <a:r>
            <a:rPr lang="en-US" dirty="0"/>
            <a:t>Automated Scanning</a:t>
          </a:r>
        </a:p>
      </dgm:t>
    </dgm:pt>
    <dgm:pt modelId="{EE35F96E-0BA8-8D4F-9845-0AEC2D0514ED}" type="parTrans" cxnId="{CA4D90E3-EA70-6946-BE19-DE321593A9BF}">
      <dgm:prSet/>
      <dgm:spPr/>
      <dgm:t>
        <a:bodyPr/>
        <a:lstStyle/>
        <a:p>
          <a:endParaRPr lang="en-US"/>
        </a:p>
      </dgm:t>
    </dgm:pt>
    <dgm:pt modelId="{7740D80A-B569-D24A-8B93-B1D06611F58B}" type="sibTrans" cxnId="{CA4D90E3-EA70-6946-BE19-DE321593A9BF}">
      <dgm:prSet/>
      <dgm:spPr/>
      <dgm:t>
        <a:bodyPr/>
        <a:lstStyle/>
        <a:p>
          <a:endParaRPr lang="en-US"/>
        </a:p>
      </dgm:t>
    </dgm:pt>
    <dgm:pt modelId="{72C6D228-4A78-B440-92A2-4D157A908F95}">
      <dgm:prSet/>
      <dgm:spPr/>
      <dgm:t>
        <a:bodyPr/>
        <a:lstStyle/>
        <a:p>
          <a:r>
            <a:rPr lang="en-US"/>
            <a:t>Build security into the pipeline for fast feedback instead of a slow, after-the-fact post-mortem.</a:t>
          </a:r>
        </a:p>
      </dgm:t>
    </dgm:pt>
    <dgm:pt modelId="{D92CB6C0-98D1-9A4F-80E4-78F1D443AA9B}" type="parTrans" cxnId="{DB2AF557-174F-4C43-8A01-5A0268167542}">
      <dgm:prSet/>
      <dgm:spPr/>
      <dgm:t>
        <a:bodyPr/>
        <a:lstStyle/>
        <a:p>
          <a:endParaRPr lang="en-US"/>
        </a:p>
      </dgm:t>
    </dgm:pt>
    <dgm:pt modelId="{41E4FBFF-5716-7F42-AFF6-9A237F898DEB}" type="sibTrans" cxnId="{DB2AF557-174F-4C43-8A01-5A0268167542}">
      <dgm:prSet/>
      <dgm:spPr/>
      <dgm:t>
        <a:bodyPr/>
        <a:lstStyle/>
        <a:p>
          <a:endParaRPr lang="en-US"/>
        </a:p>
      </dgm:t>
    </dgm:pt>
    <dgm:pt modelId="{44DF7643-9019-894A-9056-6F80AAFEA23E}">
      <dgm:prSet/>
      <dgm:spPr/>
      <dgm:t>
        <a:bodyPr/>
        <a:lstStyle/>
        <a:p>
          <a:r>
            <a:rPr lang="en-US"/>
            <a:t>Protect the repository and systems that write to it as a single unit.</a:t>
          </a:r>
        </a:p>
      </dgm:t>
    </dgm:pt>
    <dgm:pt modelId="{F1C536F4-3F05-8C45-B9A4-F91B9A8DC62D}" type="parTrans" cxnId="{536B41BC-8ED7-174C-8699-AC1D7FD6E6EF}">
      <dgm:prSet/>
      <dgm:spPr/>
      <dgm:t>
        <a:bodyPr/>
        <a:lstStyle/>
        <a:p>
          <a:endParaRPr lang="en-US"/>
        </a:p>
      </dgm:t>
    </dgm:pt>
    <dgm:pt modelId="{F2B020A3-DE4E-7F41-9296-E0ED4E5BD6C9}" type="sibTrans" cxnId="{536B41BC-8ED7-174C-8699-AC1D7FD6E6EF}">
      <dgm:prSet/>
      <dgm:spPr/>
      <dgm:t>
        <a:bodyPr/>
        <a:lstStyle/>
        <a:p>
          <a:endParaRPr lang="en-US"/>
        </a:p>
      </dgm:t>
    </dgm:pt>
    <dgm:pt modelId="{44341429-564D-414A-B65F-AEC0905E5134}" type="pres">
      <dgm:prSet presAssocID="{E8268501-F578-AD4D-81A9-6D0C5BA7EE15}" presName="linear" presStyleCnt="0">
        <dgm:presLayoutVars>
          <dgm:animLvl val="lvl"/>
          <dgm:resizeHandles val="exact"/>
        </dgm:presLayoutVars>
      </dgm:prSet>
      <dgm:spPr/>
    </dgm:pt>
    <dgm:pt modelId="{A5E405DE-24E5-644A-B15A-160B66236493}" type="pres">
      <dgm:prSet presAssocID="{D09E3F39-80EB-BC4A-B403-D1ABBF3017CE}" presName="parentText" presStyleLbl="node1" presStyleIdx="0" presStyleCnt="3">
        <dgm:presLayoutVars>
          <dgm:chMax val="0"/>
          <dgm:bulletEnabled val="1"/>
        </dgm:presLayoutVars>
      </dgm:prSet>
      <dgm:spPr/>
    </dgm:pt>
    <dgm:pt modelId="{FD33B1AE-0213-7F45-A936-B68B82AA0115}" type="pres">
      <dgm:prSet presAssocID="{D09E3F39-80EB-BC4A-B403-D1ABBF3017CE}" presName="childText" presStyleLbl="revTx" presStyleIdx="0" presStyleCnt="1">
        <dgm:presLayoutVars>
          <dgm:bulletEnabled val="1"/>
        </dgm:presLayoutVars>
      </dgm:prSet>
      <dgm:spPr/>
    </dgm:pt>
    <dgm:pt modelId="{110456FD-056D-FA4C-96D4-5F72DBB4E2A2}" type="pres">
      <dgm:prSet presAssocID="{72C6D228-4A78-B440-92A2-4D157A908F95}" presName="parentText" presStyleLbl="node1" presStyleIdx="1" presStyleCnt="3">
        <dgm:presLayoutVars>
          <dgm:chMax val="0"/>
          <dgm:bulletEnabled val="1"/>
        </dgm:presLayoutVars>
      </dgm:prSet>
      <dgm:spPr/>
    </dgm:pt>
    <dgm:pt modelId="{06A378AC-DC05-E149-B46F-0A2DD9889224}" type="pres">
      <dgm:prSet presAssocID="{41E4FBFF-5716-7F42-AFF6-9A237F898DEB}" presName="spacer" presStyleCnt="0"/>
      <dgm:spPr/>
    </dgm:pt>
    <dgm:pt modelId="{0C977053-7F46-7642-A655-79E8232D9B1F}" type="pres">
      <dgm:prSet presAssocID="{44DF7643-9019-894A-9056-6F80AAFEA23E}" presName="parentText" presStyleLbl="node1" presStyleIdx="2" presStyleCnt="3">
        <dgm:presLayoutVars>
          <dgm:chMax val="0"/>
          <dgm:bulletEnabled val="1"/>
        </dgm:presLayoutVars>
      </dgm:prSet>
      <dgm:spPr/>
    </dgm:pt>
  </dgm:ptLst>
  <dgm:cxnLst>
    <dgm:cxn modelId="{D8E5F611-6893-BC4F-AA94-AEFDDFFD315C}" type="presOf" srcId="{8E9A9DB9-0E01-7A45-80C7-FBEF127DF1D2}" destId="{FD33B1AE-0213-7F45-A936-B68B82AA0115}" srcOrd="0" destOrd="2" presId="urn:microsoft.com/office/officeart/2005/8/layout/vList2"/>
    <dgm:cxn modelId="{615EEB15-A1AD-0849-BFD2-2766B2A1467E}" srcId="{D09E3F39-80EB-BC4A-B403-D1ABBF3017CE}" destId="{9533F938-6942-C548-80AE-42156FF3A0C4}" srcOrd="0" destOrd="0" parTransId="{BF4E8CBB-CC8C-2D48-A62C-03158C4F7B87}" sibTransId="{10A14ECE-6865-E04B-83B4-3FC9C384B154}"/>
    <dgm:cxn modelId="{57499E29-6AD5-F245-9181-FFCFDED908A2}" srcId="{D09E3F39-80EB-BC4A-B403-D1ABBF3017CE}" destId="{8D875202-49AC-AB4D-A6FF-A4FF0B5EEDCD}" srcOrd="1" destOrd="0" parTransId="{4FCA8BCB-39C9-F94C-8F47-007DDD427ECB}" sibTransId="{AEA319D8-A1FA-AF48-A714-09AADB82CE17}"/>
    <dgm:cxn modelId="{DAAB954F-74AA-9F4E-8A3F-A0F350BEF453}" type="presOf" srcId="{44DF7643-9019-894A-9056-6F80AAFEA23E}" destId="{0C977053-7F46-7642-A655-79E8232D9B1F}" srcOrd="0" destOrd="0" presId="urn:microsoft.com/office/officeart/2005/8/layout/vList2"/>
    <dgm:cxn modelId="{686CBA4F-32CA-3149-8417-0535534F3580}" srcId="{E8268501-F578-AD4D-81A9-6D0C5BA7EE15}" destId="{D09E3F39-80EB-BC4A-B403-D1ABBF3017CE}" srcOrd="0" destOrd="0" parTransId="{0F6E1D5C-767E-294C-8201-4343BD40D210}" sibTransId="{D806A1E0-4B55-4143-AD1A-EAA185CDC8D0}"/>
    <dgm:cxn modelId="{DB2AF557-174F-4C43-8A01-5A0268167542}" srcId="{E8268501-F578-AD4D-81A9-6D0C5BA7EE15}" destId="{72C6D228-4A78-B440-92A2-4D157A908F95}" srcOrd="1" destOrd="0" parTransId="{D92CB6C0-98D1-9A4F-80E4-78F1D443AA9B}" sibTransId="{41E4FBFF-5716-7F42-AFF6-9A237F898DEB}"/>
    <dgm:cxn modelId="{A1A4046C-734C-7E4D-9BEF-33D264428AA7}" srcId="{D09E3F39-80EB-BC4A-B403-D1ABBF3017CE}" destId="{8E9A9DB9-0E01-7A45-80C7-FBEF127DF1D2}" srcOrd="2" destOrd="0" parTransId="{D8AF379D-63B3-A547-8D76-DF8C03A8BAF5}" sibTransId="{A4D2EF95-81DF-D641-B2B6-7AE2E175D3D3}"/>
    <dgm:cxn modelId="{3FFB728B-7C7D-7F48-86B5-33BE7570A7A6}" type="presOf" srcId="{8D875202-49AC-AB4D-A6FF-A4FF0B5EEDCD}" destId="{FD33B1AE-0213-7F45-A936-B68B82AA0115}" srcOrd="0" destOrd="1" presId="urn:microsoft.com/office/officeart/2005/8/layout/vList2"/>
    <dgm:cxn modelId="{74C73DA2-82B6-7E4E-9A03-952044B50BC7}" type="presOf" srcId="{D09E3F39-80EB-BC4A-B403-D1ABBF3017CE}" destId="{A5E405DE-24E5-644A-B15A-160B66236493}" srcOrd="0" destOrd="0" presId="urn:microsoft.com/office/officeart/2005/8/layout/vList2"/>
    <dgm:cxn modelId="{8580ABA7-1ACC-DE43-97C3-CA422AD16EAD}" type="presOf" srcId="{E8268501-F578-AD4D-81A9-6D0C5BA7EE15}" destId="{44341429-564D-414A-B65F-AEC0905E5134}" srcOrd="0" destOrd="0" presId="urn:microsoft.com/office/officeart/2005/8/layout/vList2"/>
    <dgm:cxn modelId="{FCC604B1-FDA2-114A-8253-54FE71627EBE}" type="presOf" srcId="{2D114A77-E16D-E246-91DB-80677D84798E}" destId="{FD33B1AE-0213-7F45-A936-B68B82AA0115}" srcOrd="0" destOrd="3" presId="urn:microsoft.com/office/officeart/2005/8/layout/vList2"/>
    <dgm:cxn modelId="{AC7648B9-681E-184B-AC8C-51A42BACC7D1}" type="presOf" srcId="{72C6D228-4A78-B440-92A2-4D157A908F95}" destId="{110456FD-056D-FA4C-96D4-5F72DBB4E2A2}" srcOrd="0" destOrd="0" presId="urn:microsoft.com/office/officeart/2005/8/layout/vList2"/>
    <dgm:cxn modelId="{536B41BC-8ED7-174C-8699-AC1D7FD6E6EF}" srcId="{E8268501-F578-AD4D-81A9-6D0C5BA7EE15}" destId="{44DF7643-9019-894A-9056-6F80AAFEA23E}" srcOrd="2" destOrd="0" parTransId="{F1C536F4-3F05-8C45-B9A4-F91B9A8DC62D}" sibTransId="{F2B020A3-DE4E-7F41-9296-E0ED4E5BD6C9}"/>
    <dgm:cxn modelId="{7001E7CF-EEFD-4947-9B6A-E1E19E433FD4}" type="presOf" srcId="{9533F938-6942-C548-80AE-42156FF3A0C4}" destId="{FD33B1AE-0213-7F45-A936-B68B82AA0115}" srcOrd="0" destOrd="0" presId="urn:microsoft.com/office/officeart/2005/8/layout/vList2"/>
    <dgm:cxn modelId="{CA4D90E3-EA70-6946-BE19-DE321593A9BF}" srcId="{D09E3F39-80EB-BC4A-B403-D1ABBF3017CE}" destId="{2D114A77-E16D-E246-91DB-80677D84798E}" srcOrd="3" destOrd="0" parTransId="{EE35F96E-0BA8-8D4F-9845-0AEC2D0514ED}" sibTransId="{7740D80A-B569-D24A-8B93-B1D06611F58B}"/>
    <dgm:cxn modelId="{6B09C9DB-2665-0741-A3EA-F6C171182A25}" type="presParOf" srcId="{44341429-564D-414A-B65F-AEC0905E5134}" destId="{A5E405DE-24E5-644A-B15A-160B66236493}" srcOrd="0" destOrd="0" presId="urn:microsoft.com/office/officeart/2005/8/layout/vList2"/>
    <dgm:cxn modelId="{C3153080-DDDC-5A45-B78C-EF269BF223A7}" type="presParOf" srcId="{44341429-564D-414A-B65F-AEC0905E5134}" destId="{FD33B1AE-0213-7F45-A936-B68B82AA0115}" srcOrd="1" destOrd="0" presId="urn:microsoft.com/office/officeart/2005/8/layout/vList2"/>
    <dgm:cxn modelId="{E573D5C0-0EDF-0A43-BA8D-0EF0D87BDFF2}" type="presParOf" srcId="{44341429-564D-414A-B65F-AEC0905E5134}" destId="{110456FD-056D-FA4C-96D4-5F72DBB4E2A2}" srcOrd="2" destOrd="0" presId="urn:microsoft.com/office/officeart/2005/8/layout/vList2"/>
    <dgm:cxn modelId="{D7D95B8F-208E-E745-8D18-AEA3EB3C2108}" type="presParOf" srcId="{44341429-564D-414A-B65F-AEC0905E5134}" destId="{06A378AC-DC05-E149-B46F-0A2DD9889224}" srcOrd="3" destOrd="0" presId="urn:microsoft.com/office/officeart/2005/8/layout/vList2"/>
    <dgm:cxn modelId="{21194732-6969-8642-892F-C96B484B7550}" type="presParOf" srcId="{44341429-564D-414A-B65F-AEC0905E5134}" destId="{0C977053-7F46-7642-A655-79E8232D9B1F}"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46F8961-8587-2B41-B180-50CB70BB05F8}"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3CD13991-4926-6149-B07C-A24624F05578}">
      <dgm:prSet custT="1"/>
      <dgm:spPr/>
      <dgm:t>
        <a:bodyPr/>
        <a:lstStyle/>
        <a:p>
          <a:pPr algn="ctr">
            <a:lnSpc>
              <a:spcPct val="100000"/>
            </a:lnSpc>
            <a:spcAft>
              <a:spcPts val="0"/>
            </a:spcAft>
          </a:pPr>
          <a:r>
            <a:rPr lang="en-US" sz="4800" dirty="0">
              <a:solidFill>
                <a:schemeClr val="accent6">
                  <a:lumMod val="50000"/>
                </a:schemeClr>
              </a:solidFill>
              <a:latin typeface="Herculanum" panose="02000505000000020004" pitchFamily="2" charset="77"/>
            </a:rPr>
            <a:t>References</a:t>
          </a:r>
        </a:p>
      </dgm:t>
    </dgm:pt>
    <dgm:pt modelId="{D07B7125-C87C-2248-8C80-6C8ACAC31A4C}" type="parTrans" cxnId="{D4FE0FB3-19CC-E147-8695-A590A51356DB}">
      <dgm:prSet/>
      <dgm:spPr/>
      <dgm:t>
        <a:bodyPr/>
        <a:lstStyle/>
        <a:p>
          <a:pPr algn="ctr"/>
          <a:endParaRPr lang="en-US"/>
        </a:p>
      </dgm:t>
    </dgm:pt>
    <dgm:pt modelId="{B6884985-A5E8-5642-A646-AEB764D03299}" type="sibTrans" cxnId="{D4FE0FB3-19CC-E147-8695-A590A51356DB}">
      <dgm:prSet/>
      <dgm:spPr/>
      <dgm:t>
        <a:bodyPr/>
        <a:lstStyle/>
        <a:p>
          <a:pPr algn="ctr"/>
          <a:endParaRPr lang="en-US"/>
        </a:p>
      </dgm:t>
    </dgm:pt>
    <dgm:pt modelId="{587303E1-757F-E441-9987-01B34FDE1F33}" type="pres">
      <dgm:prSet presAssocID="{846F8961-8587-2B41-B180-50CB70BB05F8}" presName="linear" presStyleCnt="0">
        <dgm:presLayoutVars>
          <dgm:animLvl val="lvl"/>
          <dgm:resizeHandles val="exact"/>
        </dgm:presLayoutVars>
      </dgm:prSet>
      <dgm:spPr/>
    </dgm:pt>
    <dgm:pt modelId="{F84461AB-87BF-BE44-9E99-037A0BA35CC1}" type="pres">
      <dgm:prSet presAssocID="{3CD13991-4926-6149-B07C-A24624F05578}" presName="parentText" presStyleLbl="node1" presStyleIdx="0" presStyleCnt="1" custScaleY="190130" custLinFactNeighborY="19717">
        <dgm:presLayoutVars>
          <dgm:chMax val="0"/>
          <dgm:bulletEnabled val="1"/>
        </dgm:presLayoutVars>
      </dgm:prSet>
      <dgm:spPr/>
    </dgm:pt>
  </dgm:ptLst>
  <dgm:cxnLst>
    <dgm:cxn modelId="{5A8BC112-B633-634A-87AD-EEE80355CCD7}" type="presOf" srcId="{3CD13991-4926-6149-B07C-A24624F05578}" destId="{F84461AB-87BF-BE44-9E99-037A0BA35CC1}" srcOrd="0" destOrd="0" presId="urn:microsoft.com/office/officeart/2005/8/layout/vList2"/>
    <dgm:cxn modelId="{7ACF272B-B032-AE4E-91A3-A9756C9D82B6}" type="presOf" srcId="{846F8961-8587-2B41-B180-50CB70BB05F8}" destId="{587303E1-757F-E441-9987-01B34FDE1F33}" srcOrd="0" destOrd="0" presId="urn:microsoft.com/office/officeart/2005/8/layout/vList2"/>
    <dgm:cxn modelId="{D4FE0FB3-19CC-E147-8695-A590A51356DB}" srcId="{846F8961-8587-2B41-B180-50CB70BB05F8}" destId="{3CD13991-4926-6149-B07C-A24624F05578}" srcOrd="0" destOrd="0" parTransId="{D07B7125-C87C-2248-8C80-6C8ACAC31A4C}" sibTransId="{B6884985-A5E8-5642-A646-AEB764D03299}"/>
    <dgm:cxn modelId="{DBB491BE-322F-634D-B88D-6D2A15060789}" type="presParOf" srcId="{587303E1-757F-E441-9987-01B34FDE1F33}" destId="{F84461AB-87BF-BE44-9E99-037A0BA35CC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222B4F6-483B-C149-A984-D2E6426446D3}" type="doc">
      <dgm:prSet loTypeId="urn:microsoft.com/office/officeart/2005/8/layout/vList3" loCatId="list" qsTypeId="urn:microsoft.com/office/officeart/2005/8/quickstyle/3d4" qsCatId="3D" csTypeId="urn:microsoft.com/office/officeart/2005/8/colors/accent6_2" csCatId="accent6" phldr="1"/>
      <dgm:spPr/>
      <dgm:t>
        <a:bodyPr/>
        <a:lstStyle/>
        <a:p>
          <a:endParaRPr lang="en-US"/>
        </a:p>
      </dgm:t>
    </dgm:pt>
    <dgm:pt modelId="{09D60403-985F-1846-8CDB-8001C751D112}">
      <dgm:prSet/>
      <dgm:spPr/>
      <dgm:t>
        <a:bodyPr/>
        <a:lstStyle/>
        <a:p>
          <a:r>
            <a:rPr lang="en-US"/>
            <a:t>Harness. (n.d.). </a:t>
          </a:r>
          <a:r>
            <a:rPr lang="en-US" i="1"/>
            <a:t>Best practices for securing code repositories. </a:t>
          </a:r>
          <a:r>
            <a:rPr lang="en-US"/>
            <a:t>Harness Glossary. </a:t>
          </a:r>
          <a:r>
            <a:rPr lang="en-US">
              <a:hlinkClick xmlns:r="http://schemas.openxmlformats.org/officeDocument/2006/relationships" r:id="rId1"/>
            </a:rPr>
            <a:t>https://www.harness.io/harness-devops-academy/secure-code-repositories-best-practices</a:t>
          </a:r>
          <a:endParaRPr lang="en-US"/>
        </a:p>
      </dgm:t>
    </dgm:pt>
    <dgm:pt modelId="{154DC126-C1C0-5440-9C53-B0321F75C9A7}" type="parTrans" cxnId="{83854E56-4EF2-7B43-9988-0DFF8739EEAD}">
      <dgm:prSet/>
      <dgm:spPr/>
      <dgm:t>
        <a:bodyPr/>
        <a:lstStyle/>
        <a:p>
          <a:endParaRPr lang="en-US"/>
        </a:p>
      </dgm:t>
    </dgm:pt>
    <dgm:pt modelId="{F146957E-B4B0-3B49-A831-3F39D0E7222C}" type="sibTrans" cxnId="{83854E56-4EF2-7B43-9988-0DFF8739EEAD}">
      <dgm:prSet/>
      <dgm:spPr/>
      <dgm:t>
        <a:bodyPr/>
        <a:lstStyle/>
        <a:p>
          <a:endParaRPr lang="en-US"/>
        </a:p>
      </dgm:t>
    </dgm:pt>
    <dgm:pt modelId="{94169D22-EDA9-C143-9029-A30C06CB4AAE}">
      <dgm:prSet/>
      <dgm:spPr/>
      <dgm:t>
        <a:bodyPr/>
        <a:lstStyle/>
        <a:p>
          <a:r>
            <a:rPr lang="en-US" dirty="0"/>
            <a:t>Kim, G., Humble, J., Debois, P., &amp; Willis, J. (2021). </a:t>
          </a:r>
          <a:r>
            <a:rPr lang="en-US" i="1" dirty="0"/>
            <a:t>The DevOps Handbook: How to Create World-Class Agility, Reliability, and Security in Technology Organizations. </a:t>
          </a:r>
          <a:r>
            <a:rPr lang="en-US" dirty="0"/>
            <a:t>IT Revolution Press.</a:t>
          </a:r>
        </a:p>
      </dgm:t>
    </dgm:pt>
    <dgm:pt modelId="{FB495F7C-721E-344F-AC4C-3AA6DD47115C}" type="parTrans" cxnId="{30EB1763-1D54-374D-9D0D-B3011F4D3DAD}">
      <dgm:prSet/>
      <dgm:spPr/>
      <dgm:t>
        <a:bodyPr/>
        <a:lstStyle/>
        <a:p>
          <a:endParaRPr lang="en-US"/>
        </a:p>
      </dgm:t>
    </dgm:pt>
    <dgm:pt modelId="{803AFEF9-6A10-3745-AD25-8C09016AB3A7}" type="sibTrans" cxnId="{30EB1763-1D54-374D-9D0D-B3011F4D3DAD}">
      <dgm:prSet/>
      <dgm:spPr/>
      <dgm:t>
        <a:bodyPr/>
        <a:lstStyle/>
        <a:p>
          <a:endParaRPr lang="en-US"/>
        </a:p>
      </dgm:t>
    </dgm:pt>
    <dgm:pt modelId="{D1998B52-2742-244C-90EA-5DF10BBE32C6}">
      <dgm:prSet/>
      <dgm:spPr/>
      <dgm:t>
        <a:bodyPr/>
        <a:lstStyle/>
        <a:p>
          <a:r>
            <a:rPr lang="en-US" dirty="0"/>
            <a:t>Snyk. (2024, February 5). </a:t>
          </a:r>
          <a:r>
            <a:rPr lang="en-US" i="1" dirty="0"/>
            <a:t>10 GitHub security best practices. </a:t>
          </a:r>
          <a:r>
            <a:rPr lang="en-US" dirty="0" err="1"/>
            <a:t>Snyk.io</a:t>
          </a:r>
          <a:r>
            <a:rPr lang="en-US" dirty="0"/>
            <a:t>. </a:t>
          </a:r>
          <a:r>
            <a:rPr lang="en-US" dirty="0">
              <a:hlinkClick xmlns:r="http://schemas.openxmlformats.org/officeDocument/2006/relationships" r:id="rId2"/>
            </a:rPr>
            <a:t>https://snyk.io/blog/ten-git-hub-security-best-practices/</a:t>
          </a:r>
          <a:endParaRPr lang="en-US" dirty="0"/>
        </a:p>
      </dgm:t>
    </dgm:pt>
    <dgm:pt modelId="{03BB3B5B-8D91-3E40-9AE6-C5CC5A4A4632}" type="parTrans" cxnId="{5E9DFD51-313C-8E4A-9E87-24A2F9857A36}">
      <dgm:prSet/>
      <dgm:spPr/>
      <dgm:t>
        <a:bodyPr/>
        <a:lstStyle/>
        <a:p>
          <a:endParaRPr lang="en-US"/>
        </a:p>
      </dgm:t>
    </dgm:pt>
    <dgm:pt modelId="{BE91D069-7F20-8540-B887-4337F6FFC404}" type="sibTrans" cxnId="{5E9DFD51-313C-8E4A-9E87-24A2F9857A36}">
      <dgm:prSet/>
      <dgm:spPr/>
      <dgm:t>
        <a:bodyPr/>
        <a:lstStyle/>
        <a:p>
          <a:endParaRPr lang="en-US"/>
        </a:p>
      </dgm:t>
    </dgm:pt>
    <dgm:pt modelId="{FC0BF208-E5CA-2D4F-A847-0308EA955D03}" type="pres">
      <dgm:prSet presAssocID="{6222B4F6-483B-C149-A984-D2E6426446D3}" presName="linearFlow" presStyleCnt="0">
        <dgm:presLayoutVars>
          <dgm:dir/>
          <dgm:resizeHandles val="exact"/>
        </dgm:presLayoutVars>
      </dgm:prSet>
      <dgm:spPr/>
    </dgm:pt>
    <dgm:pt modelId="{244F59A8-046E-DF43-B345-5E010BD0C818}" type="pres">
      <dgm:prSet presAssocID="{09D60403-985F-1846-8CDB-8001C751D112}" presName="composite" presStyleCnt="0"/>
      <dgm:spPr/>
    </dgm:pt>
    <dgm:pt modelId="{4FE6BD4E-B67F-194E-8E06-8EB4B821A378}" type="pres">
      <dgm:prSet presAssocID="{09D60403-985F-1846-8CDB-8001C751D112}" presName="imgShp" presStyleLbl="fgImgPlace1" presStyleIdx="0"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Group of people with solid fill"/>
        </a:ext>
      </dgm:extLst>
    </dgm:pt>
    <dgm:pt modelId="{1A815368-AEAA-594F-BA29-108939D18075}" type="pres">
      <dgm:prSet presAssocID="{09D60403-985F-1846-8CDB-8001C751D112}" presName="txShp" presStyleLbl="node1" presStyleIdx="0" presStyleCnt="3">
        <dgm:presLayoutVars>
          <dgm:bulletEnabled val="1"/>
        </dgm:presLayoutVars>
      </dgm:prSet>
      <dgm:spPr/>
    </dgm:pt>
    <dgm:pt modelId="{BF79E1E9-F93C-0448-A091-D3881F143F6E}" type="pres">
      <dgm:prSet presAssocID="{F146957E-B4B0-3B49-A831-3F39D0E7222C}" presName="spacing" presStyleCnt="0"/>
      <dgm:spPr/>
    </dgm:pt>
    <dgm:pt modelId="{30DCA37B-8782-644F-88EA-001766972AA7}" type="pres">
      <dgm:prSet presAssocID="{94169D22-EDA9-C143-9029-A30C06CB4AAE}" presName="composite" presStyleCnt="0"/>
      <dgm:spPr/>
    </dgm:pt>
    <dgm:pt modelId="{979F4354-6E6C-F44C-8D97-98C67F44890D}" type="pres">
      <dgm:prSet presAssocID="{94169D22-EDA9-C143-9029-A30C06CB4AAE}" presName="imgShp" presStyleLbl="fgImgPlace1" presStyleIdx="1" presStyleCnt="3"/>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Open book with solid fill"/>
        </a:ext>
      </dgm:extLst>
    </dgm:pt>
    <dgm:pt modelId="{DA9CF0AE-ACD5-5143-A967-AB61F93A6E87}" type="pres">
      <dgm:prSet presAssocID="{94169D22-EDA9-C143-9029-A30C06CB4AAE}" presName="txShp" presStyleLbl="node1" presStyleIdx="1" presStyleCnt="3">
        <dgm:presLayoutVars>
          <dgm:bulletEnabled val="1"/>
        </dgm:presLayoutVars>
      </dgm:prSet>
      <dgm:spPr/>
    </dgm:pt>
    <dgm:pt modelId="{0505F3DD-BFD0-7A46-9375-64E9C68496E4}" type="pres">
      <dgm:prSet presAssocID="{803AFEF9-6A10-3745-AD25-8C09016AB3A7}" presName="spacing" presStyleCnt="0"/>
      <dgm:spPr/>
    </dgm:pt>
    <dgm:pt modelId="{1F4E51CE-DD95-E341-A2FF-2231528F5E05}" type="pres">
      <dgm:prSet presAssocID="{D1998B52-2742-244C-90EA-5DF10BBE32C6}" presName="composite" presStyleCnt="0"/>
      <dgm:spPr/>
    </dgm:pt>
    <dgm:pt modelId="{42FE06BC-0E06-D344-AFEF-C6894A285E09}" type="pres">
      <dgm:prSet presAssocID="{D1998B52-2742-244C-90EA-5DF10BBE32C6}" presName="imgShp" presStyleLbl="fgImgPlace1" presStyleIdx="2" presStyleCnt="3"/>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Programmer male with solid fill"/>
        </a:ext>
      </dgm:extLst>
    </dgm:pt>
    <dgm:pt modelId="{7B0E2954-175F-5744-9B4E-99AFFDA074B3}" type="pres">
      <dgm:prSet presAssocID="{D1998B52-2742-244C-90EA-5DF10BBE32C6}" presName="txShp" presStyleLbl="node1" presStyleIdx="2" presStyleCnt="3">
        <dgm:presLayoutVars>
          <dgm:bulletEnabled val="1"/>
        </dgm:presLayoutVars>
      </dgm:prSet>
      <dgm:spPr/>
    </dgm:pt>
  </dgm:ptLst>
  <dgm:cxnLst>
    <dgm:cxn modelId="{5E9DFD51-313C-8E4A-9E87-24A2F9857A36}" srcId="{6222B4F6-483B-C149-A984-D2E6426446D3}" destId="{D1998B52-2742-244C-90EA-5DF10BBE32C6}" srcOrd="2" destOrd="0" parTransId="{03BB3B5B-8D91-3E40-9AE6-C5CC5A4A4632}" sibTransId="{BE91D069-7F20-8540-B887-4337F6FFC404}"/>
    <dgm:cxn modelId="{83854E56-4EF2-7B43-9988-0DFF8739EEAD}" srcId="{6222B4F6-483B-C149-A984-D2E6426446D3}" destId="{09D60403-985F-1846-8CDB-8001C751D112}" srcOrd="0" destOrd="0" parTransId="{154DC126-C1C0-5440-9C53-B0321F75C9A7}" sibTransId="{F146957E-B4B0-3B49-A831-3F39D0E7222C}"/>
    <dgm:cxn modelId="{6136B158-4AEF-CB43-AA3E-EF9CDE156366}" type="presOf" srcId="{94169D22-EDA9-C143-9029-A30C06CB4AAE}" destId="{DA9CF0AE-ACD5-5143-A967-AB61F93A6E87}" srcOrd="0" destOrd="0" presId="urn:microsoft.com/office/officeart/2005/8/layout/vList3"/>
    <dgm:cxn modelId="{30EB1763-1D54-374D-9D0D-B3011F4D3DAD}" srcId="{6222B4F6-483B-C149-A984-D2E6426446D3}" destId="{94169D22-EDA9-C143-9029-A30C06CB4AAE}" srcOrd="1" destOrd="0" parTransId="{FB495F7C-721E-344F-AC4C-3AA6DD47115C}" sibTransId="{803AFEF9-6A10-3745-AD25-8C09016AB3A7}"/>
    <dgm:cxn modelId="{7B2A3B99-9858-3446-9E80-50D285F52E68}" type="presOf" srcId="{6222B4F6-483B-C149-A984-D2E6426446D3}" destId="{FC0BF208-E5CA-2D4F-A847-0308EA955D03}" srcOrd="0" destOrd="0" presId="urn:microsoft.com/office/officeart/2005/8/layout/vList3"/>
    <dgm:cxn modelId="{4ACEEA9B-3D6A-7542-A19A-9A072DA2BC6B}" type="presOf" srcId="{D1998B52-2742-244C-90EA-5DF10BBE32C6}" destId="{7B0E2954-175F-5744-9B4E-99AFFDA074B3}" srcOrd="0" destOrd="0" presId="urn:microsoft.com/office/officeart/2005/8/layout/vList3"/>
    <dgm:cxn modelId="{A61BD9F9-5329-C34D-AEDB-16F2235B4589}" type="presOf" srcId="{09D60403-985F-1846-8CDB-8001C751D112}" destId="{1A815368-AEAA-594F-BA29-108939D18075}" srcOrd="0" destOrd="0" presId="urn:microsoft.com/office/officeart/2005/8/layout/vList3"/>
    <dgm:cxn modelId="{3B6A79AE-9F36-D141-9566-8EF82AE3AB5D}" type="presParOf" srcId="{FC0BF208-E5CA-2D4F-A847-0308EA955D03}" destId="{244F59A8-046E-DF43-B345-5E010BD0C818}" srcOrd="0" destOrd="0" presId="urn:microsoft.com/office/officeart/2005/8/layout/vList3"/>
    <dgm:cxn modelId="{460DDECB-00B4-4A4C-9222-775FD529BA3A}" type="presParOf" srcId="{244F59A8-046E-DF43-B345-5E010BD0C818}" destId="{4FE6BD4E-B67F-194E-8E06-8EB4B821A378}" srcOrd="0" destOrd="0" presId="urn:microsoft.com/office/officeart/2005/8/layout/vList3"/>
    <dgm:cxn modelId="{5E85AC34-BEE0-E14A-B3FE-32F930EB0975}" type="presParOf" srcId="{244F59A8-046E-DF43-B345-5E010BD0C818}" destId="{1A815368-AEAA-594F-BA29-108939D18075}" srcOrd="1" destOrd="0" presId="urn:microsoft.com/office/officeart/2005/8/layout/vList3"/>
    <dgm:cxn modelId="{9133820D-954A-0F4C-A9BB-16A3A20BAAFB}" type="presParOf" srcId="{FC0BF208-E5CA-2D4F-A847-0308EA955D03}" destId="{BF79E1E9-F93C-0448-A091-D3881F143F6E}" srcOrd="1" destOrd="0" presId="urn:microsoft.com/office/officeart/2005/8/layout/vList3"/>
    <dgm:cxn modelId="{0C7313C4-5243-324D-9D36-3C2A94A7B396}" type="presParOf" srcId="{FC0BF208-E5CA-2D4F-A847-0308EA955D03}" destId="{30DCA37B-8782-644F-88EA-001766972AA7}" srcOrd="2" destOrd="0" presId="urn:microsoft.com/office/officeart/2005/8/layout/vList3"/>
    <dgm:cxn modelId="{08C0F80D-1C96-3B4B-8745-8CD075FD2020}" type="presParOf" srcId="{30DCA37B-8782-644F-88EA-001766972AA7}" destId="{979F4354-6E6C-F44C-8D97-98C67F44890D}" srcOrd="0" destOrd="0" presId="urn:microsoft.com/office/officeart/2005/8/layout/vList3"/>
    <dgm:cxn modelId="{B47031D9-15E4-BA47-AA7F-C5ACE75E2CCC}" type="presParOf" srcId="{30DCA37B-8782-644F-88EA-001766972AA7}" destId="{DA9CF0AE-ACD5-5143-A967-AB61F93A6E87}" srcOrd="1" destOrd="0" presId="urn:microsoft.com/office/officeart/2005/8/layout/vList3"/>
    <dgm:cxn modelId="{F904DCD3-9EB7-F649-9A38-BD2CFD7F0817}" type="presParOf" srcId="{FC0BF208-E5CA-2D4F-A847-0308EA955D03}" destId="{0505F3DD-BFD0-7A46-9375-64E9C68496E4}" srcOrd="3" destOrd="0" presId="urn:microsoft.com/office/officeart/2005/8/layout/vList3"/>
    <dgm:cxn modelId="{FE415E75-4A5C-5B48-B8B0-EEF9F755196F}" type="presParOf" srcId="{FC0BF208-E5CA-2D4F-A847-0308EA955D03}" destId="{1F4E51CE-DD95-E341-A2FF-2231528F5E05}" srcOrd="4" destOrd="0" presId="urn:microsoft.com/office/officeart/2005/8/layout/vList3"/>
    <dgm:cxn modelId="{15C4EC87-B08F-6E48-8328-B119EAD295D5}" type="presParOf" srcId="{1F4E51CE-DD95-E341-A2FF-2231528F5E05}" destId="{42FE06BC-0E06-D344-AFEF-C6894A285E09}" srcOrd="0" destOrd="0" presId="urn:microsoft.com/office/officeart/2005/8/layout/vList3"/>
    <dgm:cxn modelId="{33234894-040B-334F-9A0D-A9D5585817F2}" type="presParOf" srcId="{1F4E51CE-DD95-E341-A2FF-2231528F5E05}" destId="{7B0E2954-175F-5744-9B4E-99AFFDA074B3}"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461AB-87BF-BE44-9E99-037A0BA35CC1}">
      <dsp:nvSpPr>
        <dsp:cNvPr id="0" name=""/>
        <dsp:cNvSpPr/>
      </dsp:nvSpPr>
      <dsp:spPr>
        <a:xfrm>
          <a:off x="0" y="270276"/>
          <a:ext cx="12058649" cy="1216800"/>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ctr" defTabSz="2400300">
            <a:lnSpc>
              <a:spcPct val="90000"/>
            </a:lnSpc>
            <a:spcBef>
              <a:spcPct val="0"/>
            </a:spcBef>
            <a:spcAft>
              <a:spcPct val="35000"/>
            </a:spcAft>
            <a:buNone/>
          </a:pPr>
          <a:r>
            <a:rPr lang="en-US" sz="5400" b="0" kern="1200" baseline="0" dirty="0">
              <a:solidFill>
                <a:schemeClr val="accent6">
                  <a:lumMod val="50000"/>
                </a:schemeClr>
              </a:solidFill>
              <a:latin typeface="Herculanum" panose="02000505000000020004" pitchFamily="2" charset="77"/>
            </a:rPr>
            <a:t>Why Security Controls Matter</a:t>
          </a:r>
          <a:endParaRPr lang="en-US" sz="5400" kern="1200" dirty="0">
            <a:solidFill>
              <a:schemeClr val="accent6">
                <a:lumMod val="50000"/>
              </a:schemeClr>
            </a:solidFill>
            <a:latin typeface="Herculanum" panose="02000505000000020004" pitchFamily="2" charset="77"/>
          </a:endParaRPr>
        </a:p>
      </dsp:txBody>
      <dsp:txXfrm>
        <a:off x="59399" y="329675"/>
        <a:ext cx="11939851" cy="10980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E7D00C-370E-6546-B9FF-C979300326FE}">
      <dsp:nvSpPr>
        <dsp:cNvPr id="0" name=""/>
        <dsp:cNvSpPr/>
      </dsp:nvSpPr>
      <dsp:spPr>
        <a:xfrm>
          <a:off x="0" y="16572"/>
          <a:ext cx="11402568" cy="1231479"/>
        </a:xfrm>
        <a:prstGeom prst="round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 shared repository multiplies both productivity and risk</a:t>
          </a:r>
        </a:p>
      </dsp:txBody>
      <dsp:txXfrm>
        <a:off x="60116" y="76688"/>
        <a:ext cx="11282336" cy="1111247"/>
      </dsp:txXfrm>
    </dsp:sp>
    <dsp:sp modelId="{2B8D8E0C-E3B4-F84A-86C4-D584A033208C}">
      <dsp:nvSpPr>
        <dsp:cNvPr id="0" name=""/>
        <dsp:cNvSpPr/>
      </dsp:nvSpPr>
      <dsp:spPr>
        <a:xfrm>
          <a:off x="0" y="1248052"/>
          <a:ext cx="11402568" cy="1893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2032"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One bad commit or leaked credential can affect every team that uses the code</a:t>
          </a:r>
        </a:p>
        <a:p>
          <a:pPr marL="228600" lvl="1" indent="-228600" algn="l" defTabSz="1066800">
            <a:lnSpc>
              <a:spcPct val="90000"/>
            </a:lnSpc>
            <a:spcBef>
              <a:spcPct val="0"/>
            </a:spcBef>
            <a:spcAft>
              <a:spcPct val="20000"/>
            </a:spcAft>
            <a:buChar char="•"/>
          </a:pPr>
          <a:r>
            <a:rPr lang="en-US" sz="2400" kern="1200"/>
            <a:t>Accidently sharing a .env file with passwords to the database is logged in the repository.</a:t>
          </a:r>
        </a:p>
        <a:p>
          <a:pPr marL="228600" lvl="1" indent="-228600" algn="l" defTabSz="1066800">
            <a:lnSpc>
              <a:spcPct val="90000"/>
            </a:lnSpc>
            <a:spcBef>
              <a:spcPct val="0"/>
            </a:spcBef>
            <a:spcAft>
              <a:spcPct val="20000"/>
            </a:spcAft>
            <a:buChar char="•"/>
          </a:pPr>
          <a:r>
            <a:rPr lang="en-US" sz="2400" kern="1200"/>
            <a:t>Accidently exposing the wrong endpoint in a program  can lead to exposing vulnerabilities as well.</a:t>
          </a:r>
        </a:p>
      </dsp:txBody>
      <dsp:txXfrm>
        <a:off x="0" y="1248052"/>
        <a:ext cx="11402568" cy="1893015"/>
      </dsp:txXfrm>
    </dsp:sp>
    <dsp:sp modelId="{53E48536-262A-004E-9F56-371943CD2638}">
      <dsp:nvSpPr>
        <dsp:cNvPr id="0" name=""/>
        <dsp:cNvSpPr/>
      </dsp:nvSpPr>
      <dsp:spPr>
        <a:xfrm>
          <a:off x="0" y="3141067"/>
          <a:ext cx="11402568" cy="1231479"/>
        </a:xfrm>
        <a:prstGeom prst="round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Shared repos enable reuse but widen the blast radius of any single compromise.</a:t>
          </a:r>
        </a:p>
      </dsp:txBody>
      <dsp:txXfrm>
        <a:off x="60116" y="3201183"/>
        <a:ext cx="11282336" cy="11112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461AB-87BF-BE44-9E99-037A0BA35CC1}">
      <dsp:nvSpPr>
        <dsp:cNvPr id="0" name=""/>
        <dsp:cNvSpPr/>
      </dsp:nvSpPr>
      <dsp:spPr>
        <a:xfrm>
          <a:off x="0" y="179004"/>
          <a:ext cx="12058649" cy="1121158"/>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100000"/>
            </a:lnSpc>
            <a:spcBef>
              <a:spcPct val="0"/>
            </a:spcBef>
            <a:spcAft>
              <a:spcPts val="0"/>
            </a:spcAft>
            <a:buNone/>
          </a:pPr>
          <a:r>
            <a:rPr lang="en-US" sz="4800" kern="1200" dirty="0">
              <a:solidFill>
                <a:schemeClr val="accent6">
                  <a:lumMod val="50000"/>
                </a:schemeClr>
              </a:solidFill>
              <a:latin typeface="Herculanum" panose="02000505000000020004" pitchFamily="2" charset="77"/>
            </a:rPr>
            <a:t>Access</a:t>
          </a:r>
          <a:r>
            <a:rPr lang="en-US" sz="4800" kern="1200" baseline="0" dirty="0">
              <a:solidFill>
                <a:schemeClr val="accent6">
                  <a:lumMod val="50000"/>
                </a:schemeClr>
              </a:solidFill>
              <a:latin typeface="Herculanum" panose="02000505000000020004" pitchFamily="2" charset="77"/>
            </a:rPr>
            <a:t> Control as the Foundation</a:t>
          </a:r>
          <a:endParaRPr lang="en-US" sz="4800" kern="1200" dirty="0">
            <a:solidFill>
              <a:schemeClr val="accent6">
                <a:lumMod val="50000"/>
              </a:schemeClr>
            </a:solidFill>
            <a:latin typeface="Herculanum" panose="02000505000000020004" pitchFamily="2" charset="77"/>
          </a:endParaRPr>
        </a:p>
      </dsp:txBody>
      <dsp:txXfrm>
        <a:off x="54730" y="233734"/>
        <a:ext cx="11949189" cy="10116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826AAB-AEDA-CF4F-B2EE-9F26504A7826}">
      <dsp:nvSpPr>
        <dsp:cNvPr id="0" name=""/>
        <dsp:cNvSpPr/>
      </dsp:nvSpPr>
      <dsp:spPr>
        <a:xfrm rot="10800000">
          <a:off x="2285118" y="2559"/>
          <a:ext cx="7752969" cy="1329211"/>
        </a:xfrm>
        <a:prstGeom prst="homePlate">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86145" tIns="80010" rIns="149352" bIns="80010" numCol="1" spcCol="1270" anchor="t" anchorCtr="0">
          <a:noAutofit/>
        </a:bodyPr>
        <a:lstStyle/>
        <a:p>
          <a:pPr marL="0" lvl="0" indent="0" algn="l" defTabSz="933450">
            <a:lnSpc>
              <a:spcPct val="90000"/>
            </a:lnSpc>
            <a:spcBef>
              <a:spcPct val="0"/>
            </a:spcBef>
            <a:spcAft>
              <a:spcPct val="35000"/>
            </a:spcAft>
            <a:buNone/>
          </a:pPr>
          <a:r>
            <a:rPr lang="en-US" sz="2100" kern="1200"/>
            <a:t>Principle of Least Privilege</a:t>
          </a:r>
        </a:p>
        <a:p>
          <a:pPr marL="171450" lvl="1" indent="-171450" algn="l" defTabSz="711200">
            <a:lnSpc>
              <a:spcPct val="90000"/>
            </a:lnSpc>
            <a:spcBef>
              <a:spcPct val="0"/>
            </a:spcBef>
            <a:spcAft>
              <a:spcPct val="15000"/>
            </a:spcAft>
            <a:buChar char="•"/>
          </a:pPr>
          <a:r>
            <a:rPr lang="en-US" sz="1600" kern="1200" dirty="0"/>
            <a:t>Only grant access that a person or system needs</a:t>
          </a:r>
        </a:p>
        <a:p>
          <a:pPr marL="171450" lvl="1" indent="-171450" algn="l" defTabSz="711200">
            <a:lnSpc>
              <a:spcPct val="90000"/>
            </a:lnSpc>
            <a:spcBef>
              <a:spcPct val="0"/>
            </a:spcBef>
            <a:spcAft>
              <a:spcPct val="15000"/>
            </a:spcAft>
            <a:buChar char="•"/>
          </a:pPr>
          <a:r>
            <a:rPr lang="en-US" sz="1600" kern="1200" dirty="0"/>
            <a:t>Too much access can lead to unintended mistakes.</a:t>
          </a:r>
        </a:p>
      </dsp:txBody>
      <dsp:txXfrm rot="10800000">
        <a:off x="2617421" y="2559"/>
        <a:ext cx="7420666" cy="1329211"/>
      </dsp:txXfrm>
    </dsp:sp>
    <dsp:sp modelId="{569E2B9D-8BE4-2947-9B68-CDBFE4DF7209}">
      <dsp:nvSpPr>
        <dsp:cNvPr id="0" name=""/>
        <dsp:cNvSpPr/>
      </dsp:nvSpPr>
      <dsp:spPr>
        <a:xfrm>
          <a:off x="944661" y="2559"/>
          <a:ext cx="1329211" cy="1329211"/>
        </a:xfrm>
        <a:prstGeom prst="ellipse">
          <a:avLst/>
        </a:prstGeom>
        <a:blipFill dpi="0" rotWithShape="1">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5FB25115-B84E-F44C-A6AF-39CF93CFB27C}">
      <dsp:nvSpPr>
        <dsp:cNvPr id="0" name=""/>
        <dsp:cNvSpPr/>
      </dsp:nvSpPr>
      <dsp:spPr>
        <a:xfrm rot="10800000">
          <a:off x="2285118" y="1728550"/>
          <a:ext cx="7752969" cy="1329211"/>
        </a:xfrm>
        <a:prstGeom prst="homePlate">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86145" tIns="80010" rIns="149352" bIns="80010" numCol="1" spcCol="1270" anchor="t" anchorCtr="0">
          <a:noAutofit/>
        </a:bodyPr>
        <a:lstStyle/>
        <a:p>
          <a:pPr marL="0" lvl="0" indent="0" algn="l" defTabSz="933450">
            <a:lnSpc>
              <a:spcPct val="90000"/>
            </a:lnSpc>
            <a:spcBef>
              <a:spcPct val="0"/>
            </a:spcBef>
            <a:spcAft>
              <a:spcPct val="35000"/>
            </a:spcAft>
            <a:buNone/>
          </a:pPr>
          <a:r>
            <a:rPr lang="en-US" sz="2100" kern="1200"/>
            <a:t>Multi-Factor Authorization</a:t>
          </a:r>
        </a:p>
        <a:p>
          <a:pPr marL="171450" lvl="1" indent="-171450" algn="l" defTabSz="711200">
            <a:lnSpc>
              <a:spcPct val="90000"/>
            </a:lnSpc>
            <a:spcBef>
              <a:spcPct val="0"/>
            </a:spcBef>
            <a:spcAft>
              <a:spcPct val="15000"/>
            </a:spcAft>
            <a:buChar char="•"/>
          </a:pPr>
          <a:r>
            <a:rPr lang="en-US" sz="1600" kern="1200"/>
            <a:t>Using MFA ensures that a person is who they say they are (Authentication)</a:t>
          </a:r>
        </a:p>
        <a:p>
          <a:pPr marL="171450" lvl="1" indent="-171450" algn="l" defTabSz="711200">
            <a:lnSpc>
              <a:spcPct val="90000"/>
            </a:lnSpc>
            <a:spcBef>
              <a:spcPct val="0"/>
            </a:spcBef>
            <a:spcAft>
              <a:spcPct val="15000"/>
            </a:spcAft>
            <a:buChar char="•"/>
          </a:pPr>
          <a:r>
            <a:rPr lang="en-US" sz="1600" kern="1200" dirty="0"/>
            <a:t>Ensures the trust in that actions are traceable (Repudiation)</a:t>
          </a:r>
        </a:p>
      </dsp:txBody>
      <dsp:txXfrm rot="10800000">
        <a:off x="2617421" y="1728550"/>
        <a:ext cx="7420666" cy="1329211"/>
      </dsp:txXfrm>
    </dsp:sp>
    <dsp:sp modelId="{3BC50A13-1DBD-7D48-8902-FE50982819D8}">
      <dsp:nvSpPr>
        <dsp:cNvPr id="0" name=""/>
        <dsp:cNvSpPr/>
      </dsp:nvSpPr>
      <dsp:spPr>
        <a:xfrm>
          <a:off x="958459" y="1700969"/>
          <a:ext cx="1329211" cy="1329211"/>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100F2889-C9D4-8744-AE3A-9A1B4AA7419F}">
      <dsp:nvSpPr>
        <dsp:cNvPr id="0" name=""/>
        <dsp:cNvSpPr/>
      </dsp:nvSpPr>
      <dsp:spPr>
        <a:xfrm rot="10800000">
          <a:off x="2285118" y="3454541"/>
          <a:ext cx="7752969" cy="1329211"/>
        </a:xfrm>
        <a:prstGeom prst="homePlate">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86145" tIns="80010" rIns="149352" bIns="80010" numCol="1" spcCol="1270" anchor="t" anchorCtr="0">
          <a:noAutofit/>
        </a:bodyPr>
        <a:lstStyle/>
        <a:p>
          <a:pPr marL="0" lvl="0" indent="0" algn="l" defTabSz="933450">
            <a:lnSpc>
              <a:spcPct val="90000"/>
            </a:lnSpc>
            <a:spcBef>
              <a:spcPct val="0"/>
            </a:spcBef>
            <a:spcAft>
              <a:spcPct val="35000"/>
            </a:spcAft>
            <a:buNone/>
          </a:pPr>
          <a:r>
            <a:rPr lang="en-US" sz="2100" kern="1200"/>
            <a:t>Role-Based Access Control (RBAC)</a:t>
          </a:r>
        </a:p>
        <a:p>
          <a:pPr marL="171450" lvl="1" indent="-171450" algn="l" defTabSz="711200">
            <a:lnSpc>
              <a:spcPct val="90000"/>
            </a:lnSpc>
            <a:spcBef>
              <a:spcPct val="0"/>
            </a:spcBef>
            <a:spcAft>
              <a:spcPct val="15000"/>
            </a:spcAft>
            <a:buChar char="•"/>
          </a:pPr>
          <a:r>
            <a:rPr lang="en-US" sz="1600" kern="1200" dirty="0"/>
            <a:t>Manage permissions at scale</a:t>
          </a:r>
        </a:p>
        <a:p>
          <a:pPr marL="171450" lvl="1" indent="-171450" algn="l" defTabSz="711200">
            <a:lnSpc>
              <a:spcPct val="90000"/>
            </a:lnSpc>
            <a:spcBef>
              <a:spcPct val="0"/>
            </a:spcBef>
            <a:spcAft>
              <a:spcPct val="15000"/>
            </a:spcAft>
            <a:buChar char="•"/>
          </a:pPr>
          <a:r>
            <a:rPr lang="en-US" sz="1600" kern="1200" dirty="0"/>
            <a:t>When there are too many people to manage permissions individually, using roles allows access by role.   </a:t>
          </a:r>
        </a:p>
      </dsp:txBody>
      <dsp:txXfrm rot="10800000">
        <a:off x="2617421" y="3454541"/>
        <a:ext cx="7420666" cy="1329211"/>
      </dsp:txXfrm>
    </dsp:sp>
    <dsp:sp modelId="{AB74062F-4E0B-B644-A2BE-9941B33919BA}">
      <dsp:nvSpPr>
        <dsp:cNvPr id="0" name=""/>
        <dsp:cNvSpPr/>
      </dsp:nvSpPr>
      <dsp:spPr>
        <a:xfrm>
          <a:off x="972256" y="3456986"/>
          <a:ext cx="1329211" cy="1329211"/>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461AB-87BF-BE44-9E99-037A0BA35CC1}">
      <dsp:nvSpPr>
        <dsp:cNvPr id="0" name=""/>
        <dsp:cNvSpPr/>
      </dsp:nvSpPr>
      <dsp:spPr>
        <a:xfrm>
          <a:off x="0" y="4"/>
          <a:ext cx="12058649" cy="1428746"/>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100000"/>
            </a:lnSpc>
            <a:spcBef>
              <a:spcPct val="0"/>
            </a:spcBef>
            <a:spcAft>
              <a:spcPts val="0"/>
            </a:spcAft>
            <a:buNone/>
          </a:pPr>
          <a:r>
            <a:rPr lang="en-US" sz="4800" kern="1200" dirty="0">
              <a:solidFill>
                <a:schemeClr val="accent6">
                  <a:lumMod val="50000"/>
                </a:schemeClr>
              </a:solidFill>
              <a:latin typeface="Herculanum" panose="02000505000000020004" pitchFamily="2" charset="77"/>
            </a:rPr>
            <a:t>Branch</a:t>
          </a:r>
          <a:r>
            <a:rPr lang="en-US" sz="4800" kern="1200" baseline="0" dirty="0">
              <a:solidFill>
                <a:schemeClr val="accent6">
                  <a:lumMod val="50000"/>
                </a:schemeClr>
              </a:solidFill>
              <a:latin typeface="Herculanum" panose="02000505000000020004" pitchFamily="2" charset="77"/>
            </a:rPr>
            <a:t> Protection </a:t>
          </a:r>
        </a:p>
        <a:p>
          <a:pPr marL="0" lvl="0" indent="0" algn="ctr" defTabSz="2133600">
            <a:lnSpc>
              <a:spcPct val="100000"/>
            </a:lnSpc>
            <a:spcBef>
              <a:spcPct val="0"/>
            </a:spcBef>
            <a:spcAft>
              <a:spcPts val="0"/>
            </a:spcAft>
            <a:buNone/>
          </a:pPr>
          <a:r>
            <a:rPr lang="en-US" sz="4800" kern="1200" baseline="0" dirty="0">
              <a:solidFill>
                <a:schemeClr val="accent6">
                  <a:lumMod val="50000"/>
                </a:schemeClr>
              </a:solidFill>
              <a:latin typeface="Herculanum" panose="02000505000000020004" pitchFamily="2" charset="77"/>
            </a:rPr>
            <a:t>&amp;Code Review</a:t>
          </a:r>
          <a:endParaRPr lang="en-US" sz="4800" kern="1200" dirty="0">
            <a:solidFill>
              <a:schemeClr val="accent6">
                <a:lumMod val="50000"/>
              </a:schemeClr>
            </a:solidFill>
            <a:latin typeface="Herculanum" panose="02000505000000020004" pitchFamily="2" charset="77"/>
          </a:endParaRPr>
        </a:p>
      </dsp:txBody>
      <dsp:txXfrm>
        <a:off x="69746" y="69750"/>
        <a:ext cx="11919157" cy="12892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D5F7B9-805B-C046-9DDB-353D78BA1479}">
      <dsp:nvSpPr>
        <dsp:cNvPr id="0" name=""/>
        <dsp:cNvSpPr/>
      </dsp:nvSpPr>
      <dsp:spPr>
        <a:xfrm>
          <a:off x="0" y="32456"/>
          <a:ext cx="11515725" cy="599625"/>
        </a:xfrm>
        <a:prstGeom prst="round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Require pull request review before merging</a:t>
          </a:r>
        </a:p>
      </dsp:txBody>
      <dsp:txXfrm>
        <a:off x="29271" y="61727"/>
        <a:ext cx="11457183" cy="541083"/>
      </dsp:txXfrm>
    </dsp:sp>
    <dsp:sp modelId="{33FE853D-2555-D742-907E-96F2691AF135}">
      <dsp:nvSpPr>
        <dsp:cNvPr id="0" name=""/>
        <dsp:cNvSpPr/>
      </dsp:nvSpPr>
      <dsp:spPr>
        <a:xfrm>
          <a:off x="0" y="632081"/>
          <a:ext cx="11515725" cy="957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5624"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Never merge a pull request without reviewing it first</a:t>
          </a:r>
        </a:p>
        <a:p>
          <a:pPr marL="228600" lvl="1" indent="-228600" algn="l" defTabSz="889000">
            <a:lnSpc>
              <a:spcPct val="90000"/>
            </a:lnSpc>
            <a:spcBef>
              <a:spcPct val="0"/>
            </a:spcBef>
            <a:spcAft>
              <a:spcPct val="20000"/>
            </a:spcAft>
            <a:buChar char="•"/>
          </a:pPr>
          <a:r>
            <a:rPr lang="en-US" sz="2000" kern="1200"/>
            <a:t>A developer could make a mistake in coding or what they commit to the release branch (like Netflix committing their CLAUDE.md document)</a:t>
          </a:r>
        </a:p>
      </dsp:txBody>
      <dsp:txXfrm>
        <a:off x="0" y="632081"/>
        <a:ext cx="11515725" cy="957375"/>
      </dsp:txXfrm>
    </dsp:sp>
    <dsp:sp modelId="{414747C7-201E-0540-96FF-7759A073C1E5}">
      <dsp:nvSpPr>
        <dsp:cNvPr id="0" name=""/>
        <dsp:cNvSpPr/>
      </dsp:nvSpPr>
      <dsp:spPr>
        <a:xfrm>
          <a:off x="0" y="1589456"/>
          <a:ext cx="11515725" cy="599625"/>
        </a:xfrm>
        <a:prstGeom prst="round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Block direct commits to main/release branches</a:t>
          </a:r>
        </a:p>
      </dsp:txBody>
      <dsp:txXfrm>
        <a:off x="29271" y="1618727"/>
        <a:ext cx="11457183" cy="541083"/>
      </dsp:txXfrm>
    </dsp:sp>
    <dsp:sp modelId="{0FCFCACE-C4AC-7E40-B51C-B6CE7ADE2D79}">
      <dsp:nvSpPr>
        <dsp:cNvPr id="0" name=""/>
        <dsp:cNvSpPr/>
      </dsp:nvSpPr>
      <dsp:spPr>
        <a:xfrm>
          <a:off x="0" y="2189081"/>
          <a:ext cx="11515725" cy="68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5624"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Developers should never commit directly to main/release.</a:t>
          </a:r>
        </a:p>
        <a:p>
          <a:pPr marL="228600" lvl="1" indent="-228600" algn="l" defTabSz="889000">
            <a:lnSpc>
              <a:spcPct val="90000"/>
            </a:lnSpc>
            <a:spcBef>
              <a:spcPct val="0"/>
            </a:spcBef>
            <a:spcAft>
              <a:spcPct val="20000"/>
            </a:spcAft>
            <a:buChar char="•"/>
          </a:pPr>
          <a:r>
            <a:rPr lang="en-US" sz="2000" kern="1200"/>
            <a:t>This ensures the ability to review commits before they become live.</a:t>
          </a:r>
        </a:p>
      </dsp:txBody>
      <dsp:txXfrm>
        <a:off x="0" y="2189081"/>
        <a:ext cx="11515725" cy="685687"/>
      </dsp:txXfrm>
    </dsp:sp>
    <dsp:sp modelId="{1C13A2D8-7530-A94D-A8E7-C047886F12C6}">
      <dsp:nvSpPr>
        <dsp:cNvPr id="0" name=""/>
        <dsp:cNvSpPr/>
      </dsp:nvSpPr>
      <dsp:spPr>
        <a:xfrm>
          <a:off x="0" y="2874769"/>
          <a:ext cx="11515725" cy="599625"/>
        </a:xfrm>
        <a:prstGeom prst="round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Require status checks</a:t>
          </a:r>
        </a:p>
      </dsp:txBody>
      <dsp:txXfrm>
        <a:off x="29271" y="2904040"/>
        <a:ext cx="11457183" cy="541083"/>
      </dsp:txXfrm>
    </dsp:sp>
    <dsp:sp modelId="{D980CC97-4648-7E48-935D-1218ADE7171C}">
      <dsp:nvSpPr>
        <dsp:cNvPr id="0" name=""/>
        <dsp:cNvSpPr/>
      </dsp:nvSpPr>
      <dsp:spPr>
        <a:xfrm>
          <a:off x="0" y="3474394"/>
          <a:ext cx="11515725" cy="1293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5624"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Automatic (or manual) tests, scans, and linters.</a:t>
          </a:r>
        </a:p>
        <a:p>
          <a:pPr marL="228600" lvl="1" indent="-228600" algn="l" defTabSz="889000">
            <a:lnSpc>
              <a:spcPct val="90000"/>
            </a:lnSpc>
            <a:spcBef>
              <a:spcPct val="0"/>
            </a:spcBef>
            <a:spcAft>
              <a:spcPct val="20000"/>
            </a:spcAft>
            <a:buChar char="•"/>
          </a:pPr>
          <a:r>
            <a:rPr lang="en-US" sz="2000" kern="1200"/>
            <a:t>These </a:t>
          </a:r>
          <a:r>
            <a:rPr lang="en-US" sz="2000" u="sng" kern="1200"/>
            <a:t>must</a:t>
          </a:r>
          <a:r>
            <a:rPr lang="en-US" sz="2000" kern="1200"/>
            <a:t> pass before a merge can be done.</a:t>
          </a:r>
        </a:p>
        <a:p>
          <a:pPr marL="228600" lvl="1" indent="-228600" algn="l" defTabSz="889000">
            <a:lnSpc>
              <a:spcPct val="90000"/>
            </a:lnSpc>
            <a:spcBef>
              <a:spcPct val="0"/>
            </a:spcBef>
            <a:spcAft>
              <a:spcPct val="20000"/>
            </a:spcAft>
            <a:buChar char="•"/>
          </a:pPr>
          <a:r>
            <a:rPr lang="en-US" sz="2000" kern="1200"/>
            <a:t>These help to ensure that things like passwords embedded in the code are not accidentally passed through.</a:t>
          </a:r>
        </a:p>
      </dsp:txBody>
      <dsp:txXfrm>
        <a:off x="0" y="3474394"/>
        <a:ext cx="11515725" cy="12937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461AB-87BF-BE44-9E99-037A0BA35CC1}">
      <dsp:nvSpPr>
        <dsp:cNvPr id="0" name=""/>
        <dsp:cNvSpPr/>
      </dsp:nvSpPr>
      <dsp:spPr>
        <a:xfrm>
          <a:off x="0" y="288990"/>
          <a:ext cx="12058649" cy="911162"/>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100000"/>
            </a:lnSpc>
            <a:spcBef>
              <a:spcPct val="0"/>
            </a:spcBef>
            <a:spcAft>
              <a:spcPts val="0"/>
            </a:spcAft>
            <a:buNone/>
          </a:pPr>
          <a:r>
            <a:rPr lang="en-US" sz="4800" kern="1200" dirty="0">
              <a:solidFill>
                <a:schemeClr val="accent6">
                  <a:lumMod val="50000"/>
                </a:schemeClr>
              </a:solidFill>
              <a:latin typeface="Herculanum" panose="02000505000000020004" pitchFamily="2" charset="77"/>
            </a:rPr>
            <a:t>Secrets Management</a:t>
          </a:r>
        </a:p>
      </dsp:txBody>
      <dsp:txXfrm>
        <a:off x="44479" y="333469"/>
        <a:ext cx="11969691" cy="82220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210ADE-C3DB-1541-B5B4-0BC4D8DA289C}">
      <dsp:nvSpPr>
        <dsp:cNvPr id="0" name=""/>
        <dsp:cNvSpPr/>
      </dsp:nvSpPr>
      <dsp:spPr>
        <a:xfrm>
          <a:off x="3610" y="17093"/>
          <a:ext cx="3519952" cy="1151687"/>
        </a:xfrm>
        <a:prstGeom prst="rect">
          <a:avLst/>
        </a:prstGeom>
        <a:solidFill>
          <a:schemeClr val="accent6">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a:t>Never Hardcode Credentials, API keys, or tokens!</a:t>
          </a:r>
        </a:p>
      </dsp:txBody>
      <dsp:txXfrm>
        <a:off x="3610" y="17093"/>
        <a:ext cx="3519952" cy="1151687"/>
      </dsp:txXfrm>
    </dsp:sp>
    <dsp:sp modelId="{7AF5CEE3-09CE-AC45-BF7E-EA8545CC1676}">
      <dsp:nvSpPr>
        <dsp:cNvPr id="0" name=""/>
        <dsp:cNvSpPr/>
      </dsp:nvSpPr>
      <dsp:spPr>
        <a:xfrm>
          <a:off x="3610" y="1168781"/>
          <a:ext cx="3519952" cy="3598695"/>
        </a:xfrm>
        <a:prstGeom prst="rect">
          <a:avLst/>
        </a:prstGeom>
        <a:solidFill>
          <a:schemeClr val="accent6">
            <a:alpha val="90000"/>
            <a:tint val="40000"/>
            <a:hueOff val="0"/>
            <a:satOff val="0"/>
            <a:lumOff val="0"/>
            <a:alphaOff val="0"/>
          </a:schemeClr>
        </a:solidFill>
        <a:ln w="6350" cap="flat" cmpd="sng" algn="ctr">
          <a:solidFill>
            <a:schemeClr val="accent6">
              <a:alpha val="90000"/>
              <a:tint val="40000"/>
              <a:hueOff val="0"/>
              <a:satOff val="0"/>
              <a:lumOff val="0"/>
              <a:alphaOff val="0"/>
            </a:schemeClr>
          </a:solidFill>
          <a:prstDash val="solid"/>
          <a:miter lim="800000"/>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Hardcoding Credentials risks both leaking the credentials and allowing access incidentally.</a:t>
          </a:r>
        </a:p>
        <a:p>
          <a:pPr marL="228600" lvl="1" indent="-228600" algn="l" defTabSz="1022350">
            <a:lnSpc>
              <a:spcPct val="90000"/>
            </a:lnSpc>
            <a:spcBef>
              <a:spcPct val="0"/>
            </a:spcBef>
            <a:spcAft>
              <a:spcPct val="15000"/>
            </a:spcAft>
            <a:buChar char="•"/>
          </a:pPr>
          <a:r>
            <a:rPr lang="en-US" sz="2300" kern="1200"/>
            <a:t>If a secret is accidentally exposed, be sure that the passcode, token, or key that was exposed is changed immediately!</a:t>
          </a:r>
        </a:p>
      </dsp:txBody>
      <dsp:txXfrm>
        <a:off x="3610" y="1168781"/>
        <a:ext cx="3519952" cy="3598695"/>
      </dsp:txXfrm>
    </dsp:sp>
    <dsp:sp modelId="{F0DC8F97-66D2-C04A-9DFF-28143DE542F8}">
      <dsp:nvSpPr>
        <dsp:cNvPr id="0" name=""/>
        <dsp:cNvSpPr/>
      </dsp:nvSpPr>
      <dsp:spPr>
        <a:xfrm>
          <a:off x="4016355" y="17093"/>
          <a:ext cx="3519952" cy="1151687"/>
        </a:xfrm>
        <a:prstGeom prst="rect">
          <a:avLst/>
        </a:prstGeom>
        <a:solidFill>
          <a:schemeClr val="accent6">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a:t>Use dedicated secret managers</a:t>
          </a:r>
        </a:p>
      </dsp:txBody>
      <dsp:txXfrm>
        <a:off x="4016355" y="17093"/>
        <a:ext cx="3519952" cy="1151687"/>
      </dsp:txXfrm>
    </dsp:sp>
    <dsp:sp modelId="{2108139E-8D09-C54C-8B17-EDC28F970FA6}">
      <dsp:nvSpPr>
        <dsp:cNvPr id="0" name=""/>
        <dsp:cNvSpPr/>
      </dsp:nvSpPr>
      <dsp:spPr>
        <a:xfrm>
          <a:off x="4016355" y="1168781"/>
          <a:ext cx="3519952" cy="3598695"/>
        </a:xfrm>
        <a:prstGeom prst="rect">
          <a:avLst/>
        </a:prstGeom>
        <a:solidFill>
          <a:schemeClr val="accent6">
            <a:alpha val="90000"/>
            <a:tint val="40000"/>
            <a:hueOff val="0"/>
            <a:satOff val="0"/>
            <a:lumOff val="0"/>
            <a:alphaOff val="0"/>
          </a:schemeClr>
        </a:solidFill>
        <a:ln w="6350" cap="flat" cmpd="sng" algn="ctr">
          <a:solidFill>
            <a:schemeClr val="accent6">
              <a:alpha val="90000"/>
              <a:tint val="40000"/>
              <a:hueOff val="0"/>
              <a:satOff val="0"/>
              <a:lumOff val="0"/>
              <a:alphaOff val="0"/>
            </a:schemeClr>
          </a:solidFill>
          <a:prstDash val="solid"/>
          <a:miter lim="800000"/>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Secret managers like Vault, Keywhiz, and credstash allows you to manage secrets in a secure way</a:t>
          </a:r>
        </a:p>
        <a:p>
          <a:pPr marL="228600" lvl="1" indent="-228600" algn="l" defTabSz="1022350">
            <a:lnSpc>
              <a:spcPct val="90000"/>
            </a:lnSpc>
            <a:spcBef>
              <a:spcPct val="0"/>
            </a:spcBef>
            <a:spcAft>
              <a:spcPct val="15000"/>
            </a:spcAft>
            <a:buChar char="•"/>
          </a:pPr>
          <a:r>
            <a:rPr lang="en-US" sz="2300" kern="1200"/>
            <a:t>This means you don’t have to manage .envs in your repo and risk them not being .gitignored.</a:t>
          </a:r>
        </a:p>
      </dsp:txBody>
      <dsp:txXfrm>
        <a:off x="4016355" y="1168781"/>
        <a:ext cx="3519952" cy="3598695"/>
      </dsp:txXfrm>
    </dsp:sp>
    <dsp:sp modelId="{200D153B-41A7-9B46-A68E-A0D8D1306AA5}">
      <dsp:nvSpPr>
        <dsp:cNvPr id="0" name=""/>
        <dsp:cNvSpPr/>
      </dsp:nvSpPr>
      <dsp:spPr>
        <a:xfrm>
          <a:off x="8029100" y="17093"/>
          <a:ext cx="3519952" cy="1151687"/>
        </a:xfrm>
        <a:prstGeom prst="rect">
          <a:avLst/>
        </a:prstGeom>
        <a:solidFill>
          <a:schemeClr val="accent6">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a:t>Use Automated Secret Scanners</a:t>
          </a:r>
        </a:p>
      </dsp:txBody>
      <dsp:txXfrm>
        <a:off x="8029100" y="17093"/>
        <a:ext cx="3519952" cy="1151687"/>
      </dsp:txXfrm>
    </dsp:sp>
    <dsp:sp modelId="{AE7826EA-4809-184E-B3DB-7D33EBAFACCA}">
      <dsp:nvSpPr>
        <dsp:cNvPr id="0" name=""/>
        <dsp:cNvSpPr/>
      </dsp:nvSpPr>
      <dsp:spPr>
        <a:xfrm>
          <a:off x="8029100" y="1168781"/>
          <a:ext cx="3519952" cy="3598695"/>
        </a:xfrm>
        <a:prstGeom prst="rect">
          <a:avLst/>
        </a:prstGeom>
        <a:solidFill>
          <a:schemeClr val="accent6">
            <a:alpha val="90000"/>
            <a:tint val="40000"/>
            <a:hueOff val="0"/>
            <a:satOff val="0"/>
            <a:lumOff val="0"/>
            <a:alphaOff val="0"/>
          </a:schemeClr>
        </a:solidFill>
        <a:ln w="6350" cap="flat" cmpd="sng" algn="ctr">
          <a:solidFill>
            <a:schemeClr val="accent6">
              <a:alpha val="90000"/>
              <a:tint val="40000"/>
              <a:hueOff val="0"/>
              <a:satOff val="0"/>
              <a:lumOff val="0"/>
              <a:alphaOff val="0"/>
            </a:schemeClr>
          </a:solidFill>
          <a:prstDash val="solid"/>
          <a:miter lim="800000"/>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GitLeaks and Git-secrets are automated secret scanners</a:t>
          </a:r>
        </a:p>
        <a:p>
          <a:pPr marL="228600" lvl="1" indent="-228600" algn="l" defTabSz="1022350">
            <a:lnSpc>
              <a:spcPct val="90000"/>
            </a:lnSpc>
            <a:spcBef>
              <a:spcPct val="0"/>
            </a:spcBef>
            <a:spcAft>
              <a:spcPct val="15000"/>
            </a:spcAft>
            <a:buChar char="•"/>
          </a:pPr>
          <a:r>
            <a:rPr lang="en-US" sz="2300" kern="1200"/>
            <a:t>They can be used at commit time and in the CI/CD pipeline to look for accidental exposure of secrets</a:t>
          </a:r>
        </a:p>
      </dsp:txBody>
      <dsp:txXfrm>
        <a:off x="8029100" y="1168781"/>
        <a:ext cx="3519952" cy="359869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461AB-87BF-BE44-9E99-037A0BA35CC1}">
      <dsp:nvSpPr>
        <dsp:cNvPr id="0" name=""/>
        <dsp:cNvSpPr/>
      </dsp:nvSpPr>
      <dsp:spPr>
        <a:xfrm>
          <a:off x="0" y="288990"/>
          <a:ext cx="12058649" cy="911162"/>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100000"/>
            </a:lnSpc>
            <a:spcBef>
              <a:spcPct val="0"/>
            </a:spcBef>
            <a:spcAft>
              <a:spcPts val="0"/>
            </a:spcAft>
            <a:buNone/>
          </a:pPr>
          <a:r>
            <a:rPr lang="en-US" sz="4800" kern="1200" dirty="0">
              <a:solidFill>
                <a:schemeClr val="accent6">
                  <a:lumMod val="50000"/>
                </a:schemeClr>
              </a:solidFill>
              <a:latin typeface="Herculanum" panose="02000505000000020004" pitchFamily="2" charset="77"/>
            </a:rPr>
            <a:t>Automated Security Scanning</a:t>
          </a:r>
        </a:p>
      </dsp:txBody>
      <dsp:txXfrm>
        <a:off x="44479" y="333469"/>
        <a:ext cx="11969691" cy="82220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0491C0-65ED-4B4E-8558-ACA7D3537A30}">
      <dsp:nvSpPr>
        <dsp:cNvPr id="0" name=""/>
        <dsp:cNvSpPr/>
      </dsp:nvSpPr>
      <dsp:spPr>
        <a:xfrm rot="5400000">
          <a:off x="6969874" y="-2563516"/>
          <a:ext cx="1838223" cy="7424928"/>
        </a:xfrm>
        <a:prstGeom prst="round2SameRect">
          <a:avLst/>
        </a:prstGeom>
        <a:solidFill>
          <a:schemeClr val="accent6">
            <a:alpha val="90000"/>
            <a:tint val="40000"/>
            <a:hueOff val="0"/>
            <a:satOff val="0"/>
            <a:lumOff val="0"/>
            <a:alphaOff val="0"/>
          </a:schemeClr>
        </a:solidFill>
        <a:ln w="6350" cap="flat" cmpd="sng" algn="ctr">
          <a:solidFill>
            <a:schemeClr val="accent6">
              <a:alpha val="90000"/>
              <a:tint val="40000"/>
              <a:hueOff val="0"/>
              <a:satOff val="0"/>
              <a:lumOff val="0"/>
              <a:alphaOff val="0"/>
            </a:schemeClr>
          </a:solidFill>
          <a:prstDash val="solid"/>
          <a:miter lim="800000"/>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29540" tIns="64770" rIns="129540" bIns="64770" numCol="1" spcCol="1270" anchor="ctr" anchorCtr="0">
          <a:noAutofit/>
        </a:bodyPr>
        <a:lstStyle/>
        <a:p>
          <a:pPr marL="285750" lvl="1" indent="-285750" algn="l" defTabSz="1511300">
            <a:lnSpc>
              <a:spcPct val="90000"/>
            </a:lnSpc>
            <a:spcBef>
              <a:spcPct val="0"/>
            </a:spcBef>
            <a:spcAft>
              <a:spcPct val="15000"/>
            </a:spcAft>
            <a:buChar char="•"/>
          </a:pPr>
          <a:r>
            <a:rPr lang="en-US" sz="3400" kern="1200"/>
            <a:t>Catches insecure code </a:t>
          </a:r>
          <a:r>
            <a:rPr lang="en-US" sz="3400" i="1" kern="1200"/>
            <a:t>before </a:t>
          </a:r>
          <a:r>
            <a:rPr lang="en-US" sz="3400" kern="1200"/>
            <a:t>it ships.</a:t>
          </a:r>
        </a:p>
        <a:p>
          <a:pPr marL="285750" lvl="1" indent="-285750" algn="l" defTabSz="1511300">
            <a:lnSpc>
              <a:spcPct val="90000"/>
            </a:lnSpc>
            <a:spcBef>
              <a:spcPct val="0"/>
            </a:spcBef>
            <a:spcAft>
              <a:spcPct val="15000"/>
            </a:spcAft>
            <a:buChar char="•"/>
          </a:pPr>
          <a:r>
            <a:rPr lang="en-US" sz="3400" kern="1200"/>
            <a:t>Runs as part of the testing phase </a:t>
          </a:r>
        </a:p>
      </dsp:txBody>
      <dsp:txXfrm rot="-5400000">
        <a:off x="4176522" y="319571"/>
        <a:ext cx="7335193" cy="1658753"/>
      </dsp:txXfrm>
    </dsp:sp>
    <dsp:sp modelId="{49AAA85A-FAC7-5B4B-8048-D3A9030CD110}">
      <dsp:nvSpPr>
        <dsp:cNvPr id="0" name=""/>
        <dsp:cNvSpPr/>
      </dsp:nvSpPr>
      <dsp:spPr>
        <a:xfrm>
          <a:off x="0" y="57"/>
          <a:ext cx="4176522" cy="2297779"/>
        </a:xfrm>
        <a:prstGeom prst="round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a:t>Static Application Security Testing (SAST)</a:t>
          </a:r>
        </a:p>
      </dsp:txBody>
      <dsp:txXfrm>
        <a:off x="112168" y="112225"/>
        <a:ext cx="3952186" cy="2073443"/>
      </dsp:txXfrm>
    </dsp:sp>
    <dsp:sp modelId="{E783B18C-6B78-DD4C-B3F1-979E00ACDA3F}">
      <dsp:nvSpPr>
        <dsp:cNvPr id="0" name=""/>
        <dsp:cNvSpPr/>
      </dsp:nvSpPr>
      <dsp:spPr>
        <a:xfrm rot="5400000">
          <a:off x="6969874" y="-150848"/>
          <a:ext cx="1838223" cy="7424928"/>
        </a:xfrm>
        <a:prstGeom prst="round2SameRect">
          <a:avLst/>
        </a:prstGeom>
        <a:solidFill>
          <a:schemeClr val="accent6">
            <a:alpha val="90000"/>
            <a:tint val="40000"/>
            <a:hueOff val="0"/>
            <a:satOff val="0"/>
            <a:lumOff val="0"/>
            <a:alphaOff val="0"/>
          </a:schemeClr>
        </a:solidFill>
        <a:ln w="6350" cap="flat" cmpd="sng" algn="ctr">
          <a:solidFill>
            <a:schemeClr val="accent6">
              <a:alpha val="90000"/>
              <a:tint val="40000"/>
              <a:hueOff val="0"/>
              <a:satOff val="0"/>
              <a:lumOff val="0"/>
              <a:alphaOff val="0"/>
            </a:schemeClr>
          </a:solidFill>
          <a:prstDash val="solid"/>
          <a:miter lim="800000"/>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29540" tIns="64770" rIns="129540" bIns="64770" numCol="1" spcCol="1270" anchor="ctr" anchorCtr="0">
          <a:noAutofit/>
        </a:bodyPr>
        <a:lstStyle/>
        <a:p>
          <a:pPr marL="285750" lvl="1" indent="-285750" algn="l" defTabSz="1511300">
            <a:lnSpc>
              <a:spcPct val="90000"/>
            </a:lnSpc>
            <a:spcBef>
              <a:spcPct val="0"/>
            </a:spcBef>
            <a:spcAft>
              <a:spcPct val="15000"/>
            </a:spcAft>
            <a:buChar char="•"/>
          </a:pPr>
          <a:r>
            <a:rPr lang="en-US" sz="3400" kern="1200"/>
            <a:t>Does dependency scanning to catch vulnerable third-party libraries</a:t>
          </a:r>
        </a:p>
      </dsp:txBody>
      <dsp:txXfrm rot="-5400000">
        <a:off x="4176522" y="2732239"/>
        <a:ext cx="7335193" cy="1658753"/>
      </dsp:txXfrm>
    </dsp:sp>
    <dsp:sp modelId="{E68E6E0E-2962-5647-AACC-33BD5F2051DE}">
      <dsp:nvSpPr>
        <dsp:cNvPr id="0" name=""/>
        <dsp:cNvSpPr/>
      </dsp:nvSpPr>
      <dsp:spPr>
        <a:xfrm>
          <a:off x="0" y="2412725"/>
          <a:ext cx="4176522" cy="2297779"/>
        </a:xfrm>
        <a:prstGeom prst="round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a:t>Software Composition Analysis (SCA)</a:t>
          </a:r>
        </a:p>
      </dsp:txBody>
      <dsp:txXfrm>
        <a:off x="112168" y="2524893"/>
        <a:ext cx="3952186" cy="207344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461AB-87BF-BE44-9E99-037A0BA35CC1}">
      <dsp:nvSpPr>
        <dsp:cNvPr id="0" name=""/>
        <dsp:cNvSpPr/>
      </dsp:nvSpPr>
      <dsp:spPr>
        <a:xfrm>
          <a:off x="0" y="164900"/>
          <a:ext cx="12058649" cy="1135262"/>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100000"/>
            </a:lnSpc>
            <a:spcBef>
              <a:spcPct val="0"/>
            </a:spcBef>
            <a:spcAft>
              <a:spcPts val="0"/>
            </a:spcAft>
            <a:buNone/>
          </a:pPr>
          <a:r>
            <a:rPr lang="en-US" sz="4000" kern="1200" dirty="0">
              <a:solidFill>
                <a:schemeClr val="accent6">
                  <a:lumMod val="50000"/>
                </a:schemeClr>
              </a:solidFill>
              <a:latin typeface="Herculanum" panose="02000505000000020004" pitchFamily="2" charset="77"/>
            </a:rPr>
            <a:t>Pre-Approved Shared Security Components</a:t>
          </a:r>
        </a:p>
      </dsp:txBody>
      <dsp:txXfrm>
        <a:off x="55419" y="220319"/>
        <a:ext cx="11947811" cy="102442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A17EA6-9573-9444-8120-93DE64A5D3BB}">
      <dsp:nvSpPr>
        <dsp:cNvPr id="0" name=""/>
        <dsp:cNvSpPr/>
      </dsp:nvSpPr>
      <dsp:spPr>
        <a:xfrm>
          <a:off x="0" y="0"/>
          <a:ext cx="11473132" cy="1371600"/>
        </a:xfrm>
        <a:prstGeom prst="rect">
          <a:avLst/>
        </a:prstGeom>
        <a:solidFill>
          <a:schemeClr val="accent6">
            <a:shade val="80000"/>
            <a:hueOff val="0"/>
            <a:satOff val="0"/>
            <a:lumOff val="0"/>
            <a:alphaOff val="0"/>
          </a:schemeClr>
        </a:solidFill>
        <a:ln>
          <a:noFill/>
        </a:ln>
        <a:effectLst/>
        <a:scene3d>
          <a:camera prst="orthographicFront"/>
          <a:lightRig rig="chilly" dir="t"/>
        </a:scene3d>
        <a:sp3d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Stock the repository with security-vetted libraries for authentication, encryption, and logging.</a:t>
          </a:r>
        </a:p>
      </dsp:txBody>
      <dsp:txXfrm>
        <a:off x="0" y="0"/>
        <a:ext cx="11473132" cy="1371600"/>
      </dsp:txXfrm>
    </dsp:sp>
    <dsp:sp modelId="{C486A052-DF6E-7D40-BE12-BF4EB8057C91}">
      <dsp:nvSpPr>
        <dsp:cNvPr id="0" name=""/>
        <dsp:cNvSpPr/>
      </dsp:nvSpPr>
      <dsp:spPr>
        <a:xfrm>
          <a:off x="0" y="1393173"/>
          <a:ext cx="5736566" cy="2880360"/>
        </a:xfrm>
        <a:prstGeom prst="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0" u="sng" kern="1200" dirty="0"/>
            <a:t>Teams that reuse these components can skip a separate design review.</a:t>
          </a:r>
        </a:p>
        <a:p>
          <a:pPr marL="171450" lvl="1" indent="-171450" algn="l" defTabSz="844550">
            <a:lnSpc>
              <a:spcPct val="90000"/>
            </a:lnSpc>
            <a:spcBef>
              <a:spcPct val="0"/>
            </a:spcBef>
            <a:spcAft>
              <a:spcPct val="15000"/>
            </a:spcAft>
            <a:buChar char="•"/>
          </a:pPr>
          <a:r>
            <a:rPr lang="en-US" sz="1900" kern="1200" dirty="0"/>
            <a:t>If you need to authenticate something, using the shared authentication library means you can be assured it is secure, and you don’t need to write it yourself!</a:t>
          </a:r>
        </a:p>
        <a:p>
          <a:pPr marL="171450" lvl="1" indent="-171450" algn="l" defTabSz="844550">
            <a:lnSpc>
              <a:spcPct val="90000"/>
            </a:lnSpc>
            <a:spcBef>
              <a:spcPct val="0"/>
            </a:spcBef>
            <a:spcAft>
              <a:spcPct val="15000"/>
            </a:spcAft>
            <a:buChar char="•"/>
          </a:pPr>
          <a:r>
            <a:rPr lang="en-US" sz="1900" kern="1200"/>
            <a:t>The same is true of logging or encryption; everywhere in the software, you need to use it, you </a:t>
          </a:r>
          <a:r>
            <a:rPr lang="en-US" sz="1900" i="1" kern="1200"/>
            <a:t>know</a:t>
          </a:r>
          <a:r>
            <a:rPr lang="en-US" sz="1900" kern="1200"/>
            <a:t> it’s already secure.</a:t>
          </a:r>
        </a:p>
      </dsp:txBody>
      <dsp:txXfrm>
        <a:off x="0" y="1393173"/>
        <a:ext cx="5736566" cy="2880360"/>
      </dsp:txXfrm>
    </dsp:sp>
    <dsp:sp modelId="{62A1F094-1CF9-684B-9B4F-B8740612D13B}">
      <dsp:nvSpPr>
        <dsp:cNvPr id="0" name=""/>
        <dsp:cNvSpPr/>
      </dsp:nvSpPr>
      <dsp:spPr>
        <a:xfrm>
          <a:off x="5736566" y="1371600"/>
          <a:ext cx="5736566" cy="2880360"/>
        </a:xfrm>
        <a:prstGeom prst="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u="sng" kern="1200" dirty="0"/>
            <a:t>Reduced the chance of every team reinventing the same security-sensitive code.</a:t>
          </a:r>
        </a:p>
        <a:p>
          <a:pPr marL="171450" lvl="1" indent="-171450" algn="l" defTabSz="844550">
            <a:lnSpc>
              <a:spcPct val="90000"/>
            </a:lnSpc>
            <a:spcBef>
              <a:spcPct val="0"/>
            </a:spcBef>
            <a:spcAft>
              <a:spcPct val="15000"/>
            </a:spcAft>
            <a:buChar char="•"/>
          </a:pPr>
          <a:r>
            <a:rPr lang="en-US" sz="1900" kern="1200" dirty="0"/>
            <a:t>Save the team the time of having to reinvent the logging/authentication technique for every project.</a:t>
          </a:r>
        </a:p>
        <a:p>
          <a:pPr marL="171450" lvl="1" indent="-171450" algn="l" defTabSz="844550">
            <a:lnSpc>
              <a:spcPct val="90000"/>
            </a:lnSpc>
            <a:spcBef>
              <a:spcPct val="0"/>
            </a:spcBef>
            <a:spcAft>
              <a:spcPct val="15000"/>
            </a:spcAft>
            <a:buChar char="•"/>
          </a:pPr>
          <a:r>
            <a:rPr lang="en-US" sz="1900" kern="1200" dirty="0"/>
            <a:t>Ensures the team doesn’t mistakenly develop an insecure security measure.</a:t>
          </a:r>
        </a:p>
      </dsp:txBody>
      <dsp:txXfrm>
        <a:off x="5736566" y="1371600"/>
        <a:ext cx="5736566" cy="2880360"/>
      </dsp:txXfrm>
    </dsp:sp>
    <dsp:sp modelId="{5D5748F0-BD64-7444-AE55-0C2D04799C59}">
      <dsp:nvSpPr>
        <dsp:cNvPr id="0" name=""/>
        <dsp:cNvSpPr/>
      </dsp:nvSpPr>
      <dsp:spPr>
        <a:xfrm>
          <a:off x="0" y="4251960"/>
          <a:ext cx="11473132" cy="320040"/>
        </a:xfrm>
        <a:prstGeom prst="rect">
          <a:avLst/>
        </a:prstGeom>
        <a:solidFill>
          <a:schemeClr val="accent6">
            <a:shade val="80000"/>
            <a:hueOff val="0"/>
            <a:satOff val="0"/>
            <a:lumOff val="0"/>
            <a:alphaOff val="0"/>
          </a:schemeClr>
        </a:solidFill>
        <a:ln>
          <a:noFill/>
        </a:ln>
        <a:effectLst/>
        <a:scene3d>
          <a:camera prst="orthographicFront"/>
          <a:lightRig rig="chilly" dir="t"/>
        </a:scene3d>
        <a:sp3d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461AB-87BF-BE44-9E99-037A0BA35CC1}">
      <dsp:nvSpPr>
        <dsp:cNvPr id="0" name=""/>
        <dsp:cNvSpPr/>
      </dsp:nvSpPr>
      <dsp:spPr>
        <a:xfrm>
          <a:off x="0" y="288990"/>
          <a:ext cx="12058649" cy="911162"/>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100000"/>
            </a:lnSpc>
            <a:spcBef>
              <a:spcPct val="0"/>
            </a:spcBef>
            <a:spcAft>
              <a:spcPts val="0"/>
            </a:spcAft>
            <a:buNone/>
          </a:pPr>
          <a:r>
            <a:rPr lang="en-US" sz="4800" kern="1200" dirty="0">
              <a:solidFill>
                <a:schemeClr val="accent6">
                  <a:lumMod val="50000"/>
                </a:schemeClr>
              </a:solidFill>
              <a:latin typeface="Herculanum" panose="02000505000000020004" pitchFamily="2" charset="77"/>
            </a:rPr>
            <a:t>Protecting the Pipeline Itself</a:t>
          </a:r>
        </a:p>
      </dsp:txBody>
      <dsp:txXfrm>
        <a:off x="44479" y="333469"/>
        <a:ext cx="11969691" cy="82220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52B04-67BE-AB4E-BF12-3CFD2275868E}">
      <dsp:nvSpPr>
        <dsp:cNvPr id="0" name=""/>
        <dsp:cNvSpPr/>
      </dsp:nvSpPr>
      <dsp:spPr>
        <a:xfrm>
          <a:off x="55" y="131416"/>
          <a:ext cx="5353162" cy="720000"/>
        </a:xfrm>
        <a:prstGeom prst="rect">
          <a:avLst/>
        </a:prstGeom>
        <a:solidFill>
          <a:schemeClr val="accent6">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a:t>Mitigations: </a:t>
          </a:r>
        </a:p>
      </dsp:txBody>
      <dsp:txXfrm>
        <a:off x="55" y="131416"/>
        <a:ext cx="5353162" cy="720000"/>
      </dsp:txXfrm>
    </dsp:sp>
    <dsp:sp modelId="{C1CC6949-2BB7-CE4E-82F9-5F9AB1BFF76E}">
      <dsp:nvSpPr>
        <dsp:cNvPr id="0" name=""/>
        <dsp:cNvSpPr/>
      </dsp:nvSpPr>
      <dsp:spPr>
        <a:xfrm>
          <a:off x="55" y="851417"/>
          <a:ext cx="5353162" cy="2196000"/>
        </a:xfrm>
        <a:prstGeom prst="rect">
          <a:avLst/>
        </a:prstGeom>
        <a:solidFill>
          <a:schemeClr val="accent6">
            <a:alpha val="90000"/>
            <a:tint val="40000"/>
            <a:hueOff val="0"/>
            <a:satOff val="0"/>
            <a:lumOff val="0"/>
            <a:alphaOff val="0"/>
          </a:schemeClr>
        </a:solidFill>
        <a:ln w="6350" cap="flat" cmpd="sng" algn="ctr">
          <a:solidFill>
            <a:schemeClr val="accent6">
              <a:alpha val="90000"/>
              <a:tint val="40000"/>
              <a:hueOff val="0"/>
              <a:satOff val="0"/>
              <a:lumOff val="0"/>
              <a:alphaOff val="0"/>
            </a:schemeClr>
          </a:solidFill>
          <a:prstDash val="solid"/>
          <a:miter lim="800000"/>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a:t>read-only version control credentials for CI</a:t>
          </a:r>
        </a:p>
        <a:p>
          <a:pPr marL="228600" lvl="1" indent="-228600" algn="l" defTabSz="1111250">
            <a:lnSpc>
              <a:spcPct val="90000"/>
            </a:lnSpc>
            <a:spcBef>
              <a:spcPct val="0"/>
            </a:spcBef>
            <a:spcAft>
              <a:spcPct val="15000"/>
            </a:spcAft>
            <a:buChar char="•"/>
          </a:pPr>
          <a:r>
            <a:rPr lang="en-US" sz="2500" kern="1200"/>
            <a:t>Isolated/reproducible build containers</a:t>
          </a:r>
        </a:p>
        <a:p>
          <a:pPr marL="228600" lvl="1" indent="-228600" algn="l" defTabSz="1111250">
            <a:lnSpc>
              <a:spcPct val="90000"/>
            </a:lnSpc>
            <a:spcBef>
              <a:spcPct val="0"/>
            </a:spcBef>
            <a:spcAft>
              <a:spcPct val="15000"/>
            </a:spcAft>
            <a:buChar char="•"/>
          </a:pPr>
          <a:r>
            <a:rPr lang="en-US" sz="2500" kern="1200"/>
            <a:t>Monitoring for suspicious test code</a:t>
          </a:r>
        </a:p>
      </dsp:txBody>
      <dsp:txXfrm>
        <a:off x="55" y="851417"/>
        <a:ext cx="5353162" cy="2196000"/>
      </dsp:txXfrm>
    </dsp:sp>
    <dsp:sp modelId="{3C56FF1C-DB54-C74C-9A6B-AF449CB1BE57}">
      <dsp:nvSpPr>
        <dsp:cNvPr id="0" name=""/>
        <dsp:cNvSpPr/>
      </dsp:nvSpPr>
      <dsp:spPr>
        <a:xfrm>
          <a:off x="6102660" y="131416"/>
          <a:ext cx="5353162" cy="720000"/>
        </a:xfrm>
        <a:prstGeom prst="rect">
          <a:avLst/>
        </a:prstGeom>
        <a:solidFill>
          <a:schemeClr val="accent6">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a:t>Example Risk:</a:t>
          </a:r>
        </a:p>
      </dsp:txBody>
      <dsp:txXfrm>
        <a:off x="6102660" y="131416"/>
        <a:ext cx="5353162" cy="720000"/>
      </dsp:txXfrm>
    </dsp:sp>
    <dsp:sp modelId="{C5FF3F27-712E-9B4C-848F-64855CC3D42F}">
      <dsp:nvSpPr>
        <dsp:cNvPr id="0" name=""/>
        <dsp:cNvSpPr/>
      </dsp:nvSpPr>
      <dsp:spPr>
        <a:xfrm>
          <a:off x="6102660" y="851417"/>
          <a:ext cx="5353162" cy="2196000"/>
        </a:xfrm>
        <a:prstGeom prst="rect">
          <a:avLst/>
        </a:prstGeom>
        <a:solidFill>
          <a:schemeClr val="accent6">
            <a:alpha val="90000"/>
            <a:tint val="40000"/>
            <a:hueOff val="0"/>
            <a:satOff val="0"/>
            <a:lumOff val="0"/>
            <a:alphaOff val="0"/>
          </a:schemeClr>
        </a:solidFill>
        <a:ln w="6350" cap="flat" cmpd="sng" algn="ctr">
          <a:solidFill>
            <a:schemeClr val="accent6">
              <a:alpha val="90000"/>
              <a:tint val="40000"/>
              <a:hueOff val="0"/>
              <a:satOff val="0"/>
              <a:lumOff val="0"/>
              <a:alphaOff val="0"/>
            </a:schemeClr>
          </a:solidFill>
          <a:prstDash val="solid"/>
          <a:miter lim="800000"/>
        </a:ln>
        <a:effectLst/>
        <a:scene3d>
          <a:camera prst="orthographicFront"/>
          <a:lightRig rig="chilly" dir="t"/>
        </a:scene3d>
        <a:sp3d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a:t>Malicious code hidden inside unit tests</a:t>
          </a:r>
        </a:p>
        <a:p>
          <a:pPr marL="228600" lvl="1" indent="-228600" algn="l" defTabSz="1111250">
            <a:lnSpc>
              <a:spcPct val="90000"/>
            </a:lnSpc>
            <a:spcBef>
              <a:spcPct val="0"/>
            </a:spcBef>
            <a:spcAft>
              <a:spcPct val="15000"/>
            </a:spcAft>
            <a:buChar char="•"/>
          </a:pPr>
          <a:r>
            <a:rPr lang="en-US" sz="2500" kern="1200" dirty="0"/>
            <a:t>Unit tests that run automatically and are rarely reviewed.</a:t>
          </a:r>
        </a:p>
      </dsp:txBody>
      <dsp:txXfrm>
        <a:off x="6102660" y="851417"/>
        <a:ext cx="5353162" cy="21960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E46F52-BB59-5B48-825C-7677C935173E}">
      <dsp:nvSpPr>
        <dsp:cNvPr id="0" name=""/>
        <dsp:cNvSpPr/>
      </dsp:nvSpPr>
      <dsp:spPr>
        <a:xfrm>
          <a:off x="0" y="0"/>
          <a:ext cx="11455878" cy="1272960"/>
        </a:xfrm>
        <a:prstGeom prst="round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CI/CD Systems with write access to version control are a high-value target for attackers.</a:t>
          </a:r>
        </a:p>
      </dsp:txBody>
      <dsp:txXfrm>
        <a:off x="62141" y="62141"/>
        <a:ext cx="11331596" cy="114867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461AB-87BF-BE44-9E99-037A0BA35CC1}">
      <dsp:nvSpPr>
        <dsp:cNvPr id="0" name=""/>
        <dsp:cNvSpPr/>
      </dsp:nvSpPr>
      <dsp:spPr>
        <a:xfrm>
          <a:off x="0" y="288990"/>
          <a:ext cx="12058649" cy="911162"/>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100000"/>
            </a:lnSpc>
            <a:spcBef>
              <a:spcPct val="0"/>
            </a:spcBef>
            <a:spcAft>
              <a:spcPts val="0"/>
            </a:spcAft>
            <a:buNone/>
          </a:pPr>
          <a:r>
            <a:rPr lang="en-US" sz="4800" kern="1200" dirty="0">
              <a:solidFill>
                <a:schemeClr val="accent6">
                  <a:lumMod val="50000"/>
                </a:schemeClr>
              </a:solidFill>
              <a:latin typeface="Herculanum" panose="02000505000000020004" pitchFamily="2" charset="77"/>
            </a:rPr>
            <a:t>Case Studies in Practice</a:t>
          </a:r>
        </a:p>
      </dsp:txBody>
      <dsp:txXfrm>
        <a:off x="44479" y="333469"/>
        <a:ext cx="11969691" cy="82220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8F4043-36CA-3947-9AA0-73AF05214789}">
      <dsp:nvSpPr>
        <dsp:cNvPr id="0" name=""/>
        <dsp:cNvSpPr/>
      </dsp:nvSpPr>
      <dsp:spPr>
        <a:xfrm>
          <a:off x="0" y="277211"/>
          <a:ext cx="12058649" cy="126945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35885" tIns="270764" rIns="935885" bIns="92456" numCol="1" spcCol="1270" anchor="t" anchorCtr="0">
          <a:noAutofit/>
        </a:bodyPr>
        <a:lstStyle/>
        <a:p>
          <a:pPr marL="114300" lvl="1" indent="-114300" algn="l" defTabSz="577850">
            <a:lnSpc>
              <a:spcPct val="90000"/>
            </a:lnSpc>
            <a:spcBef>
              <a:spcPct val="0"/>
            </a:spcBef>
            <a:spcAft>
              <a:spcPct val="15000"/>
            </a:spcAft>
            <a:buNone/>
          </a:pPr>
          <a:r>
            <a:rPr lang="en-US" sz="1300" kern="1200" dirty="0"/>
            <a:t>As the user base of Twitter grew from 2.5 million to 10 million in a matter of months, several major security failures plagued the platform, from then-President Obama's account being hacked to the Twitter admin accounts being compromised.  The FTC stepped in and forced Twitter to have a “Security Responsible Employee” to identify foreseeable risks and test safeguards.  Twitter ended up integrating a static analysis tool into the build process to identify vulnerabilities during the build process, rather than after release.  This has shifted the rate of detected vulnerabilities by 60%.</a:t>
          </a:r>
        </a:p>
      </dsp:txBody>
      <dsp:txXfrm>
        <a:off x="0" y="277211"/>
        <a:ext cx="12058649" cy="1269450"/>
      </dsp:txXfrm>
    </dsp:sp>
    <dsp:sp modelId="{E390CB0E-9F8E-0341-8598-019E9A2CC26D}">
      <dsp:nvSpPr>
        <dsp:cNvPr id="0" name=""/>
        <dsp:cNvSpPr/>
      </dsp:nvSpPr>
      <dsp:spPr>
        <a:xfrm>
          <a:off x="602932" y="85331"/>
          <a:ext cx="1595950" cy="38376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19052" tIns="0" rIns="319052" bIns="0" numCol="1" spcCol="1270" anchor="ctr" anchorCtr="0">
          <a:noAutofit/>
        </a:bodyPr>
        <a:lstStyle/>
        <a:p>
          <a:pPr marL="0" lvl="0" indent="0" algn="l" defTabSz="577850">
            <a:lnSpc>
              <a:spcPct val="90000"/>
            </a:lnSpc>
            <a:spcBef>
              <a:spcPct val="0"/>
            </a:spcBef>
            <a:spcAft>
              <a:spcPct val="35000"/>
            </a:spcAft>
            <a:buNone/>
          </a:pPr>
          <a:r>
            <a:rPr lang="en-US" sz="1300" kern="1200" dirty="0"/>
            <a:t>Twitter</a:t>
          </a:r>
        </a:p>
      </dsp:txBody>
      <dsp:txXfrm>
        <a:off x="621666" y="104065"/>
        <a:ext cx="1558482" cy="346292"/>
      </dsp:txXfrm>
    </dsp:sp>
    <dsp:sp modelId="{25365729-68FD-634E-ADAC-060179599BC2}">
      <dsp:nvSpPr>
        <dsp:cNvPr id="0" name=""/>
        <dsp:cNvSpPr/>
      </dsp:nvSpPr>
      <dsp:spPr>
        <a:xfrm>
          <a:off x="0" y="1832350"/>
          <a:ext cx="12058649" cy="147420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35885" tIns="270764" rIns="935885" bIns="92456" numCol="1" spcCol="1270" anchor="t" anchorCtr="0">
          <a:noAutofit/>
        </a:bodyPr>
        <a:lstStyle/>
        <a:p>
          <a:pPr marL="114300" lvl="1" indent="-114300" algn="l" defTabSz="577850">
            <a:lnSpc>
              <a:spcPct val="90000"/>
            </a:lnSpc>
            <a:spcBef>
              <a:spcPct val="0"/>
            </a:spcBef>
            <a:spcAft>
              <a:spcPct val="15000"/>
            </a:spcAft>
            <a:buNone/>
          </a:pPr>
          <a:r>
            <a:rPr lang="en-US" sz="1300" kern="1200" dirty="0"/>
            <a:t>At Etsy, the security team routed all the open security issues through the same bug tracking software, JIRA, that the developers used for their daily work, rather than using a separate tool.  This increases the visibility to the developers.  Issues would get labeled with a priority tag “P1,” “P2,” which meant they had to be addressed by the end of the day or the end of the week.  Each of these issues would trigger a post-mortem, not as a blame exercise, but as a learning on how to prevent the same errors from coming through again.  This was paired with security telemetry so that security events were visible in real time rather than discovered months later so that issues could be discovered quickly and fixed quickly.</a:t>
          </a:r>
        </a:p>
      </dsp:txBody>
      <dsp:txXfrm>
        <a:off x="0" y="1832350"/>
        <a:ext cx="12058649" cy="1474200"/>
      </dsp:txXfrm>
    </dsp:sp>
    <dsp:sp modelId="{72C99BA8-4D69-1C48-BDD6-E993F19157B5}">
      <dsp:nvSpPr>
        <dsp:cNvPr id="0" name=""/>
        <dsp:cNvSpPr/>
      </dsp:nvSpPr>
      <dsp:spPr>
        <a:xfrm>
          <a:off x="602932" y="1616862"/>
          <a:ext cx="1837448" cy="383760"/>
        </a:xfrm>
        <a:prstGeom prst="round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19052" tIns="0" rIns="319052" bIns="0" numCol="1" spcCol="1270" anchor="ctr" anchorCtr="0">
          <a:noAutofit/>
        </a:bodyPr>
        <a:lstStyle/>
        <a:p>
          <a:pPr marL="0" lvl="0" indent="0" algn="l" defTabSz="577850">
            <a:lnSpc>
              <a:spcPct val="90000"/>
            </a:lnSpc>
            <a:spcBef>
              <a:spcPct val="0"/>
            </a:spcBef>
            <a:spcAft>
              <a:spcPct val="35000"/>
            </a:spcAft>
            <a:buNone/>
          </a:pPr>
          <a:r>
            <a:rPr lang="en-US" sz="1300" kern="1200" dirty="0"/>
            <a:t>Etsy</a:t>
          </a:r>
        </a:p>
      </dsp:txBody>
      <dsp:txXfrm>
        <a:off x="621666" y="1635596"/>
        <a:ext cx="1799980" cy="346292"/>
      </dsp:txXfrm>
    </dsp:sp>
    <dsp:sp modelId="{A993CF66-CCFF-4C4B-9735-6C11B9615A2D}">
      <dsp:nvSpPr>
        <dsp:cNvPr id="0" name=""/>
        <dsp:cNvSpPr/>
      </dsp:nvSpPr>
      <dsp:spPr>
        <a:xfrm>
          <a:off x="0" y="3545022"/>
          <a:ext cx="12058649" cy="1269450"/>
        </a:xfrm>
        <a:prstGeom prst="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935885" tIns="270764" rIns="935885" bIns="92456" numCol="1" spcCol="1270" anchor="t" anchorCtr="0">
          <a:noAutofit/>
        </a:bodyPr>
        <a:lstStyle/>
        <a:p>
          <a:pPr marL="114300" lvl="1" indent="-114300" algn="l" defTabSz="577850">
            <a:lnSpc>
              <a:spcPct val="90000"/>
            </a:lnSpc>
            <a:spcBef>
              <a:spcPct val="0"/>
            </a:spcBef>
            <a:spcAft>
              <a:spcPct val="15000"/>
            </a:spcAft>
            <a:buNone/>
          </a:pPr>
          <a:r>
            <a:rPr lang="en-US" sz="1300" kern="1200" dirty="0"/>
            <a:t>The 18F team inside the GSA was formed to assess how the Federal Government builds and buys software.  Federal systems normally require so much extra security testing, even at the least sensitive tier, because of the amount of PII that they handle.  Getting an Authority to Operate (ATO) could take 8-14 months after development was complete.  18F built </a:t>
          </a:r>
          <a:r>
            <a:rPr lang="en-US" sz="1300" kern="1200" dirty="0" err="1"/>
            <a:t>Cloud.gov</a:t>
          </a:r>
          <a:r>
            <a:rPr lang="en-US" sz="1300" kern="1200" dirty="0"/>
            <a:t>, a PaaS built on AWS GovCloud that handles logging, monitoring, alerting, and service lifecycle management.  This means that the shared security controls could be used and reused across any new software the government needed, so far less robust testing was needed.  </a:t>
          </a:r>
        </a:p>
      </dsp:txBody>
      <dsp:txXfrm>
        <a:off x="0" y="3545022"/>
        <a:ext cx="12058649" cy="1269450"/>
      </dsp:txXfrm>
    </dsp:sp>
    <dsp:sp modelId="{A93A23E1-24A4-A14E-8045-216BFA69D256}">
      <dsp:nvSpPr>
        <dsp:cNvPr id="0" name=""/>
        <dsp:cNvSpPr/>
      </dsp:nvSpPr>
      <dsp:spPr>
        <a:xfrm>
          <a:off x="602932" y="3353142"/>
          <a:ext cx="2758198" cy="383760"/>
        </a:xfrm>
        <a:prstGeom prst="roundRect">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19052" tIns="0" rIns="319052" bIns="0" numCol="1" spcCol="1270" anchor="ctr" anchorCtr="0">
          <a:noAutofit/>
        </a:bodyPr>
        <a:lstStyle/>
        <a:p>
          <a:pPr marL="0" lvl="0" indent="0" algn="l" defTabSz="577850">
            <a:lnSpc>
              <a:spcPct val="90000"/>
            </a:lnSpc>
            <a:spcBef>
              <a:spcPct val="0"/>
            </a:spcBef>
            <a:spcAft>
              <a:spcPct val="35000"/>
            </a:spcAft>
            <a:buNone/>
          </a:pPr>
          <a:r>
            <a:rPr lang="en-US" sz="1300" kern="1200" dirty="0"/>
            <a:t>Federal Govt./18F</a:t>
          </a:r>
        </a:p>
      </dsp:txBody>
      <dsp:txXfrm>
        <a:off x="621666" y="3371876"/>
        <a:ext cx="2720730" cy="34629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461AB-87BF-BE44-9E99-037A0BA35CC1}">
      <dsp:nvSpPr>
        <dsp:cNvPr id="0" name=""/>
        <dsp:cNvSpPr/>
      </dsp:nvSpPr>
      <dsp:spPr>
        <a:xfrm>
          <a:off x="0" y="288990"/>
          <a:ext cx="12058649" cy="911162"/>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100000"/>
            </a:lnSpc>
            <a:spcBef>
              <a:spcPct val="0"/>
            </a:spcBef>
            <a:spcAft>
              <a:spcPts val="0"/>
            </a:spcAft>
            <a:buNone/>
          </a:pPr>
          <a:r>
            <a:rPr lang="en-US" sz="4800" kern="1200" dirty="0">
              <a:solidFill>
                <a:schemeClr val="accent6">
                  <a:lumMod val="50000"/>
                </a:schemeClr>
              </a:solidFill>
              <a:latin typeface="Herculanum" panose="02000505000000020004" pitchFamily="2" charset="77"/>
            </a:rPr>
            <a:t>Key Takeaways</a:t>
          </a:r>
        </a:p>
      </dsp:txBody>
      <dsp:txXfrm>
        <a:off x="44479" y="333469"/>
        <a:ext cx="11969691" cy="82220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E405DE-24E5-644A-B15A-160B66236493}">
      <dsp:nvSpPr>
        <dsp:cNvPr id="0" name=""/>
        <dsp:cNvSpPr/>
      </dsp:nvSpPr>
      <dsp:spPr>
        <a:xfrm>
          <a:off x="0" y="25666"/>
          <a:ext cx="11630024" cy="1072579"/>
        </a:xfrm>
        <a:prstGeom prst="round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Security Controls work best when Layered</a:t>
          </a:r>
        </a:p>
      </dsp:txBody>
      <dsp:txXfrm>
        <a:off x="52359" y="78025"/>
        <a:ext cx="11525306" cy="967861"/>
      </dsp:txXfrm>
    </dsp:sp>
    <dsp:sp modelId="{FD33B1AE-0213-7F45-A936-B68B82AA0115}">
      <dsp:nvSpPr>
        <dsp:cNvPr id="0" name=""/>
        <dsp:cNvSpPr/>
      </dsp:nvSpPr>
      <dsp:spPr>
        <a:xfrm>
          <a:off x="0" y="1098245"/>
          <a:ext cx="11630024" cy="1425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925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Access Control</a:t>
          </a:r>
        </a:p>
        <a:p>
          <a:pPr marL="228600" lvl="1" indent="-228600" algn="l" defTabSz="933450">
            <a:lnSpc>
              <a:spcPct val="90000"/>
            </a:lnSpc>
            <a:spcBef>
              <a:spcPct val="0"/>
            </a:spcBef>
            <a:spcAft>
              <a:spcPct val="20000"/>
            </a:spcAft>
            <a:buChar char="•"/>
          </a:pPr>
          <a:r>
            <a:rPr lang="en-US" sz="2100" kern="1200"/>
            <a:t>Branch Protection</a:t>
          </a:r>
        </a:p>
        <a:p>
          <a:pPr marL="228600" lvl="1" indent="-228600" algn="l" defTabSz="933450">
            <a:lnSpc>
              <a:spcPct val="90000"/>
            </a:lnSpc>
            <a:spcBef>
              <a:spcPct val="0"/>
            </a:spcBef>
            <a:spcAft>
              <a:spcPct val="20000"/>
            </a:spcAft>
            <a:buChar char="•"/>
          </a:pPr>
          <a:r>
            <a:rPr lang="en-US" sz="2100" kern="1200" dirty="0"/>
            <a:t>Secret Management</a:t>
          </a:r>
        </a:p>
        <a:p>
          <a:pPr marL="228600" lvl="1" indent="-228600" algn="l" defTabSz="933450">
            <a:lnSpc>
              <a:spcPct val="90000"/>
            </a:lnSpc>
            <a:spcBef>
              <a:spcPct val="0"/>
            </a:spcBef>
            <a:spcAft>
              <a:spcPct val="20000"/>
            </a:spcAft>
            <a:buChar char="•"/>
          </a:pPr>
          <a:r>
            <a:rPr lang="en-US" sz="2100" kern="1200" dirty="0"/>
            <a:t>Automated Scanning</a:t>
          </a:r>
        </a:p>
      </dsp:txBody>
      <dsp:txXfrm>
        <a:off x="0" y="1098245"/>
        <a:ext cx="11630024" cy="1425195"/>
      </dsp:txXfrm>
    </dsp:sp>
    <dsp:sp modelId="{110456FD-056D-FA4C-96D4-5F72DBB4E2A2}">
      <dsp:nvSpPr>
        <dsp:cNvPr id="0" name=""/>
        <dsp:cNvSpPr/>
      </dsp:nvSpPr>
      <dsp:spPr>
        <a:xfrm>
          <a:off x="0" y="2523440"/>
          <a:ext cx="11630024" cy="1072579"/>
        </a:xfrm>
        <a:prstGeom prst="round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Build security into the pipeline for fast feedback instead of a slow, after-the-fact post-mortem.</a:t>
          </a:r>
        </a:p>
      </dsp:txBody>
      <dsp:txXfrm>
        <a:off x="52359" y="2575799"/>
        <a:ext cx="11525306" cy="967861"/>
      </dsp:txXfrm>
    </dsp:sp>
    <dsp:sp modelId="{0C977053-7F46-7642-A655-79E8232D9B1F}">
      <dsp:nvSpPr>
        <dsp:cNvPr id="0" name=""/>
        <dsp:cNvSpPr/>
      </dsp:nvSpPr>
      <dsp:spPr>
        <a:xfrm>
          <a:off x="0" y="3673779"/>
          <a:ext cx="11630024" cy="1072579"/>
        </a:xfrm>
        <a:prstGeom prst="round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Protect the repository and systems that write to it as a single unit.</a:t>
          </a:r>
        </a:p>
      </dsp:txBody>
      <dsp:txXfrm>
        <a:off x="52359" y="3726138"/>
        <a:ext cx="11525306" cy="96786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461AB-87BF-BE44-9E99-037A0BA35CC1}">
      <dsp:nvSpPr>
        <dsp:cNvPr id="0" name=""/>
        <dsp:cNvSpPr/>
      </dsp:nvSpPr>
      <dsp:spPr>
        <a:xfrm>
          <a:off x="0" y="288990"/>
          <a:ext cx="12058649" cy="911162"/>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100000"/>
            </a:lnSpc>
            <a:spcBef>
              <a:spcPct val="0"/>
            </a:spcBef>
            <a:spcAft>
              <a:spcPts val="0"/>
            </a:spcAft>
            <a:buNone/>
          </a:pPr>
          <a:r>
            <a:rPr lang="en-US" sz="4800" kern="1200" dirty="0">
              <a:solidFill>
                <a:schemeClr val="accent6">
                  <a:lumMod val="50000"/>
                </a:schemeClr>
              </a:solidFill>
              <a:latin typeface="Herculanum" panose="02000505000000020004" pitchFamily="2" charset="77"/>
            </a:rPr>
            <a:t>References</a:t>
          </a:r>
        </a:p>
      </dsp:txBody>
      <dsp:txXfrm>
        <a:off x="44479" y="333469"/>
        <a:ext cx="11969691" cy="82220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15368-AEAA-594F-BA29-108939D18075}">
      <dsp:nvSpPr>
        <dsp:cNvPr id="0" name=""/>
        <dsp:cNvSpPr/>
      </dsp:nvSpPr>
      <dsp:spPr>
        <a:xfrm rot="10800000">
          <a:off x="2346762" y="2240"/>
          <a:ext cx="8019001" cy="1307756"/>
        </a:xfrm>
        <a:prstGeom prst="homePlate">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76684"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a:t>Harness. (n.d.). </a:t>
          </a:r>
          <a:r>
            <a:rPr lang="en-US" sz="2000" i="1" kern="1200"/>
            <a:t>Best practices for securing code repositories. </a:t>
          </a:r>
          <a:r>
            <a:rPr lang="en-US" sz="2000" kern="1200"/>
            <a:t>Harness Glossary. </a:t>
          </a:r>
          <a:r>
            <a:rPr lang="en-US" sz="2000" kern="1200">
              <a:hlinkClick xmlns:r="http://schemas.openxmlformats.org/officeDocument/2006/relationships" r:id="rId1"/>
            </a:rPr>
            <a:t>https://www.harness.io/harness-devops-academy/secure-code-repositories-best-practices</a:t>
          </a:r>
          <a:endParaRPr lang="en-US" sz="2000" kern="1200"/>
        </a:p>
      </dsp:txBody>
      <dsp:txXfrm rot="10800000">
        <a:off x="2673701" y="2240"/>
        <a:ext cx="7692062" cy="1307756"/>
      </dsp:txXfrm>
    </dsp:sp>
    <dsp:sp modelId="{4FE6BD4E-B67F-194E-8E06-8EB4B821A378}">
      <dsp:nvSpPr>
        <dsp:cNvPr id="0" name=""/>
        <dsp:cNvSpPr/>
      </dsp:nvSpPr>
      <dsp:spPr>
        <a:xfrm>
          <a:off x="1692884" y="2240"/>
          <a:ext cx="1307756" cy="1307756"/>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DA9CF0AE-ACD5-5143-A967-AB61F93A6E87}">
      <dsp:nvSpPr>
        <dsp:cNvPr id="0" name=""/>
        <dsp:cNvSpPr/>
      </dsp:nvSpPr>
      <dsp:spPr>
        <a:xfrm rot="10800000">
          <a:off x="2346762" y="1689271"/>
          <a:ext cx="8019001" cy="1307756"/>
        </a:xfrm>
        <a:prstGeom prst="homePlate">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76684"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t>Kim, G., Humble, J., Debois, P., &amp; Willis, J. (2021). </a:t>
          </a:r>
          <a:r>
            <a:rPr lang="en-US" sz="2000" i="1" kern="1200" dirty="0"/>
            <a:t>The DevOps Handbook: How to Create World-Class Agility, Reliability, and Security in Technology Organizations. </a:t>
          </a:r>
          <a:r>
            <a:rPr lang="en-US" sz="2000" kern="1200" dirty="0"/>
            <a:t>IT Revolution Press.</a:t>
          </a:r>
        </a:p>
      </dsp:txBody>
      <dsp:txXfrm rot="10800000">
        <a:off x="2673701" y="1689271"/>
        <a:ext cx="7692062" cy="1307756"/>
      </dsp:txXfrm>
    </dsp:sp>
    <dsp:sp modelId="{979F4354-6E6C-F44C-8D97-98C67F44890D}">
      <dsp:nvSpPr>
        <dsp:cNvPr id="0" name=""/>
        <dsp:cNvSpPr/>
      </dsp:nvSpPr>
      <dsp:spPr>
        <a:xfrm>
          <a:off x="1692884" y="1689271"/>
          <a:ext cx="1307756" cy="1307756"/>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7B0E2954-175F-5744-9B4E-99AFFDA074B3}">
      <dsp:nvSpPr>
        <dsp:cNvPr id="0" name=""/>
        <dsp:cNvSpPr/>
      </dsp:nvSpPr>
      <dsp:spPr>
        <a:xfrm rot="10800000">
          <a:off x="2346762" y="3376302"/>
          <a:ext cx="8019001" cy="1307756"/>
        </a:xfrm>
        <a:prstGeom prst="homePlate">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576684"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Snyk. (2024, February 5). </a:t>
          </a:r>
          <a:r>
            <a:rPr lang="en-US" sz="2000" i="1" kern="1200" dirty="0"/>
            <a:t>10 GitHub security best practices. </a:t>
          </a:r>
          <a:r>
            <a:rPr lang="en-US" sz="2000" kern="1200" dirty="0" err="1"/>
            <a:t>Snyk.io</a:t>
          </a:r>
          <a:r>
            <a:rPr lang="en-US" sz="2000" kern="1200" dirty="0"/>
            <a:t>. </a:t>
          </a:r>
          <a:r>
            <a:rPr lang="en-US" sz="2000" kern="1200" dirty="0">
              <a:hlinkClick xmlns:r="http://schemas.openxmlformats.org/officeDocument/2006/relationships" r:id="rId4"/>
            </a:rPr>
            <a:t>https://snyk.io/blog/ten-git-hub-security-best-practices/</a:t>
          </a:r>
          <a:endParaRPr lang="en-US" sz="2000" kern="1200" dirty="0"/>
        </a:p>
      </dsp:txBody>
      <dsp:txXfrm rot="10800000">
        <a:off x="2673701" y="3376302"/>
        <a:ext cx="7692062" cy="1307756"/>
      </dsp:txXfrm>
    </dsp:sp>
    <dsp:sp modelId="{42FE06BC-0E06-D344-AFEF-C6894A285E09}">
      <dsp:nvSpPr>
        <dsp:cNvPr id="0" name=""/>
        <dsp:cNvSpPr/>
      </dsp:nvSpPr>
      <dsp:spPr>
        <a:xfrm>
          <a:off x="1692884" y="3376302"/>
          <a:ext cx="1307756" cy="1307756"/>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a:effectLst/>
        <a:scene3d>
          <a:camera prst="orthographicFront"/>
          <a:lightRig rig="chilly" dir="t"/>
        </a:scene3d>
        <a:sp3d z="12700" extrusionH="12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817231-486F-9948-B752-04D3419F256B}" type="datetimeFigureOut">
              <a:rPr lang="en-US" smtClean="0"/>
              <a:t>7/23/26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D276DA-7CCF-D84C-90F4-E24D0982FEBD}" type="slidenum">
              <a:rPr lang="en-US" smtClean="0"/>
              <a:t>‹#›</a:t>
            </a:fld>
            <a:endParaRPr lang="en-US"/>
          </a:p>
        </p:txBody>
      </p:sp>
    </p:spTree>
    <p:extLst>
      <p:ext uri="{BB962C8B-B14F-4D97-AF65-F5344CB8AC3E}">
        <p14:creationId xmlns:p14="http://schemas.microsoft.com/office/powerpoint/2010/main" val="2841118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D276DA-7CCF-D84C-90F4-E24D0982FEBD}" type="slidenum">
              <a:rPr lang="en-US" smtClean="0"/>
              <a:t>2</a:t>
            </a:fld>
            <a:endParaRPr lang="en-US"/>
          </a:p>
        </p:txBody>
      </p:sp>
    </p:spTree>
    <p:extLst>
      <p:ext uri="{BB962C8B-B14F-4D97-AF65-F5344CB8AC3E}">
        <p14:creationId xmlns:p14="http://schemas.microsoft.com/office/powerpoint/2010/main" val="1503021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D276DA-7CCF-D84C-90F4-E24D0982FEBD}" type="slidenum">
              <a:rPr lang="en-US" smtClean="0"/>
              <a:t>3</a:t>
            </a:fld>
            <a:endParaRPr lang="en-US"/>
          </a:p>
        </p:txBody>
      </p:sp>
    </p:spTree>
    <p:extLst>
      <p:ext uri="{BB962C8B-B14F-4D97-AF65-F5344CB8AC3E}">
        <p14:creationId xmlns:p14="http://schemas.microsoft.com/office/powerpoint/2010/main" val="27652027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38F49-B3E2-4BF0-BEC7-C30D34ABBB8D}" type="datetime1">
              <a:rPr lang="en-US" smtClean="0"/>
              <a:t>7/23/26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dirty="0"/>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68943626"/>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7DA38F49-B3E2-4BF0-BEC7-C30D34ABBB8D}" type="datetime1">
              <a:rPr lang="en-US" smtClean="0"/>
              <a:t>7/23/26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70C12960-6E85-460F-B6E3-5B82CB31AF3D}"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581592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7DA38F49-B3E2-4BF0-BEC7-C30D34ABBB8D}" type="datetime1">
              <a:rPr lang="en-US" smtClean="0"/>
              <a:t>7/23/26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60604479"/>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38F49-B3E2-4BF0-BEC7-C30D34ABBB8D}" type="datetime1">
              <a:rPr lang="en-US" smtClean="0"/>
              <a:t>7/23/26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dirty="0"/>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31244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38F49-B3E2-4BF0-BEC7-C30D34ABBB8D}" type="datetime1">
              <a:rPr lang="en-US" smtClean="0"/>
              <a:t>7/23/26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15331493"/>
      </p:ext>
    </p:extLst>
  </p:cSld>
  <p:clrMapOvr>
    <a:masterClrMapping/>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38F49-B3E2-4BF0-BEC7-C30D34ABBB8D}" type="datetime1">
              <a:rPr lang="en-US" smtClean="0"/>
              <a:t>7/23/26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dirty="0"/>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70C12960-6E85-460F-B6E3-5B82CB31AF3D}"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870588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DA38F49-B3E2-4BF0-BEC7-C30D34ABBB8D}" type="datetime1">
              <a:rPr lang="en-US" smtClean="0"/>
              <a:t>7/23/26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dirty="0"/>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70C12960-6E85-460F-B6E3-5B82CB31AF3D}"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62475523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38F49-B3E2-4BF0-BEC7-C30D34ABBB8D}" type="datetime1">
              <a:rPr lang="en-US" smtClean="0"/>
              <a:t>7/23/26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70C12960-6E85-460F-B6E3-5B82CB31AF3D}"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305608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7DA38F49-B3E2-4BF0-BEC7-C30D34ABBB8D}" type="datetime1">
              <a:rPr lang="en-US" smtClean="0"/>
              <a:t>7/23/26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dirty="0"/>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70C12960-6E85-460F-B6E3-5B82CB31AF3D}"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436693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7DA38F49-B3E2-4BF0-BEC7-C30D34ABBB8D}" type="datetime1">
              <a:rPr lang="en-US" smtClean="0"/>
              <a:t>7/23/26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dirty="0"/>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70C12960-6E85-460F-B6E3-5B82CB31AF3D}"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38863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7DA38F49-B3E2-4BF0-BEC7-C30D34ABBB8D}" type="datetime1">
              <a:rPr lang="en-US" smtClean="0"/>
              <a:t>7/23/26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72735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7DA38F49-B3E2-4BF0-BEC7-C30D34ABBB8D}" type="datetime1">
              <a:rPr lang="en-US" smtClean="0"/>
              <a:t>7/23/26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dirty="0"/>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70C12960-6E85-460F-B6E3-5B82CB31AF3D}"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633447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A38F49-B3E2-4BF0-BEC7-C30D34ABBB8D}" type="datetime1">
              <a:rPr lang="en-US" smtClean="0"/>
              <a:t>7/23/26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324442985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7DA38F49-B3E2-4BF0-BEC7-C30D34ABBB8D}" type="datetime1">
              <a:rPr lang="en-US" smtClean="0"/>
              <a:t>7/23/26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dirty="0"/>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70C12960-6E85-460F-B6E3-5B82CB31AF3D}"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726696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7DA38F49-B3E2-4BF0-BEC7-C30D34ABBB8D}" type="datetime1">
              <a:rPr lang="en-US" smtClean="0"/>
              <a:t>7/23/26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dirty="0"/>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70C12960-6E85-460F-B6E3-5B82CB31AF3D}"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858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7DA38F49-B3E2-4BF0-BEC7-C30D34ABBB8D}" type="datetime1">
              <a:rPr lang="en-US" smtClean="0"/>
              <a:t>7/23/26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dirty="0"/>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70C12960-6E85-460F-B6E3-5B82CB31AF3D}"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932995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7DA38F49-B3E2-4BF0-BEC7-C30D34ABBB8D}" type="datetime1">
              <a:rPr lang="en-US" smtClean="0"/>
              <a:t>7/23/26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70C12960-6E85-460F-B6E3-5B82CB31AF3D}"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32934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7DA38F49-B3E2-4BF0-BEC7-C30D34ABBB8D}" type="datetime1">
              <a:rPr lang="en-US" smtClean="0"/>
              <a:t>7/23/26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70C12960-6E85-460F-B6E3-5B82CB31AF3D}"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6107958"/>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7DA38F49-B3E2-4BF0-BEC7-C30D34ABBB8D}" type="datetime1">
              <a:rPr lang="en-US" smtClean="0"/>
              <a:t>7/23/26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70C12960-6E85-460F-B6E3-5B82CB31AF3D}"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5590183"/>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7DA38F49-B3E2-4BF0-BEC7-C30D34ABBB8D}" type="datetime1">
              <a:rPr lang="en-US" smtClean="0"/>
              <a:t>7/23/26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70C12960-6E85-460F-B6E3-5B82CB31AF3D}"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85689977"/>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7DA38F49-B3E2-4BF0-BEC7-C30D34ABBB8D}" type="datetime1">
              <a:rPr lang="en-US" smtClean="0"/>
              <a:t>7/23/26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314098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7DA38F49-B3E2-4BF0-BEC7-C30D34ABBB8D}" type="datetime1">
              <a:rPr lang="en-US" smtClean="0"/>
              <a:t>7/23/26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70C12960-6E85-460F-B6E3-5B82CB31AF3D}"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541588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7DA38F49-B3E2-4BF0-BEC7-C30D34ABBB8D}" type="datetime1">
              <a:rPr lang="en-US" smtClean="0"/>
              <a:t>7/23/26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dirty="0"/>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70C12960-6E85-460F-B6E3-5B82CB31AF3D}"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953442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DA38F49-B3E2-4BF0-BEC7-C30D34ABBB8D}" type="datetime1">
              <a:rPr lang="en-US" smtClean="0"/>
              <a:t>7/23/26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dirty="0"/>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70C12960-6E85-460F-B6E3-5B82CB31AF3D}"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5748195"/>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38F49-B3E2-4BF0-BEC7-C30D34ABBB8D}" type="datetime1">
              <a:rPr lang="en-US" smtClean="0"/>
              <a:t>7/23/26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dirty="0"/>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70C12960-6E85-460F-B6E3-5B82CB31AF3D}"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611694"/>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BE15BF18-0007-481C-AA29-413124BC3EE7}" type="datetime1">
              <a:rPr lang="en-US" smtClean="0"/>
              <a:t>7/23/26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634241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DA38F49-B3E2-4BF0-BEC7-C30D34ABBB8D}" type="datetime1">
              <a:rPr lang="en-US" smtClean="0"/>
              <a:t>7/23/26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5643562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38F49-B3E2-4BF0-BEC7-C30D34ABBB8D}" type="datetime1">
              <a:rPr lang="en-US" smtClean="0"/>
              <a:t>7/23/26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70C12960-6E85-460F-B6E3-5B82CB31AF3D}"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6483291"/>
      </p:ext>
    </p:extLst>
  </p:cSld>
  <p:clrMap bg1="dk1" tx1="lt1" bg2="dk2"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 id="2147483767" r:id="rId21"/>
    <p:sldLayoutId id="2147483768" r:id="rId22"/>
    <p:sldLayoutId id="2147483769" r:id="rId23"/>
    <p:sldLayoutId id="2147483770" r:id="rId24"/>
    <p:sldLayoutId id="2147483771" r:id="rId25"/>
    <p:sldLayoutId id="2147483772" r:id="rId26"/>
    <p:sldLayoutId id="2147483773" r:id="rId27"/>
  </p:sldLayoutIdLst>
  <p:hf sldNum="0" hdr="0" ftr="0" dt="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12.xml"/><Relationship Id="rId3" Type="http://schemas.openxmlformats.org/officeDocument/2006/relationships/diagramLayout" Target="../diagrams/layout11.xml"/><Relationship Id="rId7" Type="http://schemas.openxmlformats.org/officeDocument/2006/relationships/diagramData" Target="../diagrams/data12.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0" Type="http://schemas.openxmlformats.org/officeDocument/2006/relationships/diagramColors" Target="../diagrams/colors12.xml"/><Relationship Id="rId4" Type="http://schemas.openxmlformats.org/officeDocument/2006/relationships/diagramQuickStyle" Target="../diagrams/quickStyle11.xml"/><Relationship Id="rId9" Type="http://schemas.openxmlformats.org/officeDocument/2006/relationships/diagramQuickStyle" Target="../diagrams/quickStyle12.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14.xml"/><Relationship Id="rId13" Type="http://schemas.openxmlformats.org/officeDocument/2006/relationships/diagramLayout" Target="../diagrams/layout15.xml"/><Relationship Id="rId3" Type="http://schemas.openxmlformats.org/officeDocument/2006/relationships/diagramLayout" Target="../diagrams/layout13.xml"/><Relationship Id="rId7" Type="http://schemas.openxmlformats.org/officeDocument/2006/relationships/diagramData" Target="../diagrams/data14.xml"/><Relationship Id="rId12" Type="http://schemas.openxmlformats.org/officeDocument/2006/relationships/diagramData" Target="../diagrams/data15.xml"/><Relationship Id="rId2" Type="http://schemas.openxmlformats.org/officeDocument/2006/relationships/diagramData" Target="../diagrams/data13.xml"/><Relationship Id="rId16" Type="http://schemas.microsoft.com/office/2007/relationships/diagramDrawing" Target="../diagrams/drawing15.xml"/><Relationship Id="rId1" Type="http://schemas.openxmlformats.org/officeDocument/2006/relationships/slideLayout" Target="../slideLayouts/slideLayout2.xml"/><Relationship Id="rId6" Type="http://schemas.microsoft.com/office/2007/relationships/diagramDrawing" Target="../diagrams/drawing13.xml"/><Relationship Id="rId11" Type="http://schemas.microsoft.com/office/2007/relationships/diagramDrawing" Target="../diagrams/drawing14.xml"/><Relationship Id="rId5" Type="http://schemas.openxmlformats.org/officeDocument/2006/relationships/diagramColors" Target="../diagrams/colors13.xml"/><Relationship Id="rId15" Type="http://schemas.openxmlformats.org/officeDocument/2006/relationships/diagramColors" Target="../diagrams/colors15.xml"/><Relationship Id="rId10" Type="http://schemas.openxmlformats.org/officeDocument/2006/relationships/diagramColors" Target="../diagrams/colors14.xml"/><Relationship Id="rId4" Type="http://schemas.openxmlformats.org/officeDocument/2006/relationships/diagramQuickStyle" Target="../diagrams/quickStyle13.xml"/><Relationship Id="rId9" Type="http://schemas.openxmlformats.org/officeDocument/2006/relationships/diagramQuickStyle" Target="../diagrams/quickStyle14.xml"/><Relationship Id="rId14" Type="http://schemas.openxmlformats.org/officeDocument/2006/relationships/diagramQuickStyle" Target="../diagrams/quickStyle15.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17.xml"/><Relationship Id="rId3" Type="http://schemas.openxmlformats.org/officeDocument/2006/relationships/diagramLayout" Target="../diagrams/layout16.xml"/><Relationship Id="rId7" Type="http://schemas.openxmlformats.org/officeDocument/2006/relationships/diagramData" Target="../diagrams/data17.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11" Type="http://schemas.microsoft.com/office/2007/relationships/diagramDrawing" Target="../diagrams/drawing17.xml"/><Relationship Id="rId5" Type="http://schemas.openxmlformats.org/officeDocument/2006/relationships/diagramColors" Target="../diagrams/colors16.xml"/><Relationship Id="rId10" Type="http://schemas.openxmlformats.org/officeDocument/2006/relationships/diagramColors" Target="../diagrams/colors17.xml"/><Relationship Id="rId4" Type="http://schemas.openxmlformats.org/officeDocument/2006/relationships/diagramQuickStyle" Target="../diagrams/quickStyle16.xml"/><Relationship Id="rId9" Type="http://schemas.openxmlformats.org/officeDocument/2006/relationships/diagramQuickStyle" Target="../diagrams/quickStyle17.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19.xml"/><Relationship Id="rId3" Type="http://schemas.openxmlformats.org/officeDocument/2006/relationships/diagramLayout" Target="../diagrams/layout18.xml"/><Relationship Id="rId7" Type="http://schemas.openxmlformats.org/officeDocument/2006/relationships/diagramData" Target="../diagrams/data19.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11" Type="http://schemas.microsoft.com/office/2007/relationships/diagramDrawing" Target="../diagrams/drawing19.xml"/><Relationship Id="rId5" Type="http://schemas.openxmlformats.org/officeDocument/2006/relationships/diagramColors" Target="../diagrams/colors18.xml"/><Relationship Id="rId10" Type="http://schemas.openxmlformats.org/officeDocument/2006/relationships/diagramColors" Target="../diagrams/colors19.xml"/><Relationship Id="rId4" Type="http://schemas.openxmlformats.org/officeDocument/2006/relationships/diagramQuickStyle" Target="../diagrams/quickStyle18.xml"/><Relationship Id="rId9" Type="http://schemas.openxmlformats.org/officeDocument/2006/relationships/diagramQuickStyle" Target="../diagrams/quickStyle19.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21.xml"/><Relationship Id="rId3" Type="http://schemas.openxmlformats.org/officeDocument/2006/relationships/diagramLayout" Target="../diagrams/layout20.xml"/><Relationship Id="rId7" Type="http://schemas.openxmlformats.org/officeDocument/2006/relationships/diagramData" Target="../diagrams/data21.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11" Type="http://schemas.microsoft.com/office/2007/relationships/diagramDrawing" Target="../diagrams/drawing21.xml"/><Relationship Id="rId5" Type="http://schemas.openxmlformats.org/officeDocument/2006/relationships/diagramColors" Target="../diagrams/colors20.xml"/><Relationship Id="rId10" Type="http://schemas.openxmlformats.org/officeDocument/2006/relationships/diagramColors" Target="../diagrams/colors21.xml"/><Relationship Id="rId4" Type="http://schemas.openxmlformats.org/officeDocument/2006/relationships/diagramQuickStyle" Target="../diagrams/quickStyle20.xml"/><Relationship Id="rId9" Type="http://schemas.openxmlformats.org/officeDocument/2006/relationships/diagramQuickStyle" Target="../diagrams/quickStyle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Padlock on computer motherboard">
            <a:extLst>
              <a:ext uri="{FF2B5EF4-FFF2-40B4-BE49-F238E27FC236}">
                <a16:creationId xmlns:a16="http://schemas.microsoft.com/office/drawing/2014/main" id="{CD4684C3-9B44-129F-41FB-3742F9ED999F}"/>
              </a:ext>
            </a:extLst>
          </p:cNvPr>
          <p:cNvPicPr>
            <a:picLocks noChangeAspect="1"/>
          </p:cNvPicPr>
          <p:nvPr/>
        </p:nvPicPr>
        <p:blipFill>
          <a:blip r:embed="rId2">
            <a:alphaModFix amt="40000"/>
          </a:blip>
          <a:srcRect b="15732"/>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09459EC3-9D2F-B18E-A4D5-4AF9B34BD6C4}"/>
              </a:ext>
            </a:extLst>
          </p:cNvPr>
          <p:cNvSpPr>
            <a:spLocks noGrp="1"/>
          </p:cNvSpPr>
          <p:nvPr>
            <p:ph type="title"/>
          </p:nvPr>
        </p:nvSpPr>
        <p:spPr>
          <a:xfrm>
            <a:off x="337372" y="1113821"/>
            <a:ext cx="7198808" cy="3355853"/>
          </a:xfrm>
        </p:spPr>
        <p:txBody>
          <a:bodyPr anchor="t">
            <a:normAutofit/>
          </a:bodyPr>
          <a:lstStyle/>
          <a:p>
            <a:pPr>
              <a:lnSpc>
                <a:spcPct val="90000"/>
              </a:lnSpc>
            </a:pPr>
            <a:r>
              <a:rPr lang="en-US" sz="5600" dirty="0">
                <a:solidFill>
                  <a:srgbClr val="FFFFFF"/>
                </a:solidFill>
              </a:rPr>
              <a:t>Security Controls in Shared Source Code Repositories</a:t>
            </a:r>
          </a:p>
        </p:txBody>
      </p:sp>
      <p:sp>
        <p:nvSpPr>
          <p:cNvPr id="3" name="Subtitle 2">
            <a:extLst>
              <a:ext uri="{FF2B5EF4-FFF2-40B4-BE49-F238E27FC236}">
                <a16:creationId xmlns:a16="http://schemas.microsoft.com/office/drawing/2014/main" id="{BE4D15DE-D3DC-9A26-B2FF-1836A673AFD0}"/>
              </a:ext>
            </a:extLst>
          </p:cNvPr>
          <p:cNvSpPr>
            <a:spLocks noGrp="1"/>
          </p:cNvSpPr>
          <p:nvPr>
            <p:ph type="subTitle" idx="1"/>
          </p:nvPr>
        </p:nvSpPr>
        <p:spPr>
          <a:xfrm>
            <a:off x="468630" y="3755926"/>
            <a:ext cx="4439920" cy="1104721"/>
          </a:xfrm>
        </p:spPr>
        <p:txBody>
          <a:bodyPr anchor="t">
            <a:normAutofit/>
          </a:bodyPr>
          <a:lstStyle/>
          <a:p>
            <a:pPr>
              <a:lnSpc>
                <a:spcPct val="120000"/>
              </a:lnSpc>
            </a:pPr>
            <a:r>
              <a:rPr lang="en-US" sz="1500" dirty="0">
                <a:solidFill>
                  <a:srgbClr val="FFFFFF"/>
                </a:solidFill>
              </a:rPr>
              <a:t>BEST PRACTICES FOR PROTECTING CODE, SECRETS, AND THE SOFTWARE SUPPLY CHAIN</a:t>
            </a:r>
          </a:p>
        </p:txBody>
      </p:sp>
      <p:sp>
        <p:nvSpPr>
          <p:cNvPr id="8" name="Subtitle 2">
            <a:extLst>
              <a:ext uri="{FF2B5EF4-FFF2-40B4-BE49-F238E27FC236}">
                <a16:creationId xmlns:a16="http://schemas.microsoft.com/office/drawing/2014/main" id="{36EDBE2B-C82E-7130-7790-5E29DC19BF36}"/>
              </a:ext>
            </a:extLst>
          </p:cNvPr>
          <p:cNvSpPr txBox="1">
            <a:spLocks/>
          </p:cNvSpPr>
          <p:nvPr/>
        </p:nvSpPr>
        <p:spPr>
          <a:xfrm>
            <a:off x="7536180" y="5251620"/>
            <a:ext cx="4439920" cy="1104721"/>
          </a:xfrm>
          <a:prstGeom prst="rect">
            <a:avLst/>
          </a:prstGeom>
        </p:spPr>
        <p:txBody>
          <a:bodyPr vert="horz" lIns="91440" tIns="45720" rIns="91440" bIns="45720" rtlCol="0" anchor="t">
            <a:normAutofit fontScale="92500" lnSpcReduction="20000"/>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20000"/>
              </a:lnSpc>
            </a:pPr>
            <a:r>
              <a:rPr lang="en-US" sz="1100" dirty="0">
                <a:solidFill>
                  <a:srgbClr val="FFFFFF"/>
                </a:solidFill>
              </a:rPr>
              <a:t>Author: Robert Breutzmann</a:t>
            </a:r>
          </a:p>
          <a:p>
            <a:pPr algn="r">
              <a:lnSpc>
                <a:spcPct val="120000"/>
              </a:lnSpc>
            </a:pPr>
            <a:r>
              <a:rPr lang="en-US" sz="1100" dirty="0">
                <a:solidFill>
                  <a:srgbClr val="FFFFFF"/>
                </a:solidFill>
              </a:rPr>
              <a:t>CSD 380 – Dev Ops</a:t>
            </a:r>
          </a:p>
          <a:p>
            <a:pPr algn="r">
              <a:lnSpc>
                <a:spcPct val="120000"/>
              </a:lnSpc>
            </a:pPr>
            <a:r>
              <a:rPr lang="en-US" sz="1100" dirty="0">
                <a:solidFill>
                  <a:srgbClr val="FFFFFF"/>
                </a:solidFill>
              </a:rPr>
              <a:t>Assignment 10.2</a:t>
            </a:r>
          </a:p>
          <a:p>
            <a:pPr algn="r">
              <a:lnSpc>
                <a:spcPct val="120000"/>
              </a:lnSpc>
            </a:pPr>
            <a:r>
              <a:rPr lang="en-US" sz="1100" dirty="0">
                <a:solidFill>
                  <a:srgbClr val="FFFFFF"/>
                </a:solidFill>
              </a:rPr>
              <a:t>Due Date: July 26</a:t>
            </a:r>
            <a:r>
              <a:rPr lang="en-US" sz="1100" baseline="30000" dirty="0">
                <a:solidFill>
                  <a:srgbClr val="FFFFFF"/>
                </a:solidFill>
              </a:rPr>
              <a:t>th</a:t>
            </a:r>
            <a:r>
              <a:rPr lang="en-US" sz="1100" dirty="0">
                <a:solidFill>
                  <a:srgbClr val="FFFFFF"/>
                </a:solidFill>
              </a:rPr>
              <a:t>, 2026</a:t>
            </a:r>
          </a:p>
        </p:txBody>
      </p:sp>
    </p:spTree>
    <p:extLst>
      <p:ext uri="{BB962C8B-B14F-4D97-AF65-F5344CB8AC3E}">
        <p14:creationId xmlns:p14="http://schemas.microsoft.com/office/powerpoint/2010/main" val="67295739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DDF27929-50C6-C49E-0FD8-8A2DED8D8D2B}"/>
              </a:ext>
            </a:extLst>
          </p:cNvPr>
          <p:cNvGraphicFramePr/>
          <p:nvPr>
            <p:extLst>
              <p:ext uri="{D42A27DB-BD31-4B8C-83A1-F6EECF244321}">
                <p14:modId xmlns:p14="http://schemas.microsoft.com/office/powerpoint/2010/main" val="1242200350"/>
              </p:ext>
            </p:extLst>
          </p:nvPr>
        </p:nvGraphicFramePr>
        <p:xfrm>
          <a:off x="0" y="-1"/>
          <a:ext cx="12058649" cy="17002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Content Placeholder 4">
            <a:extLst>
              <a:ext uri="{FF2B5EF4-FFF2-40B4-BE49-F238E27FC236}">
                <a16:creationId xmlns:a16="http://schemas.microsoft.com/office/drawing/2014/main" id="{F3B2E4A2-653E-877C-1AA2-450895BBC2B6}"/>
              </a:ext>
            </a:extLst>
          </p:cNvPr>
          <p:cNvGraphicFramePr>
            <a:graphicFrameLocks noGrp="1"/>
          </p:cNvGraphicFramePr>
          <p:nvPr>
            <p:ph sz="quarter" idx="13"/>
            <p:extLst>
              <p:ext uri="{D42A27DB-BD31-4B8C-83A1-F6EECF244321}">
                <p14:modId xmlns:p14="http://schemas.microsoft.com/office/powerpoint/2010/main" val="712627485"/>
              </p:ext>
            </p:extLst>
          </p:nvPr>
        </p:nvGraphicFramePr>
        <p:xfrm>
          <a:off x="301752" y="2011680"/>
          <a:ext cx="11402568" cy="438912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433556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FD0CB-AAE8-3244-64DF-AF78FF760BCE}"/>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9A7C0E5-08EE-3396-0777-608ECD8EE827}"/>
              </a:ext>
            </a:extLst>
          </p:cNvPr>
          <p:cNvGraphicFramePr/>
          <p:nvPr>
            <p:extLst>
              <p:ext uri="{D42A27DB-BD31-4B8C-83A1-F6EECF244321}">
                <p14:modId xmlns:p14="http://schemas.microsoft.com/office/powerpoint/2010/main" val="2304600543"/>
              </p:ext>
            </p:extLst>
          </p:nvPr>
        </p:nvGraphicFramePr>
        <p:xfrm>
          <a:off x="66675" y="0"/>
          <a:ext cx="12058649" cy="1300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BABDE33F-9DFE-07F8-5B0A-61922B7F1CDE}"/>
              </a:ext>
            </a:extLst>
          </p:cNvPr>
          <p:cNvGraphicFramePr/>
          <p:nvPr>
            <p:extLst>
              <p:ext uri="{D42A27DB-BD31-4B8C-83A1-F6EECF244321}">
                <p14:modId xmlns:p14="http://schemas.microsoft.com/office/powerpoint/2010/main" val="3738509870"/>
              </p:ext>
            </p:extLst>
          </p:nvPr>
        </p:nvGraphicFramePr>
        <p:xfrm>
          <a:off x="357188" y="1900238"/>
          <a:ext cx="11658600" cy="478631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493783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9E9D3-37FF-5264-B19E-3BDE4C539872}"/>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484B239-041B-016C-6685-A20F26083B21}"/>
              </a:ext>
            </a:extLst>
          </p:cNvPr>
          <p:cNvGraphicFramePr/>
          <p:nvPr>
            <p:extLst>
              <p:ext uri="{D42A27DB-BD31-4B8C-83A1-F6EECF244321}">
                <p14:modId xmlns:p14="http://schemas.microsoft.com/office/powerpoint/2010/main" val="1172843297"/>
              </p:ext>
            </p:extLst>
          </p:nvPr>
        </p:nvGraphicFramePr>
        <p:xfrm>
          <a:off x="66675" y="142874"/>
          <a:ext cx="12058649" cy="1428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Diagram 7">
            <a:extLst>
              <a:ext uri="{FF2B5EF4-FFF2-40B4-BE49-F238E27FC236}">
                <a16:creationId xmlns:a16="http://schemas.microsoft.com/office/drawing/2014/main" id="{529E3EF7-B077-14BA-8461-A77B85364DE2}"/>
              </a:ext>
            </a:extLst>
          </p:cNvPr>
          <p:cNvGraphicFramePr/>
          <p:nvPr>
            <p:extLst>
              <p:ext uri="{D42A27DB-BD31-4B8C-83A1-F6EECF244321}">
                <p14:modId xmlns:p14="http://schemas.microsoft.com/office/powerpoint/2010/main" val="4025394499"/>
              </p:ext>
            </p:extLst>
          </p:nvPr>
        </p:nvGraphicFramePr>
        <p:xfrm>
          <a:off x="400050" y="1914525"/>
          <a:ext cx="11515725" cy="480060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42082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D2C3D-63AB-267B-D978-09CD17E24C04}"/>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919976DC-89A6-B6A7-762B-D3AA5671FD4C}"/>
              </a:ext>
            </a:extLst>
          </p:cNvPr>
          <p:cNvGraphicFramePr/>
          <p:nvPr>
            <p:extLst>
              <p:ext uri="{D42A27DB-BD31-4B8C-83A1-F6EECF244321}">
                <p14:modId xmlns:p14="http://schemas.microsoft.com/office/powerpoint/2010/main" val="2574812340"/>
              </p:ext>
            </p:extLst>
          </p:nvPr>
        </p:nvGraphicFramePr>
        <p:xfrm>
          <a:off x="66675" y="0"/>
          <a:ext cx="12058649" cy="1300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a:extLst>
              <a:ext uri="{FF2B5EF4-FFF2-40B4-BE49-F238E27FC236}">
                <a16:creationId xmlns:a16="http://schemas.microsoft.com/office/drawing/2014/main" id="{25E3E2DA-8DAF-7D56-07D7-325F0F7B23BF}"/>
              </a:ext>
            </a:extLst>
          </p:cNvPr>
          <p:cNvGraphicFramePr/>
          <p:nvPr>
            <p:extLst>
              <p:ext uri="{D42A27DB-BD31-4B8C-83A1-F6EECF244321}">
                <p14:modId xmlns:p14="http://schemas.microsoft.com/office/powerpoint/2010/main" val="293554065"/>
              </p:ext>
            </p:extLst>
          </p:nvPr>
        </p:nvGraphicFramePr>
        <p:xfrm>
          <a:off x="289932" y="1873405"/>
          <a:ext cx="11552663" cy="478457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055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1A522-8264-85C4-A1CD-0F3E112CD847}"/>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E2E2F1A0-B494-CF79-72C4-3D91C59301BC}"/>
              </a:ext>
            </a:extLst>
          </p:cNvPr>
          <p:cNvGraphicFramePr/>
          <p:nvPr>
            <p:extLst>
              <p:ext uri="{D42A27DB-BD31-4B8C-83A1-F6EECF244321}">
                <p14:modId xmlns:p14="http://schemas.microsoft.com/office/powerpoint/2010/main" val="2904949711"/>
              </p:ext>
            </p:extLst>
          </p:nvPr>
        </p:nvGraphicFramePr>
        <p:xfrm>
          <a:off x="66675" y="0"/>
          <a:ext cx="12058649" cy="1300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7A74AB1C-3827-3500-E7C3-40FFA19567E5}"/>
              </a:ext>
            </a:extLst>
          </p:cNvPr>
          <p:cNvGraphicFramePr/>
          <p:nvPr>
            <p:extLst>
              <p:ext uri="{D42A27DB-BD31-4B8C-83A1-F6EECF244321}">
                <p14:modId xmlns:p14="http://schemas.microsoft.com/office/powerpoint/2010/main" val="2694232123"/>
              </p:ext>
            </p:extLst>
          </p:nvPr>
        </p:nvGraphicFramePr>
        <p:xfrm>
          <a:off x="300038" y="1914524"/>
          <a:ext cx="11601450" cy="471056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166413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F7E0E-5635-7EC8-4148-00C094E1B89B}"/>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EF8DBA1D-DA47-16D0-CA54-A580DB9BDFD7}"/>
              </a:ext>
            </a:extLst>
          </p:cNvPr>
          <p:cNvGraphicFramePr/>
          <p:nvPr>
            <p:extLst>
              <p:ext uri="{D42A27DB-BD31-4B8C-83A1-F6EECF244321}">
                <p14:modId xmlns:p14="http://schemas.microsoft.com/office/powerpoint/2010/main" val="2471839615"/>
              </p:ext>
            </p:extLst>
          </p:nvPr>
        </p:nvGraphicFramePr>
        <p:xfrm>
          <a:off x="66675" y="0"/>
          <a:ext cx="12058649" cy="1300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B5ACDAF7-8C83-17C5-8F4C-19DE214E6A4E}"/>
              </a:ext>
            </a:extLst>
          </p:cNvPr>
          <p:cNvGraphicFramePr/>
          <p:nvPr>
            <p:extLst>
              <p:ext uri="{D42A27DB-BD31-4B8C-83A1-F6EECF244321}">
                <p14:modId xmlns:p14="http://schemas.microsoft.com/office/powerpoint/2010/main" val="324293035"/>
              </p:ext>
            </p:extLst>
          </p:nvPr>
        </p:nvGraphicFramePr>
        <p:xfrm>
          <a:off x="327804" y="2035834"/>
          <a:ext cx="11473132" cy="4572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943648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33676-2E48-F2BB-E356-0A1A70EADCD6}"/>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43CED5BD-EB2B-48F1-962D-DDC1F711F1F8}"/>
              </a:ext>
            </a:extLst>
          </p:cNvPr>
          <p:cNvGraphicFramePr/>
          <p:nvPr>
            <p:extLst>
              <p:ext uri="{D42A27DB-BD31-4B8C-83A1-F6EECF244321}">
                <p14:modId xmlns:p14="http://schemas.microsoft.com/office/powerpoint/2010/main" val="4241810976"/>
              </p:ext>
            </p:extLst>
          </p:nvPr>
        </p:nvGraphicFramePr>
        <p:xfrm>
          <a:off x="66675" y="0"/>
          <a:ext cx="12058649" cy="1300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B1E5D999-4B38-DDF3-5B86-C019227B73F2}"/>
              </a:ext>
            </a:extLst>
          </p:cNvPr>
          <p:cNvGraphicFramePr/>
          <p:nvPr>
            <p:extLst>
              <p:ext uri="{D42A27DB-BD31-4B8C-83A1-F6EECF244321}">
                <p14:modId xmlns:p14="http://schemas.microsoft.com/office/powerpoint/2010/main" val="988355419"/>
              </p:ext>
            </p:extLst>
          </p:nvPr>
        </p:nvGraphicFramePr>
        <p:xfrm>
          <a:off x="444260" y="3429000"/>
          <a:ext cx="11455879" cy="317883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Diagram 5">
            <a:extLst>
              <a:ext uri="{FF2B5EF4-FFF2-40B4-BE49-F238E27FC236}">
                <a16:creationId xmlns:a16="http://schemas.microsoft.com/office/drawing/2014/main" id="{6EB83FC0-25E3-EA3C-D5CD-6AA2B8FD7062}"/>
              </a:ext>
            </a:extLst>
          </p:cNvPr>
          <p:cNvGraphicFramePr/>
          <p:nvPr>
            <p:extLst>
              <p:ext uri="{D42A27DB-BD31-4B8C-83A1-F6EECF244321}">
                <p14:modId xmlns:p14="http://schemas.microsoft.com/office/powerpoint/2010/main" val="3105405548"/>
              </p:ext>
            </p:extLst>
          </p:nvPr>
        </p:nvGraphicFramePr>
        <p:xfrm>
          <a:off x="444261" y="1910187"/>
          <a:ext cx="11455878" cy="130016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2290733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50AFE-65FF-FF7A-33BC-F25EF787B940}"/>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D0898C6-FF54-5899-30A6-ED4D65FB5F89}"/>
              </a:ext>
            </a:extLst>
          </p:cNvPr>
          <p:cNvGraphicFramePr/>
          <p:nvPr>
            <p:extLst>
              <p:ext uri="{D42A27DB-BD31-4B8C-83A1-F6EECF244321}">
                <p14:modId xmlns:p14="http://schemas.microsoft.com/office/powerpoint/2010/main" val="3971567575"/>
              </p:ext>
            </p:extLst>
          </p:nvPr>
        </p:nvGraphicFramePr>
        <p:xfrm>
          <a:off x="66675" y="0"/>
          <a:ext cx="12058649" cy="1300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a:extLst>
              <a:ext uri="{FF2B5EF4-FFF2-40B4-BE49-F238E27FC236}">
                <a16:creationId xmlns:a16="http://schemas.microsoft.com/office/drawing/2014/main" id="{1733CEE3-450B-DC67-3CBF-626BD1CA30E7}"/>
              </a:ext>
            </a:extLst>
          </p:cNvPr>
          <p:cNvGraphicFramePr/>
          <p:nvPr>
            <p:extLst>
              <p:ext uri="{D42A27DB-BD31-4B8C-83A1-F6EECF244321}">
                <p14:modId xmlns:p14="http://schemas.microsoft.com/office/powerpoint/2010/main" val="67376229"/>
              </p:ext>
            </p:extLst>
          </p:nvPr>
        </p:nvGraphicFramePr>
        <p:xfrm>
          <a:off x="66675" y="1828800"/>
          <a:ext cx="12058649" cy="489980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778988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3206A-13C3-1BBB-A699-711ACAD9BDE3}"/>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BDD9DB81-EEDD-C270-0F3D-4C2665FB3937}"/>
              </a:ext>
            </a:extLst>
          </p:cNvPr>
          <p:cNvGraphicFramePr/>
          <p:nvPr>
            <p:extLst>
              <p:ext uri="{D42A27DB-BD31-4B8C-83A1-F6EECF244321}">
                <p14:modId xmlns:p14="http://schemas.microsoft.com/office/powerpoint/2010/main" val="3768603732"/>
              </p:ext>
            </p:extLst>
          </p:nvPr>
        </p:nvGraphicFramePr>
        <p:xfrm>
          <a:off x="66675" y="0"/>
          <a:ext cx="12058649" cy="1300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EA4AAB9C-EA51-AF8E-C78A-F77EA185264F}"/>
              </a:ext>
            </a:extLst>
          </p:cNvPr>
          <p:cNvGraphicFramePr/>
          <p:nvPr>
            <p:extLst>
              <p:ext uri="{D42A27DB-BD31-4B8C-83A1-F6EECF244321}">
                <p14:modId xmlns:p14="http://schemas.microsoft.com/office/powerpoint/2010/main" val="3056994229"/>
              </p:ext>
            </p:extLst>
          </p:nvPr>
        </p:nvGraphicFramePr>
        <p:xfrm>
          <a:off x="271463" y="1928813"/>
          <a:ext cx="11630025" cy="47720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857808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B2C66-FFD5-7FA6-2B10-7063E50560FB}"/>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B497F6A4-92B5-DB85-7A64-781AE21C32D9}"/>
              </a:ext>
            </a:extLst>
          </p:cNvPr>
          <p:cNvGraphicFramePr/>
          <p:nvPr>
            <p:extLst>
              <p:ext uri="{D42A27DB-BD31-4B8C-83A1-F6EECF244321}">
                <p14:modId xmlns:p14="http://schemas.microsoft.com/office/powerpoint/2010/main" val="4059074505"/>
              </p:ext>
            </p:extLst>
          </p:nvPr>
        </p:nvGraphicFramePr>
        <p:xfrm>
          <a:off x="66675" y="0"/>
          <a:ext cx="12058649" cy="1300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a:extLst>
              <a:ext uri="{FF2B5EF4-FFF2-40B4-BE49-F238E27FC236}">
                <a16:creationId xmlns:a16="http://schemas.microsoft.com/office/drawing/2014/main" id="{8E760D65-6CB1-72D0-A035-9714BA9DEDB1}"/>
              </a:ext>
            </a:extLst>
          </p:cNvPr>
          <p:cNvGraphicFramePr/>
          <p:nvPr>
            <p:extLst>
              <p:ext uri="{D42A27DB-BD31-4B8C-83A1-F6EECF244321}">
                <p14:modId xmlns:p14="http://schemas.microsoft.com/office/powerpoint/2010/main" val="697898760"/>
              </p:ext>
            </p:extLst>
          </p:nvPr>
        </p:nvGraphicFramePr>
        <p:xfrm>
          <a:off x="66675" y="2014538"/>
          <a:ext cx="12058649" cy="46863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851563453"/>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1216</TotalTime>
  <Words>1172</Words>
  <Application>Microsoft Macintosh PowerPoint</Application>
  <PresentationFormat>Widescreen</PresentationFormat>
  <Paragraphs>88</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Arial Nova Light</vt:lpstr>
      <vt:lpstr>Herculanum</vt:lpstr>
      <vt:lpstr>Dark Gradient</vt:lpstr>
      <vt:lpstr>Security Controls in Shared Source Code Repositories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breutzmann</dc:creator>
  <cp:lastModifiedBy>Robert breutzmann</cp:lastModifiedBy>
  <cp:revision>3</cp:revision>
  <dcterms:created xsi:type="dcterms:W3CDTF">2026-07-24T00:55:23Z</dcterms:created>
  <dcterms:modified xsi:type="dcterms:W3CDTF">2026-07-24T21:11:37Z</dcterms:modified>
</cp:coreProperties>
</file>